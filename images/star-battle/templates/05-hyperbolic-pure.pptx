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69" r:id="rId3"/>
    <p:sldId id="267" r:id="rId4"/>
    <p:sldId id="273" r:id="rId5"/>
    <p:sldId id="274" r:id="rId6"/>
    <p:sldId id="276" r:id="rId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72E2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948" y="8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2AD5-B2B7-4FA8-9503-984C1ECEA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BD67E-9426-4F7C-B56E-1632BD4CF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C86E5-0726-4C76-A855-969870A5D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F668-F201-4843-9575-51E8DF364531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9A98B-99F1-4061-93E4-A075219C0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D36B7-49E7-4367-A514-5E26BB3C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0C3B-5E61-4B67-8038-4DC24F25104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1975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C59CD-2996-4885-9D9F-F45F720B0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2A8FA-2A97-4DDD-81D4-20A80F625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AF734-B01B-45B2-B2B4-CE59713DE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F668-F201-4843-9575-51E8DF364531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C9555-837E-413C-93D5-8D609C29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8A1D4-57D9-4037-BE3F-98C1954C3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0C3B-5E61-4B67-8038-4DC24F25104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901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3C05-3C71-4E2D-BC0F-E1874451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E7D4C-A7EA-498F-9A50-54265F248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7EBEB-10DB-4806-8A78-D51C12C75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F668-F201-4843-9575-51E8DF364531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9041F-A055-4F3C-95CA-CA78CE6CC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6B210-E932-439F-B06F-CF0724D5F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0C3B-5E61-4B67-8038-4DC24F25104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53945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EFC8-0509-4F12-B6C0-2970AAAE8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B82B2-4993-4AFD-BF33-4A993417D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3E941-E87D-410B-977C-5EE4270D5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887D7-37F8-4665-A0B8-54FA8A7A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F668-F201-4843-9575-51E8DF364531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1E6C9-8B04-45F4-A4F1-33604797F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0CE3B-DB09-49D9-A3B0-B4481C59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0C3B-5E61-4B67-8038-4DC24F25104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723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906A-5A78-4682-AFEE-E14E39A15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37979-C25F-49FF-9E12-E5317F4B2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A7FA9-F70E-47D7-B13B-04B2161D2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7F6EC2-9CBA-431A-8305-95FC58E4D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361E26-8143-40C6-A819-508D2E353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7EE647-F13C-4629-A1F6-7C1993B98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F668-F201-4843-9575-51E8DF364531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79BE4E-2E99-4F79-A713-69A2BEDA3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A0B2ED-BC9A-493A-B17D-C10D01C3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0C3B-5E61-4B67-8038-4DC24F25104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1556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F245C-8265-464B-BCAB-988E40C5C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D2FE44-7E58-46CC-BA46-5B40ACA1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F668-F201-4843-9575-51E8DF364531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3D826-1852-44AA-A4EB-2130929EB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4E32B-C43F-4D20-9566-A8FD252B8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0C3B-5E61-4B67-8038-4DC24F25104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30163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2A78FF-9C53-4575-90FC-A1CA130A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F668-F201-4843-9575-51E8DF364531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93269F-9C0D-4570-8972-B5AFAACA6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ABE42-0B58-4070-A4EB-CDEDA2A6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0C3B-5E61-4B67-8038-4DC24F25104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2931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CE36-38C2-4799-8901-435D3C564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A2A63-D8DD-4572-BBCB-ED251AAAB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35F72-CE5C-48AD-8314-1B0A12F8C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C0335-3CD1-4BFE-AF09-7F67DAF63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F668-F201-4843-9575-51E8DF364531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CF1EE-0960-4B2B-A66F-15853E28F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B407A-B536-4940-A565-E2239798C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0C3B-5E61-4B67-8038-4DC24F25104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95820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A4619-A468-419D-8EB2-E821D2137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F3C610-37F4-49BF-BF99-B3FD63AC6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69641-B33D-4612-AC11-B2595282A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A772A-54F2-46BE-A7B7-3FBAB4EFA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F668-F201-4843-9575-51E8DF364531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9FC24-A685-449C-B2F5-534D0662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30341-A443-407B-A2F0-52804108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0C3B-5E61-4B67-8038-4DC24F25104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53695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5AEC-5BF6-4C66-A927-1F5EA432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88FD3-DE06-4E59-9D6D-B8F829E0B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5C8A7-D120-4733-A363-72367B179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F668-F201-4843-9575-51E8DF364531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654EE-9219-4F1E-B478-789E98A19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40906-5A46-45E7-941C-24615C7D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0C3B-5E61-4B67-8038-4DC24F25104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26836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03B86E-3BA3-4957-9026-ABBDE11854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820016-85A5-486C-AF55-954DF1CF0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5876B-65FE-48F7-AB4E-7E7650373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F668-F201-4843-9575-51E8DF364531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1B2D0-2E99-4684-8750-99C34C98F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BCEF-B6B8-4E9C-9709-D006A82DC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0C3B-5E61-4B67-8038-4DC24F25104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08948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F81FA5-AAC6-406E-A61C-01DAEF566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A55B5-163B-42DA-BDB8-88956AF68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B56D6-8C18-43BD-A052-4BEC34091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6F668-F201-4843-9575-51E8DF364531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B875A-8B78-42DD-AA9A-E69CF3F6F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08BAF-64F3-484D-95D8-5D2C370FF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20C3B-5E61-4B67-8038-4DC24F25104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0651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32D712-1125-47D4-B186-DA25440BC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480" y="190500"/>
            <a:ext cx="6172200" cy="61722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A5534E5-EAF2-40B6-ABC7-A815CAEB6463}"/>
              </a:ext>
            </a:extLst>
          </p:cNvPr>
          <p:cNvSpPr/>
          <p:nvPr/>
        </p:nvSpPr>
        <p:spPr>
          <a:xfrm>
            <a:off x="5394637" y="1028700"/>
            <a:ext cx="2308439" cy="2239567"/>
          </a:xfrm>
          <a:custGeom>
            <a:avLst/>
            <a:gdLst>
              <a:gd name="connsiteX0" fmla="*/ 0 w 2129859"/>
              <a:gd name="connsiteY0" fmla="*/ 0 h 5120640"/>
              <a:gd name="connsiteX1" fmla="*/ 2129859 w 2129859"/>
              <a:gd name="connsiteY1" fmla="*/ 0 h 5120640"/>
              <a:gd name="connsiteX2" fmla="*/ 2129859 w 2129859"/>
              <a:gd name="connsiteY2" fmla="*/ 5120640 h 5120640"/>
              <a:gd name="connsiteX3" fmla="*/ 0 w 2129859"/>
              <a:gd name="connsiteY3" fmla="*/ 5120640 h 5120640"/>
              <a:gd name="connsiteX4" fmla="*/ 0 w 2129859"/>
              <a:gd name="connsiteY4" fmla="*/ 0 h 5120640"/>
              <a:gd name="connsiteX0" fmla="*/ 0 w 2129859"/>
              <a:gd name="connsiteY0" fmla="*/ 283344 h 5403984"/>
              <a:gd name="connsiteX1" fmla="*/ 1220537 w 2129859"/>
              <a:gd name="connsiteY1" fmla="*/ 0 h 5403984"/>
              <a:gd name="connsiteX2" fmla="*/ 2129859 w 2129859"/>
              <a:gd name="connsiteY2" fmla="*/ 283344 h 5403984"/>
              <a:gd name="connsiteX3" fmla="*/ 2129859 w 2129859"/>
              <a:gd name="connsiteY3" fmla="*/ 5403984 h 5403984"/>
              <a:gd name="connsiteX4" fmla="*/ 0 w 2129859"/>
              <a:gd name="connsiteY4" fmla="*/ 5403984 h 5403984"/>
              <a:gd name="connsiteX5" fmla="*/ 0 w 2129859"/>
              <a:gd name="connsiteY5" fmla="*/ 283344 h 5403984"/>
              <a:gd name="connsiteX0" fmla="*/ 0 w 2129859"/>
              <a:gd name="connsiteY0" fmla="*/ 283344 h 5403984"/>
              <a:gd name="connsiteX1" fmla="*/ 1220537 w 2129859"/>
              <a:gd name="connsiteY1" fmla="*/ 0 h 5403984"/>
              <a:gd name="connsiteX2" fmla="*/ 1677737 w 2129859"/>
              <a:gd name="connsiteY2" fmla="*/ 165100 h 5403984"/>
              <a:gd name="connsiteX3" fmla="*/ 2129859 w 2129859"/>
              <a:gd name="connsiteY3" fmla="*/ 283344 h 5403984"/>
              <a:gd name="connsiteX4" fmla="*/ 2129859 w 2129859"/>
              <a:gd name="connsiteY4" fmla="*/ 5403984 h 5403984"/>
              <a:gd name="connsiteX5" fmla="*/ 0 w 2129859"/>
              <a:gd name="connsiteY5" fmla="*/ 5403984 h 5403984"/>
              <a:gd name="connsiteX6" fmla="*/ 0 w 2129859"/>
              <a:gd name="connsiteY6" fmla="*/ 283344 h 5403984"/>
              <a:gd name="connsiteX0" fmla="*/ 0 w 3158559"/>
              <a:gd name="connsiteY0" fmla="*/ 1235844 h 5403984"/>
              <a:gd name="connsiteX1" fmla="*/ 2249237 w 3158559"/>
              <a:gd name="connsiteY1" fmla="*/ 0 h 5403984"/>
              <a:gd name="connsiteX2" fmla="*/ 2706437 w 3158559"/>
              <a:gd name="connsiteY2" fmla="*/ 165100 h 5403984"/>
              <a:gd name="connsiteX3" fmla="*/ 3158559 w 3158559"/>
              <a:gd name="connsiteY3" fmla="*/ 283344 h 5403984"/>
              <a:gd name="connsiteX4" fmla="*/ 3158559 w 3158559"/>
              <a:gd name="connsiteY4" fmla="*/ 5403984 h 5403984"/>
              <a:gd name="connsiteX5" fmla="*/ 1028700 w 3158559"/>
              <a:gd name="connsiteY5" fmla="*/ 5403984 h 5403984"/>
              <a:gd name="connsiteX6" fmla="*/ 0 w 3158559"/>
              <a:gd name="connsiteY6" fmla="*/ 1235844 h 5403984"/>
              <a:gd name="connsiteX0" fmla="*/ 22550 w 3181109"/>
              <a:gd name="connsiteY0" fmla="*/ 1235844 h 5403984"/>
              <a:gd name="connsiteX1" fmla="*/ 500137 w 3181109"/>
              <a:gd name="connsiteY1" fmla="*/ 1009650 h 5403984"/>
              <a:gd name="connsiteX2" fmla="*/ 2271787 w 3181109"/>
              <a:gd name="connsiteY2" fmla="*/ 0 h 5403984"/>
              <a:gd name="connsiteX3" fmla="*/ 2728987 w 3181109"/>
              <a:gd name="connsiteY3" fmla="*/ 165100 h 5403984"/>
              <a:gd name="connsiteX4" fmla="*/ 3181109 w 3181109"/>
              <a:gd name="connsiteY4" fmla="*/ 283344 h 5403984"/>
              <a:gd name="connsiteX5" fmla="*/ 3181109 w 3181109"/>
              <a:gd name="connsiteY5" fmla="*/ 5403984 h 5403984"/>
              <a:gd name="connsiteX6" fmla="*/ 1051250 w 3181109"/>
              <a:gd name="connsiteY6" fmla="*/ 5403984 h 5403984"/>
              <a:gd name="connsiteX7" fmla="*/ 22550 w 3181109"/>
              <a:gd name="connsiteY7" fmla="*/ 1235844 h 5403984"/>
              <a:gd name="connsiteX0" fmla="*/ 11116 w 3169675"/>
              <a:gd name="connsiteY0" fmla="*/ 1235844 h 5403984"/>
              <a:gd name="connsiteX1" fmla="*/ 488703 w 3169675"/>
              <a:gd name="connsiteY1" fmla="*/ 1009650 h 5403984"/>
              <a:gd name="connsiteX2" fmla="*/ 2260353 w 3169675"/>
              <a:gd name="connsiteY2" fmla="*/ 0 h 5403984"/>
              <a:gd name="connsiteX3" fmla="*/ 2717553 w 3169675"/>
              <a:gd name="connsiteY3" fmla="*/ 165100 h 5403984"/>
              <a:gd name="connsiteX4" fmla="*/ 3169675 w 3169675"/>
              <a:gd name="connsiteY4" fmla="*/ 283344 h 5403984"/>
              <a:gd name="connsiteX5" fmla="*/ 3169675 w 3169675"/>
              <a:gd name="connsiteY5" fmla="*/ 5403984 h 5403984"/>
              <a:gd name="connsiteX6" fmla="*/ 1039816 w 3169675"/>
              <a:gd name="connsiteY6" fmla="*/ 5403984 h 5403984"/>
              <a:gd name="connsiteX7" fmla="*/ 11116 w 3169675"/>
              <a:gd name="connsiteY7" fmla="*/ 1235844 h 5403984"/>
              <a:gd name="connsiteX0" fmla="*/ 11116 w 3169675"/>
              <a:gd name="connsiteY0" fmla="*/ 1235844 h 5403984"/>
              <a:gd name="connsiteX1" fmla="*/ 488703 w 3169675"/>
              <a:gd name="connsiteY1" fmla="*/ 1009650 h 5403984"/>
              <a:gd name="connsiteX2" fmla="*/ 2260353 w 3169675"/>
              <a:gd name="connsiteY2" fmla="*/ 0 h 5403984"/>
              <a:gd name="connsiteX3" fmla="*/ 2717553 w 3169675"/>
              <a:gd name="connsiteY3" fmla="*/ 165100 h 5403984"/>
              <a:gd name="connsiteX4" fmla="*/ 3169675 w 3169675"/>
              <a:gd name="connsiteY4" fmla="*/ 283344 h 5403984"/>
              <a:gd name="connsiteX5" fmla="*/ 3169675 w 3169675"/>
              <a:gd name="connsiteY5" fmla="*/ 5403984 h 5403984"/>
              <a:gd name="connsiteX6" fmla="*/ 1039816 w 3169675"/>
              <a:gd name="connsiteY6" fmla="*/ 5403984 h 5403984"/>
              <a:gd name="connsiteX7" fmla="*/ 11116 w 3169675"/>
              <a:gd name="connsiteY7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2249237 w 3158559"/>
              <a:gd name="connsiteY2" fmla="*/ 0 h 5403984"/>
              <a:gd name="connsiteX3" fmla="*/ 2706437 w 3158559"/>
              <a:gd name="connsiteY3" fmla="*/ 165100 h 5403984"/>
              <a:gd name="connsiteX4" fmla="*/ 3158559 w 3158559"/>
              <a:gd name="connsiteY4" fmla="*/ 283344 h 5403984"/>
              <a:gd name="connsiteX5" fmla="*/ 3158559 w 3158559"/>
              <a:gd name="connsiteY5" fmla="*/ 5403984 h 5403984"/>
              <a:gd name="connsiteX6" fmla="*/ 1028700 w 3158559"/>
              <a:gd name="connsiteY6" fmla="*/ 5403984 h 5403984"/>
              <a:gd name="connsiteX7" fmla="*/ 0 w 3158559"/>
              <a:gd name="connsiteY7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90337 w 3158559"/>
              <a:gd name="connsiteY2" fmla="*/ 635016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90337 w 3158559"/>
              <a:gd name="connsiteY2" fmla="*/ 635016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62820 w 3158559"/>
              <a:gd name="connsiteY2" fmla="*/ 624433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62820 w 3158559"/>
              <a:gd name="connsiteY2" fmla="*/ 624433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1 h 5404001"/>
              <a:gd name="connsiteX1" fmla="*/ 477587 w 3158559"/>
              <a:gd name="connsiteY1" fmla="*/ 1009667 h 5404001"/>
              <a:gd name="connsiteX2" fmla="*/ 862820 w 3158559"/>
              <a:gd name="connsiteY2" fmla="*/ 624434 h 5404001"/>
              <a:gd name="connsiteX3" fmla="*/ 1051204 w 3158559"/>
              <a:gd name="connsiteY3" fmla="*/ 290001 h 5404001"/>
              <a:gd name="connsiteX4" fmla="*/ 2249237 w 3158559"/>
              <a:gd name="connsiteY4" fmla="*/ 17 h 5404001"/>
              <a:gd name="connsiteX5" fmla="*/ 2706437 w 3158559"/>
              <a:gd name="connsiteY5" fmla="*/ 165117 h 5404001"/>
              <a:gd name="connsiteX6" fmla="*/ 3158559 w 3158559"/>
              <a:gd name="connsiteY6" fmla="*/ 283361 h 5404001"/>
              <a:gd name="connsiteX7" fmla="*/ 3158559 w 3158559"/>
              <a:gd name="connsiteY7" fmla="*/ 5404001 h 5404001"/>
              <a:gd name="connsiteX8" fmla="*/ 1028700 w 3158559"/>
              <a:gd name="connsiteY8" fmla="*/ 5404001 h 5404001"/>
              <a:gd name="connsiteX9" fmla="*/ 0 w 3158559"/>
              <a:gd name="connsiteY9" fmla="*/ 1235861 h 5404001"/>
              <a:gd name="connsiteX0" fmla="*/ 0 w 3158559"/>
              <a:gd name="connsiteY0" fmla="*/ 1235861 h 5404001"/>
              <a:gd name="connsiteX1" fmla="*/ 477587 w 3158559"/>
              <a:gd name="connsiteY1" fmla="*/ 1009667 h 5404001"/>
              <a:gd name="connsiteX2" fmla="*/ 862820 w 3158559"/>
              <a:gd name="connsiteY2" fmla="*/ 624434 h 5404001"/>
              <a:gd name="connsiteX3" fmla="*/ 1051204 w 3158559"/>
              <a:gd name="connsiteY3" fmla="*/ 290001 h 5404001"/>
              <a:gd name="connsiteX4" fmla="*/ 2249237 w 3158559"/>
              <a:gd name="connsiteY4" fmla="*/ 17 h 5404001"/>
              <a:gd name="connsiteX5" fmla="*/ 2706437 w 3158559"/>
              <a:gd name="connsiteY5" fmla="*/ 165117 h 5404001"/>
              <a:gd name="connsiteX6" fmla="*/ 3158559 w 3158559"/>
              <a:gd name="connsiteY6" fmla="*/ 283361 h 5404001"/>
              <a:gd name="connsiteX7" fmla="*/ 3158559 w 3158559"/>
              <a:gd name="connsiteY7" fmla="*/ 5404001 h 5404001"/>
              <a:gd name="connsiteX8" fmla="*/ 1028700 w 3158559"/>
              <a:gd name="connsiteY8" fmla="*/ 5404001 h 5404001"/>
              <a:gd name="connsiteX9" fmla="*/ 0 w 3158559"/>
              <a:gd name="connsiteY9" fmla="*/ 1235861 h 5404001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8001 h 5406141"/>
              <a:gd name="connsiteX1" fmla="*/ 477587 w 3158559"/>
              <a:gd name="connsiteY1" fmla="*/ 1011807 h 5406141"/>
              <a:gd name="connsiteX2" fmla="*/ 862820 w 3158559"/>
              <a:gd name="connsiteY2" fmla="*/ 626574 h 5406141"/>
              <a:gd name="connsiteX3" fmla="*/ 1051204 w 3158559"/>
              <a:gd name="connsiteY3" fmla="*/ 292141 h 5406141"/>
              <a:gd name="connsiteX4" fmla="*/ 1391987 w 3158559"/>
              <a:gd name="connsiteY4" fmla="*/ 247691 h 5406141"/>
              <a:gd name="connsiteX5" fmla="*/ 1688320 w 3158559"/>
              <a:gd name="connsiteY5" fmla="*/ 93174 h 5406141"/>
              <a:gd name="connsiteX6" fmla="*/ 2249237 w 3158559"/>
              <a:gd name="connsiteY6" fmla="*/ 2157 h 5406141"/>
              <a:gd name="connsiteX7" fmla="*/ 2706437 w 3158559"/>
              <a:gd name="connsiteY7" fmla="*/ 167257 h 5406141"/>
              <a:gd name="connsiteX8" fmla="*/ 3158559 w 3158559"/>
              <a:gd name="connsiteY8" fmla="*/ 285501 h 5406141"/>
              <a:gd name="connsiteX9" fmla="*/ 3158559 w 3158559"/>
              <a:gd name="connsiteY9" fmla="*/ 5406141 h 5406141"/>
              <a:gd name="connsiteX10" fmla="*/ 1028700 w 3158559"/>
              <a:gd name="connsiteY10" fmla="*/ 5406141 h 5406141"/>
              <a:gd name="connsiteX11" fmla="*/ 0 w 3158559"/>
              <a:gd name="connsiteY11" fmla="*/ 1238001 h 5406141"/>
              <a:gd name="connsiteX0" fmla="*/ 0 w 3158559"/>
              <a:gd name="connsiteY0" fmla="*/ 1238001 h 5406141"/>
              <a:gd name="connsiteX1" fmla="*/ 477587 w 3158559"/>
              <a:gd name="connsiteY1" fmla="*/ 1011807 h 5406141"/>
              <a:gd name="connsiteX2" fmla="*/ 862820 w 3158559"/>
              <a:gd name="connsiteY2" fmla="*/ 626574 h 5406141"/>
              <a:gd name="connsiteX3" fmla="*/ 1051204 w 3158559"/>
              <a:gd name="connsiteY3" fmla="*/ 292141 h 5406141"/>
              <a:gd name="connsiteX4" fmla="*/ 1391987 w 3158559"/>
              <a:gd name="connsiteY4" fmla="*/ 247691 h 5406141"/>
              <a:gd name="connsiteX5" fmla="*/ 1688320 w 3158559"/>
              <a:gd name="connsiteY5" fmla="*/ 93174 h 5406141"/>
              <a:gd name="connsiteX6" fmla="*/ 2249237 w 3158559"/>
              <a:gd name="connsiteY6" fmla="*/ 2157 h 5406141"/>
              <a:gd name="connsiteX7" fmla="*/ 2706437 w 3158559"/>
              <a:gd name="connsiteY7" fmla="*/ 167257 h 5406141"/>
              <a:gd name="connsiteX8" fmla="*/ 3158559 w 3158559"/>
              <a:gd name="connsiteY8" fmla="*/ 285501 h 5406141"/>
              <a:gd name="connsiteX9" fmla="*/ 3158559 w 3158559"/>
              <a:gd name="connsiteY9" fmla="*/ 5406141 h 5406141"/>
              <a:gd name="connsiteX10" fmla="*/ 1028700 w 3158559"/>
              <a:gd name="connsiteY10" fmla="*/ 5406141 h 5406141"/>
              <a:gd name="connsiteX11" fmla="*/ 0 w 3158559"/>
              <a:gd name="connsiteY11" fmla="*/ 1238001 h 5406141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71198 h 5439338"/>
              <a:gd name="connsiteX1" fmla="*/ 477587 w 3158559"/>
              <a:gd name="connsiteY1" fmla="*/ 1045004 h 5439338"/>
              <a:gd name="connsiteX2" fmla="*/ 862820 w 3158559"/>
              <a:gd name="connsiteY2" fmla="*/ 659771 h 5439338"/>
              <a:gd name="connsiteX3" fmla="*/ 1051204 w 3158559"/>
              <a:gd name="connsiteY3" fmla="*/ 325338 h 5439338"/>
              <a:gd name="connsiteX4" fmla="*/ 1391987 w 3158559"/>
              <a:gd name="connsiteY4" fmla="*/ 280888 h 5439338"/>
              <a:gd name="connsiteX5" fmla="*/ 1688320 w 3158559"/>
              <a:gd name="connsiteY5" fmla="*/ 126371 h 5439338"/>
              <a:gd name="connsiteX6" fmla="*/ 2029104 w 3158559"/>
              <a:gd name="connsiteY6" fmla="*/ 274538 h 5439338"/>
              <a:gd name="connsiteX7" fmla="*/ 2242887 w 3158559"/>
              <a:gd name="connsiteY7" fmla="*/ 1487 h 5439338"/>
              <a:gd name="connsiteX8" fmla="*/ 2706437 w 3158559"/>
              <a:gd name="connsiteY8" fmla="*/ 200454 h 5439338"/>
              <a:gd name="connsiteX9" fmla="*/ 3158559 w 3158559"/>
              <a:gd name="connsiteY9" fmla="*/ 318698 h 5439338"/>
              <a:gd name="connsiteX10" fmla="*/ 3158559 w 3158559"/>
              <a:gd name="connsiteY10" fmla="*/ 5439338 h 5439338"/>
              <a:gd name="connsiteX11" fmla="*/ 1028700 w 3158559"/>
              <a:gd name="connsiteY11" fmla="*/ 5439338 h 5439338"/>
              <a:gd name="connsiteX12" fmla="*/ 0 w 3158559"/>
              <a:gd name="connsiteY12" fmla="*/ 1271198 h 5439338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706437 w 3158559"/>
              <a:gd name="connsiteY8" fmla="*/ 198967 h 5437851"/>
              <a:gd name="connsiteX9" fmla="*/ 3158559 w 3158559"/>
              <a:gd name="connsiteY9" fmla="*/ 317211 h 5437851"/>
              <a:gd name="connsiteX10" fmla="*/ 3158559 w 3158559"/>
              <a:gd name="connsiteY10" fmla="*/ 5437851 h 5437851"/>
              <a:gd name="connsiteX11" fmla="*/ 1028700 w 3158559"/>
              <a:gd name="connsiteY11" fmla="*/ 5437851 h 5437851"/>
              <a:gd name="connsiteX12" fmla="*/ 0 w 3158559"/>
              <a:gd name="connsiteY12" fmla="*/ 1269711 h 5437851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706437 w 3158559"/>
              <a:gd name="connsiteY8" fmla="*/ 198967 h 5437851"/>
              <a:gd name="connsiteX9" fmla="*/ 3158559 w 3158559"/>
              <a:gd name="connsiteY9" fmla="*/ 317211 h 5437851"/>
              <a:gd name="connsiteX10" fmla="*/ 3158559 w 3158559"/>
              <a:gd name="connsiteY10" fmla="*/ 5437851 h 5437851"/>
              <a:gd name="connsiteX11" fmla="*/ 1028700 w 3158559"/>
              <a:gd name="connsiteY11" fmla="*/ 5437851 h 5437851"/>
              <a:gd name="connsiteX12" fmla="*/ 0 w 3158559"/>
              <a:gd name="connsiteY12" fmla="*/ 1269711 h 5437851"/>
              <a:gd name="connsiteX0" fmla="*/ 0 w 3158559"/>
              <a:gd name="connsiteY0" fmla="*/ 1283724 h 5451864"/>
              <a:gd name="connsiteX1" fmla="*/ 477587 w 3158559"/>
              <a:gd name="connsiteY1" fmla="*/ 1057530 h 5451864"/>
              <a:gd name="connsiteX2" fmla="*/ 862820 w 3158559"/>
              <a:gd name="connsiteY2" fmla="*/ 672297 h 5451864"/>
              <a:gd name="connsiteX3" fmla="*/ 1051204 w 3158559"/>
              <a:gd name="connsiteY3" fmla="*/ 337864 h 5451864"/>
              <a:gd name="connsiteX4" fmla="*/ 1391987 w 3158559"/>
              <a:gd name="connsiteY4" fmla="*/ 293414 h 5451864"/>
              <a:gd name="connsiteX5" fmla="*/ 1688320 w 3158559"/>
              <a:gd name="connsiteY5" fmla="*/ 138897 h 5451864"/>
              <a:gd name="connsiteX6" fmla="*/ 2029104 w 3158559"/>
              <a:gd name="connsiteY6" fmla="*/ 287064 h 5451864"/>
              <a:gd name="connsiteX7" fmla="*/ 2242887 w 3158559"/>
              <a:gd name="connsiteY7" fmla="*/ 14013 h 5451864"/>
              <a:gd name="connsiteX8" fmla="*/ 2463020 w 3158559"/>
              <a:gd name="connsiteY8" fmla="*/ 35180 h 5451864"/>
              <a:gd name="connsiteX9" fmla="*/ 2706437 w 3158559"/>
              <a:gd name="connsiteY9" fmla="*/ 212980 h 5451864"/>
              <a:gd name="connsiteX10" fmla="*/ 3158559 w 3158559"/>
              <a:gd name="connsiteY10" fmla="*/ 331224 h 5451864"/>
              <a:gd name="connsiteX11" fmla="*/ 3158559 w 3158559"/>
              <a:gd name="connsiteY11" fmla="*/ 5451864 h 5451864"/>
              <a:gd name="connsiteX12" fmla="*/ 1028700 w 3158559"/>
              <a:gd name="connsiteY12" fmla="*/ 5451864 h 5451864"/>
              <a:gd name="connsiteX13" fmla="*/ 0 w 3158559"/>
              <a:gd name="connsiteY13" fmla="*/ 1283724 h 5451864"/>
              <a:gd name="connsiteX0" fmla="*/ 0 w 3158559"/>
              <a:gd name="connsiteY0" fmla="*/ 1273476 h 5441616"/>
              <a:gd name="connsiteX1" fmla="*/ 477587 w 3158559"/>
              <a:gd name="connsiteY1" fmla="*/ 1047282 h 5441616"/>
              <a:gd name="connsiteX2" fmla="*/ 862820 w 3158559"/>
              <a:gd name="connsiteY2" fmla="*/ 662049 h 5441616"/>
              <a:gd name="connsiteX3" fmla="*/ 1051204 w 3158559"/>
              <a:gd name="connsiteY3" fmla="*/ 327616 h 5441616"/>
              <a:gd name="connsiteX4" fmla="*/ 1391987 w 3158559"/>
              <a:gd name="connsiteY4" fmla="*/ 283166 h 5441616"/>
              <a:gd name="connsiteX5" fmla="*/ 1688320 w 3158559"/>
              <a:gd name="connsiteY5" fmla="*/ 128649 h 5441616"/>
              <a:gd name="connsiteX6" fmla="*/ 2029104 w 3158559"/>
              <a:gd name="connsiteY6" fmla="*/ 276816 h 5441616"/>
              <a:gd name="connsiteX7" fmla="*/ 2242887 w 3158559"/>
              <a:gd name="connsiteY7" fmla="*/ 3765 h 5441616"/>
              <a:gd name="connsiteX8" fmla="*/ 2463020 w 3158559"/>
              <a:gd name="connsiteY8" fmla="*/ 24932 h 5441616"/>
              <a:gd name="connsiteX9" fmla="*/ 2706437 w 3158559"/>
              <a:gd name="connsiteY9" fmla="*/ 202732 h 5441616"/>
              <a:gd name="connsiteX10" fmla="*/ 3158559 w 3158559"/>
              <a:gd name="connsiteY10" fmla="*/ 320976 h 5441616"/>
              <a:gd name="connsiteX11" fmla="*/ 3158559 w 3158559"/>
              <a:gd name="connsiteY11" fmla="*/ 5441616 h 5441616"/>
              <a:gd name="connsiteX12" fmla="*/ 1028700 w 3158559"/>
              <a:gd name="connsiteY12" fmla="*/ 5441616 h 5441616"/>
              <a:gd name="connsiteX13" fmla="*/ 0 w 3158559"/>
              <a:gd name="connsiteY13" fmla="*/ 1273476 h 5441616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463020 w 3158559"/>
              <a:gd name="connsiteY8" fmla="*/ 21167 h 5437851"/>
              <a:gd name="connsiteX9" fmla="*/ 2706437 w 3158559"/>
              <a:gd name="connsiteY9" fmla="*/ 198967 h 5437851"/>
              <a:gd name="connsiteX10" fmla="*/ 3158559 w 3158559"/>
              <a:gd name="connsiteY10" fmla="*/ 317211 h 5437851"/>
              <a:gd name="connsiteX11" fmla="*/ 3158559 w 3158559"/>
              <a:gd name="connsiteY11" fmla="*/ 5437851 h 5437851"/>
              <a:gd name="connsiteX12" fmla="*/ 1028700 w 3158559"/>
              <a:gd name="connsiteY12" fmla="*/ 5437851 h 5437851"/>
              <a:gd name="connsiteX13" fmla="*/ 0 w 3158559"/>
              <a:gd name="connsiteY13" fmla="*/ 1269711 h 5437851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463020 w 3158559"/>
              <a:gd name="connsiteY8" fmla="*/ 21167 h 5437851"/>
              <a:gd name="connsiteX9" fmla="*/ 2706437 w 3158559"/>
              <a:gd name="connsiteY9" fmla="*/ 198967 h 5437851"/>
              <a:gd name="connsiteX10" fmla="*/ 3158559 w 3158559"/>
              <a:gd name="connsiteY10" fmla="*/ 317211 h 5437851"/>
              <a:gd name="connsiteX11" fmla="*/ 3158559 w 3158559"/>
              <a:gd name="connsiteY11" fmla="*/ 5437851 h 5437851"/>
              <a:gd name="connsiteX12" fmla="*/ 1028700 w 3158559"/>
              <a:gd name="connsiteY12" fmla="*/ 5437851 h 5437851"/>
              <a:gd name="connsiteX13" fmla="*/ 0 w 3158559"/>
              <a:gd name="connsiteY13" fmla="*/ 1269711 h 5437851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144827 h 5312967"/>
              <a:gd name="connsiteX1" fmla="*/ 477587 w 3158559"/>
              <a:gd name="connsiteY1" fmla="*/ 918633 h 5312967"/>
              <a:gd name="connsiteX2" fmla="*/ 862820 w 3158559"/>
              <a:gd name="connsiteY2" fmla="*/ 533400 h 5312967"/>
              <a:gd name="connsiteX3" fmla="*/ 1051204 w 3158559"/>
              <a:gd name="connsiteY3" fmla="*/ 198967 h 5312967"/>
              <a:gd name="connsiteX4" fmla="*/ 1391987 w 3158559"/>
              <a:gd name="connsiteY4" fmla="*/ 154517 h 5312967"/>
              <a:gd name="connsiteX5" fmla="*/ 1688320 w 3158559"/>
              <a:gd name="connsiteY5" fmla="*/ 0 h 5312967"/>
              <a:gd name="connsiteX6" fmla="*/ 2029104 w 3158559"/>
              <a:gd name="connsiteY6" fmla="*/ 148167 h 5312967"/>
              <a:gd name="connsiteX7" fmla="*/ 2602720 w 3158559"/>
              <a:gd name="connsiteY7" fmla="*/ 218016 h 5312967"/>
              <a:gd name="connsiteX8" fmla="*/ 2784753 w 3158559"/>
              <a:gd name="connsiteY8" fmla="*/ 260350 h 5312967"/>
              <a:gd name="connsiteX9" fmla="*/ 2706437 w 3158559"/>
              <a:gd name="connsiteY9" fmla="*/ 74083 h 5312967"/>
              <a:gd name="connsiteX10" fmla="*/ 3158559 w 3158559"/>
              <a:gd name="connsiteY10" fmla="*/ 192327 h 5312967"/>
              <a:gd name="connsiteX11" fmla="*/ 3158559 w 3158559"/>
              <a:gd name="connsiteY11" fmla="*/ 5312967 h 5312967"/>
              <a:gd name="connsiteX12" fmla="*/ 1028700 w 3158559"/>
              <a:gd name="connsiteY12" fmla="*/ 5312967 h 5312967"/>
              <a:gd name="connsiteX13" fmla="*/ 0 w 3158559"/>
              <a:gd name="connsiteY13" fmla="*/ 1144827 h 5312967"/>
              <a:gd name="connsiteX0" fmla="*/ 0 w 3158559"/>
              <a:gd name="connsiteY0" fmla="*/ 1144827 h 5312967"/>
              <a:gd name="connsiteX1" fmla="*/ 477587 w 3158559"/>
              <a:gd name="connsiteY1" fmla="*/ 918633 h 5312967"/>
              <a:gd name="connsiteX2" fmla="*/ 862820 w 3158559"/>
              <a:gd name="connsiteY2" fmla="*/ 533400 h 5312967"/>
              <a:gd name="connsiteX3" fmla="*/ 1051204 w 3158559"/>
              <a:gd name="connsiteY3" fmla="*/ 198967 h 5312967"/>
              <a:gd name="connsiteX4" fmla="*/ 1391987 w 3158559"/>
              <a:gd name="connsiteY4" fmla="*/ 154517 h 5312967"/>
              <a:gd name="connsiteX5" fmla="*/ 1688320 w 3158559"/>
              <a:gd name="connsiteY5" fmla="*/ 0 h 5312967"/>
              <a:gd name="connsiteX6" fmla="*/ 2029104 w 3158559"/>
              <a:gd name="connsiteY6" fmla="*/ 148167 h 5312967"/>
              <a:gd name="connsiteX7" fmla="*/ 2602720 w 3158559"/>
              <a:gd name="connsiteY7" fmla="*/ 218016 h 5312967"/>
              <a:gd name="connsiteX8" fmla="*/ 2784753 w 3158559"/>
              <a:gd name="connsiteY8" fmla="*/ 260350 h 5312967"/>
              <a:gd name="connsiteX9" fmla="*/ 3070504 w 3158559"/>
              <a:gd name="connsiteY9" fmla="*/ 179917 h 5312967"/>
              <a:gd name="connsiteX10" fmla="*/ 3158559 w 3158559"/>
              <a:gd name="connsiteY10" fmla="*/ 192327 h 5312967"/>
              <a:gd name="connsiteX11" fmla="*/ 3158559 w 3158559"/>
              <a:gd name="connsiteY11" fmla="*/ 5312967 h 5312967"/>
              <a:gd name="connsiteX12" fmla="*/ 1028700 w 3158559"/>
              <a:gd name="connsiteY12" fmla="*/ 5312967 h 5312967"/>
              <a:gd name="connsiteX13" fmla="*/ 0 w 3158559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2784753 w 3937493"/>
              <a:gd name="connsiteY8" fmla="*/ 260350 h 5312967"/>
              <a:gd name="connsiteX9" fmla="*/ 3070504 w 3937493"/>
              <a:gd name="connsiteY9" fmla="*/ 179917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2784753 w 3937493"/>
              <a:gd name="connsiteY8" fmla="*/ 2603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423882"/>
              <a:gd name="connsiteY0" fmla="*/ 1144827 h 5312967"/>
              <a:gd name="connsiteX1" fmla="*/ 477587 w 3423882"/>
              <a:gd name="connsiteY1" fmla="*/ 918633 h 5312967"/>
              <a:gd name="connsiteX2" fmla="*/ 862820 w 3423882"/>
              <a:gd name="connsiteY2" fmla="*/ 533400 h 5312967"/>
              <a:gd name="connsiteX3" fmla="*/ 1051204 w 3423882"/>
              <a:gd name="connsiteY3" fmla="*/ 198967 h 5312967"/>
              <a:gd name="connsiteX4" fmla="*/ 1391987 w 3423882"/>
              <a:gd name="connsiteY4" fmla="*/ 154517 h 5312967"/>
              <a:gd name="connsiteX5" fmla="*/ 1688320 w 3423882"/>
              <a:gd name="connsiteY5" fmla="*/ 0 h 5312967"/>
              <a:gd name="connsiteX6" fmla="*/ 2029104 w 3423882"/>
              <a:gd name="connsiteY6" fmla="*/ 148167 h 5312967"/>
              <a:gd name="connsiteX7" fmla="*/ 2602720 w 3423882"/>
              <a:gd name="connsiteY7" fmla="*/ 218016 h 5312967"/>
              <a:gd name="connsiteX8" fmla="*/ 3106487 w 3423882"/>
              <a:gd name="connsiteY8" fmla="*/ 146050 h 5312967"/>
              <a:gd name="connsiteX9" fmla="*/ 3413404 w 3423882"/>
              <a:gd name="connsiteY9" fmla="*/ 501650 h 5312967"/>
              <a:gd name="connsiteX10" fmla="*/ 2794493 w 3423882"/>
              <a:gd name="connsiteY10" fmla="*/ 1187160 h 5312967"/>
              <a:gd name="connsiteX11" fmla="*/ 3158559 w 3423882"/>
              <a:gd name="connsiteY11" fmla="*/ 5312967 h 5312967"/>
              <a:gd name="connsiteX12" fmla="*/ 1028700 w 3423882"/>
              <a:gd name="connsiteY12" fmla="*/ 5312967 h 5312967"/>
              <a:gd name="connsiteX13" fmla="*/ 0 w 3423882"/>
              <a:gd name="connsiteY13" fmla="*/ 1144827 h 5312967"/>
              <a:gd name="connsiteX0" fmla="*/ 0 w 3423790"/>
              <a:gd name="connsiteY0" fmla="*/ 1144827 h 5312967"/>
              <a:gd name="connsiteX1" fmla="*/ 477587 w 3423790"/>
              <a:gd name="connsiteY1" fmla="*/ 918633 h 5312967"/>
              <a:gd name="connsiteX2" fmla="*/ 862820 w 3423790"/>
              <a:gd name="connsiteY2" fmla="*/ 533400 h 5312967"/>
              <a:gd name="connsiteX3" fmla="*/ 1051204 w 3423790"/>
              <a:gd name="connsiteY3" fmla="*/ 198967 h 5312967"/>
              <a:gd name="connsiteX4" fmla="*/ 1391987 w 3423790"/>
              <a:gd name="connsiteY4" fmla="*/ 154517 h 5312967"/>
              <a:gd name="connsiteX5" fmla="*/ 1688320 w 3423790"/>
              <a:gd name="connsiteY5" fmla="*/ 0 h 5312967"/>
              <a:gd name="connsiteX6" fmla="*/ 2029104 w 3423790"/>
              <a:gd name="connsiteY6" fmla="*/ 148167 h 5312967"/>
              <a:gd name="connsiteX7" fmla="*/ 2602720 w 3423790"/>
              <a:gd name="connsiteY7" fmla="*/ 218016 h 5312967"/>
              <a:gd name="connsiteX8" fmla="*/ 3106487 w 3423790"/>
              <a:gd name="connsiteY8" fmla="*/ 146050 h 5312967"/>
              <a:gd name="connsiteX9" fmla="*/ 3413404 w 3423790"/>
              <a:gd name="connsiteY9" fmla="*/ 501650 h 5312967"/>
              <a:gd name="connsiteX10" fmla="*/ 2786026 w 3423790"/>
              <a:gd name="connsiteY10" fmla="*/ 1178694 h 5312967"/>
              <a:gd name="connsiteX11" fmla="*/ 3158559 w 3423790"/>
              <a:gd name="connsiteY11" fmla="*/ 5312967 h 5312967"/>
              <a:gd name="connsiteX12" fmla="*/ 1028700 w 3423790"/>
              <a:gd name="connsiteY12" fmla="*/ 5312967 h 5312967"/>
              <a:gd name="connsiteX13" fmla="*/ 0 w 3423790"/>
              <a:gd name="connsiteY13" fmla="*/ 1144827 h 5312967"/>
              <a:gd name="connsiteX0" fmla="*/ 0 w 3413404"/>
              <a:gd name="connsiteY0" fmla="*/ 1144827 h 5312967"/>
              <a:gd name="connsiteX1" fmla="*/ 477587 w 3413404"/>
              <a:gd name="connsiteY1" fmla="*/ 918633 h 5312967"/>
              <a:gd name="connsiteX2" fmla="*/ 862820 w 3413404"/>
              <a:gd name="connsiteY2" fmla="*/ 533400 h 5312967"/>
              <a:gd name="connsiteX3" fmla="*/ 1051204 w 3413404"/>
              <a:gd name="connsiteY3" fmla="*/ 198967 h 5312967"/>
              <a:gd name="connsiteX4" fmla="*/ 1391987 w 3413404"/>
              <a:gd name="connsiteY4" fmla="*/ 154517 h 5312967"/>
              <a:gd name="connsiteX5" fmla="*/ 1688320 w 3413404"/>
              <a:gd name="connsiteY5" fmla="*/ 0 h 5312967"/>
              <a:gd name="connsiteX6" fmla="*/ 2029104 w 3413404"/>
              <a:gd name="connsiteY6" fmla="*/ 148167 h 5312967"/>
              <a:gd name="connsiteX7" fmla="*/ 2602720 w 3413404"/>
              <a:gd name="connsiteY7" fmla="*/ 218016 h 5312967"/>
              <a:gd name="connsiteX8" fmla="*/ 3106487 w 3413404"/>
              <a:gd name="connsiteY8" fmla="*/ 146050 h 5312967"/>
              <a:gd name="connsiteX9" fmla="*/ 3413404 w 3413404"/>
              <a:gd name="connsiteY9" fmla="*/ 501650 h 5312967"/>
              <a:gd name="connsiteX10" fmla="*/ 2786026 w 3413404"/>
              <a:gd name="connsiteY10" fmla="*/ 1178694 h 5312967"/>
              <a:gd name="connsiteX11" fmla="*/ 3158559 w 3413404"/>
              <a:gd name="connsiteY11" fmla="*/ 5312967 h 5312967"/>
              <a:gd name="connsiteX12" fmla="*/ 1028700 w 3413404"/>
              <a:gd name="connsiteY12" fmla="*/ 5312967 h 5312967"/>
              <a:gd name="connsiteX13" fmla="*/ 0 w 3413404"/>
              <a:gd name="connsiteY13" fmla="*/ 1144827 h 5312967"/>
              <a:gd name="connsiteX0" fmla="*/ 0 w 3413404"/>
              <a:gd name="connsiteY0" fmla="*/ 1144827 h 5312967"/>
              <a:gd name="connsiteX1" fmla="*/ 477587 w 3413404"/>
              <a:gd name="connsiteY1" fmla="*/ 918633 h 5312967"/>
              <a:gd name="connsiteX2" fmla="*/ 862820 w 3413404"/>
              <a:gd name="connsiteY2" fmla="*/ 533400 h 5312967"/>
              <a:gd name="connsiteX3" fmla="*/ 1051204 w 3413404"/>
              <a:gd name="connsiteY3" fmla="*/ 198967 h 5312967"/>
              <a:gd name="connsiteX4" fmla="*/ 1391987 w 3413404"/>
              <a:gd name="connsiteY4" fmla="*/ 154517 h 5312967"/>
              <a:gd name="connsiteX5" fmla="*/ 1688320 w 3413404"/>
              <a:gd name="connsiteY5" fmla="*/ 0 h 5312967"/>
              <a:gd name="connsiteX6" fmla="*/ 2029104 w 3413404"/>
              <a:gd name="connsiteY6" fmla="*/ 148167 h 5312967"/>
              <a:gd name="connsiteX7" fmla="*/ 2602720 w 3413404"/>
              <a:gd name="connsiteY7" fmla="*/ 218016 h 5312967"/>
              <a:gd name="connsiteX8" fmla="*/ 3106487 w 3413404"/>
              <a:gd name="connsiteY8" fmla="*/ 146050 h 5312967"/>
              <a:gd name="connsiteX9" fmla="*/ 3413404 w 3413404"/>
              <a:gd name="connsiteY9" fmla="*/ 501650 h 5312967"/>
              <a:gd name="connsiteX10" fmla="*/ 2786026 w 3413404"/>
              <a:gd name="connsiteY10" fmla="*/ 1178694 h 5312967"/>
              <a:gd name="connsiteX11" fmla="*/ 2261092 w 3413404"/>
              <a:gd name="connsiteY11" fmla="*/ 2747567 h 5312967"/>
              <a:gd name="connsiteX12" fmla="*/ 1028700 w 3413404"/>
              <a:gd name="connsiteY12" fmla="*/ 5312967 h 5312967"/>
              <a:gd name="connsiteX13" fmla="*/ 0 w 3413404"/>
              <a:gd name="connsiteY13" fmla="*/ 1144827 h 5312967"/>
              <a:gd name="connsiteX0" fmla="*/ 0 w 3413404"/>
              <a:gd name="connsiteY0" fmla="*/ 1144827 h 2747567"/>
              <a:gd name="connsiteX1" fmla="*/ 477587 w 3413404"/>
              <a:gd name="connsiteY1" fmla="*/ 918633 h 2747567"/>
              <a:gd name="connsiteX2" fmla="*/ 862820 w 3413404"/>
              <a:gd name="connsiteY2" fmla="*/ 533400 h 2747567"/>
              <a:gd name="connsiteX3" fmla="*/ 1051204 w 3413404"/>
              <a:gd name="connsiteY3" fmla="*/ 198967 h 2747567"/>
              <a:gd name="connsiteX4" fmla="*/ 1391987 w 3413404"/>
              <a:gd name="connsiteY4" fmla="*/ 154517 h 2747567"/>
              <a:gd name="connsiteX5" fmla="*/ 1688320 w 3413404"/>
              <a:gd name="connsiteY5" fmla="*/ 0 h 2747567"/>
              <a:gd name="connsiteX6" fmla="*/ 2029104 w 3413404"/>
              <a:gd name="connsiteY6" fmla="*/ 148167 h 2747567"/>
              <a:gd name="connsiteX7" fmla="*/ 2602720 w 3413404"/>
              <a:gd name="connsiteY7" fmla="*/ 218016 h 2747567"/>
              <a:gd name="connsiteX8" fmla="*/ 3106487 w 3413404"/>
              <a:gd name="connsiteY8" fmla="*/ 146050 h 2747567"/>
              <a:gd name="connsiteX9" fmla="*/ 3413404 w 3413404"/>
              <a:gd name="connsiteY9" fmla="*/ 501650 h 2747567"/>
              <a:gd name="connsiteX10" fmla="*/ 2786026 w 3413404"/>
              <a:gd name="connsiteY10" fmla="*/ 1178694 h 2747567"/>
              <a:gd name="connsiteX11" fmla="*/ 2261092 w 3413404"/>
              <a:gd name="connsiteY11" fmla="*/ 2747567 h 2747567"/>
              <a:gd name="connsiteX12" fmla="*/ 901700 w 3413404"/>
              <a:gd name="connsiteY12" fmla="*/ 1773900 h 2747567"/>
              <a:gd name="connsiteX13" fmla="*/ 0 w 3413404"/>
              <a:gd name="connsiteY13" fmla="*/ 1144827 h 2747567"/>
              <a:gd name="connsiteX0" fmla="*/ 0 w 3413404"/>
              <a:gd name="connsiteY0" fmla="*/ 1144827 h 2772967"/>
              <a:gd name="connsiteX1" fmla="*/ 477587 w 3413404"/>
              <a:gd name="connsiteY1" fmla="*/ 918633 h 2772967"/>
              <a:gd name="connsiteX2" fmla="*/ 862820 w 3413404"/>
              <a:gd name="connsiteY2" fmla="*/ 533400 h 2772967"/>
              <a:gd name="connsiteX3" fmla="*/ 1051204 w 3413404"/>
              <a:gd name="connsiteY3" fmla="*/ 198967 h 2772967"/>
              <a:gd name="connsiteX4" fmla="*/ 1391987 w 3413404"/>
              <a:gd name="connsiteY4" fmla="*/ 154517 h 2772967"/>
              <a:gd name="connsiteX5" fmla="*/ 1688320 w 3413404"/>
              <a:gd name="connsiteY5" fmla="*/ 0 h 2772967"/>
              <a:gd name="connsiteX6" fmla="*/ 2029104 w 3413404"/>
              <a:gd name="connsiteY6" fmla="*/ 148167 h 2772967"/>
              <a:gd name="connsiteX7" fmla="*/ 2602720 w 3413404"/>
              <a:gd name="connsiteY7" fmla="*/ 218016 h 2772967"/>
              <a:gd name="connsiteX8" fmla="*/ 3106487 w 3413404"/>
              <a:gd name="connsiteY8" fmla="*/ 146050 h 2772967"/>
              <a:gd name="connsiteX9" fmla="*/ 3413404 w 3413404"/>
              <a:gd name="connsiteY9" fmla="*/ 501650 h 2772967"/>
              <a:gd name="connsiteX10" fmla="*/ 2786026 w 3413404"/>
              <a:gd name="connsiteY10" fmla="*/ 1178694 h 2772967"/>
              <a:gd name="connsiteX11" fmla="*/ 2244159 w 3413404"/>
              <a:gd name="connsiteY11" fmla="*/ 2772967 h 2772967"/>
              <a:gd name="connsiteX12" fmla="*/ 901700 w 3413404"/>
              <a:gd name="connsiteY12" fmla="*/ 1773900 h 2772967"/>
              <a:gd name="connsiteX13" fmla="*/ 0 w 3413404"/>
              <a:gd name="connsiteY13" fmla="*/ 1144827 h 2772967"/>
              <a:gd name="connsiteX0" fmla="*/ 130715 w 2942986"/>
              <a:gd name="connsiteY0" fmla="*/ 1364961 h 2772967"/>
              <a:gd name="connsiteX1" fmla="*/ 7169 w 2942986"/>
              <a:gd name="connsiteY1" fmla="*/ 918633 h 2772967"/>
              <a:gd name="connsiteX2" fmla="*/ 392402 w 2942986"/>
              <a:gd name="connsiteY2" fmla="*/ 533400 h 2772967"/>
              <a:gd name="connsiteX3" fmla="*/ 580786 w 2942986"/>
              <a:gd name="connsiteY3" fmla="*/ 198967 h 2772967"/>
              <a:gd name="connsiteX4" fmla="*/ 921569 w 2942986"/>
              <a:gd name="connsiteY4" fmla="*/ 154517 h 2772967"/>
              <a:gd name="connsiteX5" fmla="*/ 1217902 w 2942986"/>
              <a:gd name="connsiteY5" fmla="*/ 0 h 2772967"/>
              <a:gd name="connsiteX6" fmla="*/ 1558686 w 2942986"/>
              <a:gd name="connsiteY6" fmla="*/ 148167 h 2772967"/>
              <a:gd name="connsiteX7" fmla="*/ 2132302 w 2942986"/>
              <a:gd name="connsiteY7" fmla="*/ 218016 h 2772967"/>
              <a:gd name="connsiteX8" fmla="*/ 2636069 w 2942986"/>
              <a:gd name="connsiteY8" fmla="*/ 146050 h 2772967"/>
              <a:gd name="connsiteX9" fmla="*/ 2942986 w 2942986"/>
              <a:gd name="connsiteY9" fmla="*/ 501650 h 2772967"/>
              <a:gd name="connsiteX10" fmla="*/ 2315608 w 2942986"/>
              <a:gd name="connsiteY10" fmla="*/ 1178694 h 2772967"/>
              <a:gd name="connsiteX11" fmla="*/ 1773741 w 2942986"/>
              <a:gd name="connsiteY11" fmla="*/ 2772967 h 2772967"/>
              <a:gd name="connsiteX12" fmla="*/ 431282 w 2942986"/>
              <a:gd name="connsiteY12" fmla="*/ 1773900 h 2772967"/>
              <a:gd name="connsiteX13" fmla="*/ 130715 w 2942986"/>
              <a:gd name="connsiteY13" fmla="*/ 1364961 h 2772967"/>
              <a:gd name="connsiteX0" fmla="*/ 424113 w 2935817"/>
              <a:gd name="connsiteY0" fmla="*/ 177390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424113 w 2935817"/>
              <a:gd name="connsiteY12" fmla="*/ 1773900 h 2772967"/>
              <a:gd name="connsiteX0" fmla="*/ 424113 w 2935817"/>
              <a:gd name="connsiteY0" fmla="*/ 177390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424113 w 2935817"/>
              <a:gd name="connsiteY12" fmla="*/ 1773900 h 2772967"/>
              <a:gd name="connsiteX0" fmla="*/ 388553 w 2935817"/>
              <a:gd name="connsiteY0" fmla="*/ 178406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388553 w 2935817"/>
              <a:gd name="connsiteY12" fmla="*/ 1784060 h 2772967"/>
              <a:gd name="connsiteX0" fmla="*/ 388553 w 2935817"/>
              <a:gd name="connsiteY0" fmla="*/ 178406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388553 w 293581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593937 w 2956137"/>
              <a:gd name="connsiteY3" fmla="*/ 19896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593937 w 2956137"/>
              <a:gd name="connsiteY3" fmla="*/ 19896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08439 w 2956137"/>
              <a:gd name="connsiteY10" fmla="*/ 116853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08439 w 2956137"/>
              <a:gd name="connsiteY10" fmla="*/ 116853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956137 w 2956137"/>
              <a:gd name="connsiteY8" fmla="*/ 501650 h 2772967"/>
              <a:gd name="connsiteX9" fmla="*/ 2308439 w 2956137"/>
              <a:gd name="connsiteY9" fmla="*/ 1168534 h 2772967"/>
              <a:gd name="connsiteX10" fmla="*/ 1786892 w 2956137"/>
              <a:gd name="connsiteY10" fmla="*/ 2772967 h 2772967"/>
              <a:gd name="connsiteX11" fmla="*/ 408873 w 2956137"/>
              <a:gd name="connsiteY11" fmla="*/ 1784060 h 2772967"/>
              <a:gd name="connsiteX0" fmla="*/ 408873 w 2326232"/>
              <a:gd name="connsiteY0" fmla="*/ 1784060 h 2772967"/>
              <a:gd name="connsiteX1" fmla="*/ 0 w 2326232"/>
              <a:gd name="connsiteY1" fmla="*/ 938953 h 2772967"/>
              <a:gd name="connsiteX2" fmla="*/ 405553 w 2326232"/>
              <a:gd name="connsiteY2" fmla="*/ 533400 h 2772967"/>
              <a:gd name="connsiteX3" fmla="*/ 1122257 w 2326232"/>
              <a:gd name="connsiteY3" fmla="*/ 773007 h 2772967"/>
              <a:gd name="connsiteX4" fmla="*/ 934720 w 2326232"/>
              <a:gd name="connsiteY4" fmla="*/ 154517 h 2772967"/>
              <a:gd name="connsiteX5" fmla="*/ 1231053 w 2326232"/>
              <a:gd name="connsiteY5" fmla="*/ 0 h 2772967"/>
              <a:gd name="connsiteX6" fmla="*/ 1571837 w 2326232"/>
              <a:gd name="connsiteY6" fmla="*/ 148167 h 2772967"/>
              <a:gd name="connsiteX7" fmla="*/ 2145453 w 2326232"/>
              <a:gd name="connsiteY7" fmla="*/ 218016 h 2772967"/>
              <a:gd name="connsiteX8" fmla="*/ 2308439 w 2326232"/>
              <a:gd name="connsiteY8" fmla="*/ 1168534 h 2772967"/>
              <a:gd name="connsiteX9" fmla="*/ 1786892 w 2326232"/>
              <a:gd name="connsiteY9" fmla="*/ 2772967 h 2772967"/>
              <a:gd name="connsiteX10" fmla="*/ 408873 w 2326232"/>
              <a:gd name="connsiteY10" fmla="*/ 1784060 h 2772967"/>
              <a:gd name="connsiteX0" fmla="*/ 408873 w 2308439"/>
              <a:gd name="connsiteY0" fmla="*/ 1784060 h 2772967"/>
              <a:gd name="connsiteX1" fmla="*/ 0 w 2308439"/>
              <a:gd name="connsiteY1" fmla="*/ 938953 h 2772967"/>
              <a:gd name="connsiteX2" fmla="*/ 405553 w 2308439"/>
              <a:gd name="connsiteY2" fmla="*/ 533400 h 2772967"/>
              <a:gd name="connsiteX3" fmla="*/ 1122257 w 2308439"/>
              <a:gd name="connsiteY3" fmla="*/ 773007 h 2772967"/>
              <a:gd name="connsiteX4" fmla="*/ 934720 w 2308439"/>
              <a:gd name="connsiteY4" fmla="*/ 154517 h 2772967"/>
              <a:gd name="connsiteX5" fmla="*/ 1231053 w 2308439"/>
              <a:gd name="connsiteY5" fmla="*/ 0 h 2772967"/>
              <a:gd name="connsiteX6" fmla="*/ 1571837 w 2308439"/>
              <a:gd name="connsiteY6" fmla="*/ 148167 h 2772967"/>
              <a:gd name="connsiteX7" fmla="*/ 2308439 w 2308439"/>
              <a:gd name="connsiteY7" fmla="*/ 1168534 h 2772967"/>
              <a:gd name="connsiteX8" fmla="*/ 1786892 w 2308439"/>
              <a:gd name="connsiteY8" fmla="*/ 2772967 h 2772967"/>
              <a:gd name="connsiteX9" fmla="*/ 408873 w 2308439"/>
              <a:gd name="connsiteY9" fmla="*/ 1784060 h 2772967"/>
              <a:gd name="connsiteX0" fmla="*/ 408873 w 2308439"/>
              <a:gd name="connsiteY0" fmla="*/ 1784060 h 2772967"/>
              <a:gd name="connsiteX1" fmla="*/ 0 w 2308439"/>
              <a:gd name="connsiteY1" fmla="*/ 938953 h 2772967"/>
              <a:gd name="connsiteX2" fmla="*/ 405553 w 2308439"/>
              <a:gd name="connsiteY2" fmla="*/ 533400 h 2772967"/>
              <a:gd name="connsiteX3" fmla="*/ 1122257 w 2308439"/>
              <a:gd name="connsiteY3" fmla="*/ 773007 h 2772967"/>
              <a:gd name="connsiteX4" fmla="*/ 934720 w 2308439"/>
              <a:gd name="connsiteY4" fmla="*/ 154517 h 2772967"/>
              <a:gd name="connsiteX5" fmla="*/ 1231053 w 2308439"/>
              <a:gd name="connsiteY5" fmla="*/ 0 h 2772967"/>
              <a:gd name="connsiteX6" fmla="*/ 2308439 w 2308439"/>
              <a:gd name="connsiteY6" fmla="*/ 1168534 h 2772967"/>
              <a:gd name="connsiteX7" fmla="*/ 1786892 w 2308439"/>
              <a:gd name="connsiteY7" fmla="*/ 2772967 h 2772967"/>
              <a:gd name="connsiteX8" fmla="*/ 408873 w 2308439"/>
              <a:gd name="connsiteY8" fmla="*/ 1784060 h 2772967"/>
              <a:gd name="connsiteX0" fmla="*/ 408873 w 2308439"/>
              <a:gd name="connsiteY0" fmla="*/ 1788157 h 2777064"/>
              <a:gd name="connsiteX1" fmla="*/ 0 w 2308439"/>
              <a:gd name="connsiteY1" fmla="*/ 943050 h 2777064"/>
              <a:gd name="connsiteX2" fmla="*/ 405553 w 2308439"/>
              <a:gd name="connsiteY2" fmla="*/ 537497 h 2777064"/>
              <a:gd name="connsiteX3" fmla="*/ 1122257 w 2308439"/>
              <a:gd name="connsiteY3" fmla="*/ 777104 h 2777064"/>
              <a:gd name="connsiteX4" fmla="*/ 1231053 w 2308439"/>
              <a:gd name="connsiteY4" fmla="*/ 4097 h 2777064"/>
              <a:gd name="connsiteX5" fmla="*/ 2308439 w 2308439"/>
              <a:gd name="connsiteY5" fmla="*/ 1172631 h 2777064"/>
              <a:gd name="connsiteX6" fmla="*/ 1786892 w 2308439"/>
              <a:gd name="connsiteY6" fmla="*/ 2777064 h 2777064"/>
              <a:gd name="connsiteX7" fmla="*/ 408873 w 2308439"/>
              <a:gd name="connsiteY7" fmla="*/ 1788157 h 2777064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439" h="2239567">
                <a:moveTo>
                  <a:pt x="408873" y="1250660"/>
                </a:moveTo>
                <a:cubicBezTo>
                  <a:pt x="299675" y="901224"/>
                  <a:pt x="185398" y="694029"/>
                  <a:pt x="0" y="405553"/>
                </a:cubicBezTo>
                <a:cubicBezTo>
                  <a:pt x="172731" y="313879"/>
                  <a:pt x="237278" y="295275"/>
                  <a:pt x="405553" y="0"/>
                </a:cubicBezTo>
                <a:cubicBezTo>
                  <a:pt x="580390" y="179281"/>
                  <a:pt x="836931" y="194733"/>
                  <a:pt x="1122257" y="239607"/>
                </a:cubicBezTo>
                <a:cubicBezTo>
                  <a:pt x="1662925" y="457223"/>
                  <a:pt x="1445827" y="576127"/>
                  <a:pt x="2308439" y="635134"/>
                </a:cubicBezTo>
                <a:lnTo>
                  <a:pt x="1786892" y="2239567"/>
                </a:lnTo>
                <a:lnTo>
                  <a:pt x="408873" y="1250660"/>
                </a:lnTo>
                <a:close/>
              </a:path>
            </a:pathLst>
          </a:custGeom>
          <a:solidFill>
            <a:schemeClr val="accent1">
              <a:alpha val="69000"/>
            </a:schemeClr>
          </a:solidFill>
          <a:ln w="254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346BD061-93A8-48E6-A29C-444E5A70FFF3}"/>
              </a:ext>
            </a:extLst>
          </p:cNvPr>
          <p:cNvSpPr/>
          <p:nvPr/>
        </p:nvSpPr>
        <p:spPr>
          <a:xfrm rot="4315696">
            <a:off x="6897360" y="1196218"/>
            <a:ext cx="2308439" cy="2239567"/>
          </a:xfrm>
          <a:custGeom>
            <a:avLst/>
            <a:gdLst>
              <a:gd name="connsiteX0" fmla="*/ 0 w 2129859"/>
              <a:gd name="connsiteY0" fmla="*/ 0 h 5120640"/>
              <a:gd name="connsiteX1" fmla="*/ 2129859 w 2129859"/>
              <a:gd name="connsiteY1" fmla="*/ 0 h 5120640"/>
              <a:gd name="connsiteX2" fmla="*/ 2129859 w 2129859"/>
              <a:gd name="connsiteY2" fmla="*/ 5120640 h 5120640"/>
              <a:gd name="connsiteX3" fmla="*/ 0 w 2129859"/>
              <a:gd name="connsiteY3" fmla="*/ 5120640 h 5120640"/>
              <a:gd name="connsiteX4" fmla="*/ 0 w 2129859"/>
              <a:gd name="connsiteY4" fmla="*/ 0 h 5120640"/>
              <a:gd name="connsiteX0" fmla="*/ 0 w 2129859"/>
              <a:gd name="connsiteY0" fmla="*/ 283344 h 5403984"/>
              <a:gd name="connsiteX1" fmla="*/ 1220537 w 2129859"/>
              <a:gd name="connsiteY1" fmla="*/ 0 h 5403984"/>
              <a:gd name="connsiteX2" fmla="*/ 2129859 w 2129859"/>
              <a:gd name="connsiteY2" fmla="*/ 283344 h 5403984"/>
              <a:gd name="connsiteX3" fmla="*/ 2129859 w 2129859"/>
              <a:gd name="connsiteY3" fmla="*/ 5403984 h 5403984"/>
              <a:gd name="connsiteX4" fmla="*/ 0 w 2129859"/>
              <a:gd name="connsiteY4" fmla="*/ 5403984 h 5403984"/>
              <a:gd name="connsiteX5" fmla="*/ 0 w 2129859"/>
              <a:gd name="connsiteY5" fmla="*/ 283344 h 5403984"/>
              <a:gd name="connsiteX0" fmla="*/ 0 w 2129859"/>
              <a:gd name="connsiteY0" fmla="*/ 283344 h 5403984"/>
              <a:gd name="connsiteX1" fmla="*/ 1220537 w 2129859"/>
              <a:gd name="connsiteY1" fmla="*/ 0 h 5403984"/>
              <a:gd name="connsiteX2" fmla="*/ 1677737 w 2129859"/>
              <a:gd name="connsiteY2" fmla="*/ 165100 h 5403984"/>
              <a:gd name="connsiteX3" fmla="*/ 2129859 w 2129859"/>
              <a:gd name="connsiteY3" fmla="*/ 283344 h 5403984"/>
              <a:gd name="connsiteX4" fmla="*/ 2129859 w 2129859"/>
              <a:gd name="connsiteY4" fmla="*/ 5403984 h 5403984"/>
              <a:gd name="connsiteX5" fmla="*/ 0 w 2129859"/>
              <a:gd name="connsiteY5" fmla="*/ 5403984 h 5403984"/>
              <a:gd name="connsiteX6" fmla="*/ 0 w 2129859"/>
              <a:gd name="connsiteY6" fmla="*/ 283344 h 5403984"/>
              <a:gd name="connsiteX0" fmla="*/ 0 w 3158559"/>
              <a:gd name="connsiteY0" fmla="*/ 1235844 h 5403984"/>
              <a:gd name="connsiteX1" fmla="*/ 2249237 w 3158559"/>
              <a:gd name="connsiteY1" fmla="*/ 0 h 5403984"/>
              <a:gd name="connsiteX2" fmla="*/ 2706437 w 3158559"/>
              <a:gd name="connsiteY2" fmla="*/ 165100 h 5403984"/>
              <a:gd name="connsiteX3" fmla="*/ 3158559 w 3158559"/>
              <a:gd name="connsiteY3" fmla="*/ 283344 h 5403984"/>
              <a:gd name="connsiteX4" fmla="*/ 3158559 w 3158559"/>
              <a:gd name="connsiteY4" fmla="*/ 5403984 h 5403984"/>
              <a:gd name="connsiteX5" fmla="*/ 1028700 w 3158559"/>
              <a:gd name="connsiteY5" fmla="*/ 5403984 h 5403984"/>
              <a:gd name="connsiteX6" fmla="*/ 0 w 3158559"/>
              <a:gd name="connsiteY6" fmla="*/ 1235844 h 5403984"/>
              <a:gd name="connsiteX0" fmla="*/ 22550 w 3181109"/>
              <a:gd name="connsiteY0" fmla="*/ 1235844 h 5403984"/>
              <a:gd name="connsiteX1" fmla="*/ 500137 w 3181109"/>
              <a:gd name="connsiteY1" fmla="*/ 1009650 h 5403984"/>
              <a:gd name="connsiteX2" fmla="*/ 2271787 w 3181109"/>
              <a:gd name="connsiteY2" fmla="*/ 0 h 5403984"/>
              <a:gd name="connsiteX3" fmla="*/ 2728987 w 3181109"/>
              <a:gd name="connsiteY3" fmla="*/ 165100 h 5403984"/>
              <a:gd name="connsiteX4" fmla="*/ 3181109 w 3181109"/>
              <a:gd name="connsiteY4" fmla="*/ 283344 h 5403984"/>
              <a:gd name="connsiteX5" fmla="*/ 3181109 w 3181109"/>
              <a:gd name="connsiteY5" fmla="*/ 5403984 h 5403984"/>
              <a:gd name="connsiteX6" fmla="*/ 1051250 w 3181109"/>
              <a:gd name="connsiteY6" fmla="*/ 5403984 h 5403984"/>
              <a:gd name="connsiteX7" fmla="*/ 22550 w 3181109"/>
              <a:gd name="connsiteY7" fmla="*/ 1235844 h 5403984"/>
              <a:gd name="connsiteX0" fmla="*/ 11116 w 3169675"/>
              <a:gd name="connsiteY0" fmla="*/ 1235844 h 5403984"/>
              <a:gd name="connsiteX1" fmla="*/ 488703 w 3169675"/>
              <a:gd name="connsiteY1" fmla="*/ 1009650 h 5403984"/>
              <a:gd name="connsiteX2" fmla="*/ 2260353 w 3169675"/>
              <a:gd name="connsiteY2" fmla="*/ 0 h 5403984"/>
              <a:gd name="connsiteX3" fmla="*/ 2717553 w 3169675"/>
              <a:gd name="connsiteY3" fmla="*/ 165100 h 5403984"/>
              <a:gd name="connsiteX4" fmla="*/ 3169675 w 3169675"/>
              <a:gd name="connsiteY4" fmla="*/ 283344 h 5403984"/>
              <a:gd name="connsiteX5" fmla="*/ 3169675 w 3169675"/>
              <a:gd name="connsiteY5" fmla="*/ 5403984 h 5403984"/>
              <a:gd name="connsiteX6" fmla="*/ 1039816 w 3169675"/>
              <a:gd name="connsiteY6" fmla="*/ 5403984 h 5403984"/>
              <a:gd name="connsiteX7" fmla="*/ 11116 w 3169675"/>
              <a:gd name="connsiteY7" fmla="*/ 1235844 h 5403984"/>
              <a:gd name="connsiteX0" fmla="*/ 11116 w 3169675"/>
              <a:gd name="connsiteY0" fmla="*/ 1235844 h 5403984"/>
              <a:gd name="connsiteX1" fmla="*/ 488703 w 3169675"/>
              <a:gd name="connsiteY1" fmla="*/ 1009650 h 5403984"/>
              <a:gd name="connsiteX2" fmla="*/ 2260353 w 3169675"/>
              <a:gd name="connsiteY2" fmla="*/ 0 h 5403984"/>
              <a:gd name="connsiteX3" fmla="*/ 2717553 w 3169675"/>
              <a:gd name="connsiteY3" fmla="*/ 165100 h 5403984"/>
              <a:gd name="connsiteX4" fmla="*/ 3169675 w 3169675"/>
              <a:gd name="connsiteY4" fmla="*/ 283344 h 5403984"/>
              <a:gd name="connsiteX5" fmla="*/ 3169675 w 3169675"/>
              <a:gd name="connsiteY5" fmla="*/ 5403984 h 5403984"/>
              <a:gd name="connsiteX6" fmla="*/ 1039816 w 3169675"/>
              <a:gd name="connsiteY6" fmla="*/ 5403984 h 5403984"/>
              <a:gd name="connsiteX7" fmla="*/ 11116 w 3169675"/>
              <a:gd name="connsiteY7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2249237 w 3158559"/>
              <a:gd name="connsiteY2" fmla="*/ 0 h 5403984"/>
              <a:gd name="connsiteX3" fmla="*/ 2706437 w 3158559"/>
              <a:gd name="connsiteY3" fmla="*/ 165100 h 5403984"/>
              <a:gd name="connsiteX4" fmla="*/ 3158559 w 3158559"/>
              <a:gd name="connsiteY4" fmla="*/ 283344 h 5403984"/>
              <a:gd name="connsiteX5" fmla="*/ 3158559 w 3158559"/>
              <a:gd name="connsiteY5" fmla="*/ 5403984 h 5403984"/>
              <a:gd name="connsiteX6" fmla="*/ 1028700 w 3158559"/>
              <a:gd name="connsiteY6" fmla="*/ 5403984 h 5403984"/>
              <a:gd name="connsiteX7" fmla="*/ 0 w 3158559"/>
              <a:gd name="connsiteY7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90337 w 3158559"/>
              <a:gd name="connsiteY2" fmla="*/ 635016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90337 w 3158559"/>
              <a:gd name="connsiteY2" fmla="*/ 635016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62820 w 3158559"/>
              <a:gd name="connsiteY2" fmla="*/ 624433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62820 w 3158559"/>
              <a:gd name="connsiteY2" fmla="*/ 624433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1 h 5404001"/>
              <a:gd name="connsiteX1" fmla="*/ 477587 w 3158559"/>
              <a:gd name="connsiteY1" fmla="*/ 1009667 h 5404001"/>
              <a:gd name="connsiteX2" fmla="*/ 862820 w 3158559"/>
              <a:gd name="connsiteY2" fmla="*/ 624434 h 5404001"/>
              <a:gd name="connsiteX3" fmla="*/ 1051204 w 3158559"/>
              <a:gd name="connsiteY3" fmla="*/ 290001 h 5404001"/>
              <a:gd name="connsiteX4" fmla="*/ 2249237 w 3158559"/>
              <a:gd name="connsiteY4" fmla="*/ 17 h 5404001"/>
              <a:gd name="connsiteX5" fmla="*/ 2706437 w 3158559"/>
              <a:gd name="connsiteY5" fmla="*/ 165117 h 5404001"/>
              <a:gd name="connsiteX6" fmla="*/ 3158559 w 3158559"/>
              <a:gd name="connsiteY6" fmla="*/ 283361 h 5404001"/>
              <a:gd name="connsiteX7" fmla="*/ 3158559 w 3158559"/>
              <a:gd name="connsiteY7" fmla="*/ 5404001 h 5404001"/>
              <a:gd name="connsiteX8" fmla="*/ 1028700 w 3158559"/>
              <a:gd name="connsiteY8" fmla="*/ 5404001 h 5404001"/>
              <a:gd name="connsiteX9" fmla="*/ 0 w 3158559"/>
              <a:gd name="connsiteY9" fmla="*/ 1235861 h 5404001"/>
              <a:gd name="connsiteX0" fmla="*/ 0 w 3158559"/>
              <a:gd name="connsiteY0" fmla="*/ 1235861 h 5404001"/>
              <a:gd name="connsiteX1" fmla="*/ 477587 w 3158559"/>
              <a:gd name="connsiteY1" fmla="*/ 1009667 h 5404001"/>
              <a:gd name="connsiteX2" fmla="*/ 862820 w 3158559"/>
              <a:gd name="connsiteY2" fmla="*/ 624434 h 5404001"/>
              <a:gd name="connsiteX3" fmla="*/ 1051204 w 3158559"/>
              <a:gd name="connsiteY3" fmla="*/ 290001 h 5404001"/>
              <a:gd name="connsiteX4" fmla="*/ 2249237 w 3158559"/>
              <a:gd name="connsiteY4" fmla="*/ 17 h 5404001"/>
              <a:gd name="connsiteX5" fmla="*/ 2706437 w 3158559"/>
              <a:gd name="connsiteY5" fmla="*/ 165117 h 5404001"/>
              <a:gd name="connsiteX6" fmla="*/ 3158559 w 3158559"/>
              <a:gd name="connsiteY6" fmla="*/ 283361 h 5404001"/>
              <a:gd name="connsiteX7" fmla="*/ 3158559 w 3158559"/>
              <a:gd name="connsiteY7" fmla="*/ 5404001 h 5404001"/>
              <a:gd name="connsiteX8" fmla="*/ 1028700 w 3158559"/>
              <a:gd name="connsiteY8" fmla="*/ 5404001 h 5404001"/>
              <a:gd name="connsiteX9" fmla="*/ 0 w 3158559"/>
              <a:gd name="connsiteY9" fmla="*/ 1235861 h 5404001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8001 h 5406141"/>
              <a:gd name="connsiteX1" fmla="*/ 477587 w 3158559"/>
              <a:gd name="connsiteY1" fmla="*/ 1011807 h 5406141"/>
              <a:gd name="connsiteX2" fmla="*/ 862820 w 3158559"/>
              <a:gd name="connsiteY2" fmla="*/ 626574 h 5406141"/>
              <a:gd name="connsiteX3" fmla="*/ 1051204 w 3158559"/>
              <a:gd name="connsiteY3" fmla="*/ 292141 h 5406141"/>
              <a:gd name="connsiteX4" fmla="*/ 1391987 w 3158559"/>
              <a:gd name="connsiteY4" fmla="*/ 247691 h 5406141"/>
              <a:gd name="connsiteX5" fmla="*/ 1688320 w 3158559"/>
              <a:gd name="connsiteY5" fmla="*/ 93174 h 5406141"/>
              <a:gd name="connsiteX6" fmla="*/ 2249237 w 3158559"/>
              <a:gd name="connsiteY6" fmla="*/ 2157 h 5406141"/>
              <a:gd name="connsiteX7" fmla="*/ 2706437 w 3158559"/>
              <a:gd name="connsiteY7" fmla="*/ 167257 h 5406141"/>
              <a:gd name="connsiteX8" fmla="*/ 3158559 w 3158559"/>
              <a:gd name="connsiteY8" fmla="*/ 285501 h 5406141"/>
              <a:gd name="connsiteX9" fmla="*/ 3158559 w 3158559"/>
              <a:gd name="connsiteY9" fmla="*/ 5406141 h 5406141"/>
              <a:gd name="connsiteX10" fmla="*/ 1028700 w 3158559"/>
              <a:gd name="connsiteY10" fmla="*/ 5406141 h 5406141"/>
              <a:gd name="connsiteX11" fmla="*/ 0 w 3158559"/>
              <a:gd name="connsiteY11" fmla="*/ 1238001 h 5406141"/>
              <a:gd name="connsiteX0" fmla="*/ 0 w 3158559"/>
              <a:gd name="connsiteY0" fmla="*/ 1238001 h 5406141"/>
              <a:gd name="connsiteX1" fmla="*/ 477587 w 3158559"/>
              <a:gd name="connsiteY1" fmla="*/ 1011807 h 5406141"/>
              <a:gd name="connsiteX2" fmla="*/ 862820 w 3158559"/>
              <a:gd name="connsiteY2" fmla="*/ 626574 h 5406141"/>
              <a:gd name="connsiteX3" fmla="*/ 1051204 w 3158559"/>
              <a:gd name="connsiteY3" fmla="*/ 292141 h 5406141"/>
              <a:gd name="connsiteX4" fmla="*/ 1391987 w 3158559"/>
              <a:gd name="connsiteY4" fmla="*/ 247691 h 5406141"/>
              <a:gd name="connsiteX5" fmla="*/ 1688320 w 3158559"/>
              <a:gd name="connsiteY5" fmla="*/ 93174 h 5406141"/>
              <a:gd name="connsiteX6" fmla="*/ 2249237 w 3158559"/>
              <a:gd name="connsiteY6" fmla="*/ 2157 h 5406141"/>
              <a:gd name="connsiteX7" fmla="*/ 2706437 w 3158559"/>
              <a:gd name="connsiteY7" fmla="*/ 167257 h 5406141"/>
              <a:gd name="connsiteX8" fmla="*/ 3158559 w 3158559"/>
              <a:gd name="connsiteY8" fmla="*/ 285501 h 5406141"/>
              <a:gd name="connsiteX9" fmla="*/ 3158559 w 3158559"/>
              <a:gd name="connsiteY9" fmla="*/ 5406141 h 5406141"/>
              <a:gd name="connsiteX10" fmla="*/ 1028700 w 3158559"/>
              <a:gd name="connsiteY10" fmla="*/ 5406141 h 5406141"/>
              <a:gd name="connsiteX11" fmla="*/ 0 w 3158559"/>
              <a:gd name="connsiteY11" fmla="*/ 1238001 h 5406141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71198 h 5439338"/>
              <a:gd name="connsiteX1" fmla="*/ 477587 w 3158559"/>
              <a:gd name="connsiteY1" fmla="*/ 1045004 h 5439338"/>
              <a:gd name="connsiteX2" fmla="*/ 862820 w 3158559"/>
              <a:gd name="connsiteY2" fmla="*/ 659771 h 5439338"/>
              <a:gd name="connsiteX3" fmla="*/ 1051204 w 3158559"/>
              <a:gd name="connsiteY3" fmla="*/ 325338 h 5439338"/>
              <a:gd name="connsiteX4" fmla="*/ 1391987 w 3158559"/>
              <a:gd name="connsiteY4" fmla="*/ 280888 h 5439338"/>
              <a:gd name="connsiteX5" fmla="*/ 1688320 w 3158559"/>
              <a:gd name="connsiteY5" fmla="*/ 126371 h 5439338"/>
              <a:gd name="connsiteX6" fmla="*/ 2029104 w 3158559"/>
              <a:gd name="connsiteY6" fmla="*/ 274538 h 5439338"/>
              <a:gd name="connsiteX7" fmla="*/ 2242887 w 3158559"/>
              <a:gd name="connsiteY7" fmla="*/ 1487 h 5439338"/>
              <a:gd name="connsiteX8" fmla="*/ 2706437 w 3158559"/>
              <a:gd name="connsiteY8" fmla="*/ 200454 h 5439338"/>
              <a:gd name="connsiteX9" fmla="*/ 3158559 w 3158559"/>
              <a:gd name="connsiteY9" fmla="*/ 318698 h 5439338"/>
              <a:gd name="connsiteX10" fmla="*/ 3158559 w 3158559"/>
              <a:gd name="connsiteY10" fmla="*/ 5439338 h 5439338"/>
              <a:gd name="connsiteX11" fmla="*/ 1028700 w 3158559"/>
              <a:gd name="connsiteY11" fmla="*/ 5439338 h 5439338"/>
              <a:gd name="connsiteX12" fmla="*/ 0 w 3158559"/>
              <a:gd name="connsiteY12" fmla="*/ 1271198 h 5439338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706437 w 3158559"/>
              <a:gd name="connsiteY8" fmla="*/ 198967 h 5437851"/>
              <a:gd name="connsiteX9" fmla="*/ 3158559 w 3158559"/>
              <a:gd name="connsiteY9" fmla="*/ 317211 h 5437851"/>
              <a:gd name="connsiteX10" fmla="*/ 3158559 w 3158559"/>
              <a:gd name="connsiteY10" fmla="*/ 5437851 h 5437851"/>
              <a:gd name="connsiteX11" fmla="*/ 1028700 w 3158559"/>
              <a:gd name="connsiteY11" fmla="*/ 5437851 h 5437851"/>
              <a:gd name="connsiteX12" fmla="*/ 0 w 3158559"/>
              <a:gd name="connsiteY12" fmla="*/ 1269711 h 5437851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706437 w 3158559"/>
              <a:gd name="connsiteY8" fmla="*/ 198967 h 5437851"/>
              <a:gd name="connsiteX9" fmla="*/ 3158559 w 3158559"/>
              <a:gd name="connsiteY9" fmla="*/ 317211 h 5437851"/>
              <a:gd name="connsiteX10" fmla="*/ 3158559 w 3158559"/>
              <a:gd name="connsiteY10" fmla="*/ 5437851 h 5437851"/>
              <a:gd name="connsiteX11" fmla="*/ 1028700 w 3158559"/>
              <a:gd name="connsiteY11" fmla="*/ 5437851 h 5437851"/>
              <a:gd name="connsiteX12" fmla="*/ 0 w 3158559"/>
              <a:gd name="connsiteY12" fmla="*/ 1269711 h 5437851"/>
              <a:gd name="connsiteX0" fmla="*/ 0 w 3158559"/>
              <a:gd name="connsiteY0" fmla="*/ 1283724 h 5451864"/>
              <a:gd name="connsiteX1" fmla="*/ 477587 w 3158559"/>
              <a:gd name="connsiteY1" fmla="*/ 1057530 h 5451864"/>
              <a:gd name="connsiteX2" fmla="*/ 862820 w 3158559"/>
              <a:gd name="connsiteY2" fmla="*/ 672297 h 5451864"/>
              <a:gd name="connsiteX3" fmla="*/ 1051204 w 3158559"/>
              <a:gd name="connsiteY3" fmla="*/ 337864 h 5451864"/>
              <a:gd name="connsiteX4" fmla="*/ 1391987 w 3158559"/>
              <a:gd name="connsiteY4" fmla="*/ 293414 h 5451864"/>
              <a:gd name="connsiteX5" fmla="*/ 1688320 w 3158559"/>
              <a:gd name="connsiteY5" fmla="*/ 138897 h 5451864"/>
              <a:gd name="connsiteX6" fmla="*/ 2029104 w 3158559"/>
              <a:gd name="connsiteY6" fmla="*/ 287064 h 5451864"/>
              <a:gd name="connsiteX7" fmla="*/ 2242887 w 3158559"/>
              <a:gd name="connsiteY7" fmla="*/ 14013 h 5451864"/>
              <a:gd name="connsiteX8" fmla="*/ 2463020 w 3158559"/>
              <a:gd name="connsiteY8" fmla="*/ 35180 h 5451864"/>
              <a:gd name="connsiteX9" fmla="*/ 2706437 w 3158559"/>
              <a:gd name="connsiteY9" fmla="*/ 212980 h 5451864"/>
              <a:gd name="connsiteX10" fmla="*/ 3158559 w 3158559"/>
              <a:gd name="connsiteY10" fmla="*/ 331224 h 5451864"/>
              <a:gd name="connsiteX11" fmla="*/ 3158559 w 3158559"/>
              <a:gd name="connsiteY11" fmla="*/ 5451864 h 5451864"/>
              <a:gd name="connsiteX12" fmla="*/ 1028700 w 3158559"/>
              <a:gd name="connsiteY12" fmla="*/ 5451864 h 5451864"/>
              <a:gd name="connsiteX13" fmla="*/ 0 w 3158559"/>
              <a:gd name="connsiteY13" fmla="*/ 1283724 h 5451864"/>
              <a:gd name="connsiteX0" fmla="*/ 0 w 3158559"/>
              <a:gd name="connsiteY0" fmla="*/ 1273476 h 5441616"/>
              <a:gd name="connsiteX1" fmla="*/ 477587 w 3158559"/>
              <a:gd name="connsiteY1" fmla="*/ 1047282 h 5441616"/>
              <a:gd name="connsiteX2" fmla="*/ 862820 w 3158559"/>
              <a:gd name="connsiteY2" fmla="*/ 662049 h 5441616"/>
              <a:gd name="connsiteX3" fmla="*/ 1051204 w 3158559"/>
              <a:gd name="connsiteY3" fmla="*/ 327616 h 5441616"/>
              <a:gd name="connsiteX4" fmla="*/ 1391987 w 3158559"/>
              <a:gd name="connsiteY4" fmla="*/ 283166 h 5441616"/>
              <a:gd name="connsiteX5" fmla="*/ 1688320 w 3158559"/>
              <a:gd name="connsiteY5" fmla="*/ 128649 h 5441616"/>
              <a:gd name="connsiteX6" fmla="*/ 2029104 w 3158559"/>
              <a:gd name="connsiteY6" fmla="*/ 276816 h 5441616"/>
              <a:gd name="connsiteX7" fmla="*/ 2242887 w 3158559"/>
              <a:gd name="connsiteY7" fmla="*/ 3765 h 5441616"/>
              <a:gd name="connsiteX8" fmla="*/ 2463020 w 3158559"/>
              <a:gd name="connsiteY8" fmla="*/ 24932 h 5441616"/>
              <a:gd name="connsiteX9" fmla="*/ 2706437 w 3158559"/>
              <a:gd name="connsiteY9" fmla="*/ 202732 h 5441616"/>
              <a:gd name="connsiteX10" fmla="*/ 3158559 w 3158559"/>
              <a:gd name="connsiteY10" fmla="*/ 320976 h 5441616"/>
              <a:gd name="connsiteX11" fmla="*/ 3158559 w 3158559"/>
              <a:gd name="connsiteY11" fmla="*/ 5441616 h 5441616"/>
              <a:gd name="connsiteX12" fmla="*/ 1028700 w 3158559"/>
              <a:gd name="connsiteY12" fmla="*/ 5441616 h 5441616"/>
              <a:gd name="connsiteX13" fmla="*/ 0 w 3158559"/>
              <a:gd name="connsiteY13" fmla="*/ 1273476 h 5441616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463020 w 3158559"/>
              <a:gd name="connsiteY8" fmla="*/ 21167 h 5437851"/>
              <a:gd name="connsiteX9" fmla="*/ 2706437 w 3158559"/>
              <a:gd name="connsiteY9" fmla="*/ 198967 h 5437851"/>
              <a:gd name="connsiteX10" fmla="*/ 3158559 w 3158559"/>
              <a:gd name="connsiteY10" fmla="*/ 317211 h 5437851"/>
              <a:gd name="connsiteX11" fmla="*/ 3158559 w 3158559"/>
              <a:gd name="connsiteY11" fmla="*/ 5437851 h 5437851"/>
              <a:gd name="connsiteX12" fmla="*/ 1028700 w 3158559"/>
              <a:gd name="connsiteY12" fmla="*/ 5437851 h 5437851"/>
              <a:gd name="connsiteX13" fmla="*/ 0 w 3158559"/>
              <a:gd name="connsiteY13" fmla="*/ 1269711 h 5437851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463020 w 3158559"/>
              <a:gd name="connsiteY8" fmla="*/ 21167 h 5437851"/>
              <a:gd name="connsiteX9" fmla="*/ 2706437 w 3158559"/>
              <a:gd name="connsiteY9" fmla="*/ 198967 h 5437851"/>
              <a:gd name="connsiteX10" fmla="*/ 3158559 w 3158559"/>
              <a:gd name="connsiteY10" fmla="*/ 317211 h 5437851"/>
              <a:gd name="connsiteX11" fmla="*/ 3158559 w 3158559"/>
              <a:gd name="connsiteY11" fmla="*/ 5437851 h 5437851"/>
              <a:gd name="connsiteX12" fmla="*/ 1028700 w 3158559"/>
              <a:gd name="connsiteY12" fmla="*/ 5437851 h 5437851"/>
              <a:gd name="connsiteX13" fmla="*/ 0 w 3158559"/>
              <a:gd name="connsiteY13" fmla="*/ 1269711 h 5437851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144827 h 5312967"/>
              <a:gd name="connsiteX1" fmla="*/ 477587 w 3158559"/>
              <a:gd name="connsiteY1" fmla="*/ 918633 h 5312967"/>
              <a:gd name="connsiteX2" fmla="*/ 862820 w 3158559"/>
              <a:gd name="connsiteY2" fmla="*/ 533400 h 5312967"/>
              <a:gd name="connsiteX3" fmla="*/ 1051204 w 3158559"/>
              <a:gd name="connsiteY3" fmla="*/ 198967 h 5312967"/>
              <a:gd name="connsiteX4" fmla="*/ 1391987 w 3158559"/>
              <a:gd name="connsiteY4" fmla="*/ 154517 h 5312967"/>
              <a:gd name="connsiteX5" fmla="*/ 1688320 w 3158559"/>
              <a:gd name="connsiteY5" fmla="*/ 0 h 5312967"/>
              <a:gd name="connsiteX6" fmla="*/ 2029104 w 3158559"/>
              <a:gd name="connsiteY6" fmla="*/ 148167 h 5312967"/>
              <a:gd name="connsiteX7" fmla="*/ 2602720 w 3158559"/>
              <a:gd name="connsiteY7" fmla="*/ 218016 h 5312967"/>
              <a:gd name="connsiteX8" fmla="*/ 2784753 w 3158559"/>
              <a:gd name="connsiteY8" fmla="*/ 260350 h 5312967"/>
              <a:gd name="connsiteX9" fmla="*/ 2706437 w 3158559"/>
              <a:gd name="connsiteY9" fmla="*/ 74083 h 5312967"/>
              <a:gd name="connsiteX10" fmla="*/ 3158559 w 3158559"/>
              <a:gd name="connsiteY10" fmla="*/ 192327 h 5312967"/>
              <a:gd name="connsiteX11" fmla="*/ 3158559 w 3158559"/>
              <a:gd name="connsiteY11" fmla="*/ 5312967 h 5312967"/>
              <a:gd name="connsiteX12" fmla="*/ 1028700 w 3158559"/>
              <a:gd name="connsiteY12" fmla="*/ 5312967 h 5312967"/>
              <a:gd name="connsiteX13" fmla="*/ 0 w 3158559"/>
              <a:gd name="connsiteY13" fmla="*/ 1144827 h 5312967"/>
              <a:gd name="connsiteX0" fmla="*/ 0 w 3158559"/>
              <a:gd name="connsiteY0" fmla="*/ 1144827 h 5312967"/>
              <a:gd name="connsiteX1" fmla="*/ 477587 w 3158559"/>
              <a:gd name="connsiteY1" fmla="*/ 918633 h 5312967"/>
              <a:gd name="connsiteX2" fmla="*/ 862820 w 3158559"/>
              <a:gd name="connsiteY2" fmla="*/ 533400 h 5312967"/>
              <a:gd name="connsiteX3" fmla="*/ 1051204 w 3158559"/>
              <a:gd name="connsiteY3" fmla="*/ 198967 h 5312967"/>
              <a:gd name="connsiteX4" fmla="*/ 1391987 w 3158559"/>
              <a:gd name="connsiteY4" fmla="*/ 154517 h 5312967"/>
              <a:gd name="connsiteX5" fmla="*/ 1688320 w 3158559"/>
              <a:gd name="connsiteY5" fmla="*/ 0 h 5312967"/>
              <a:gd name="connsiteX6" fmla="*/ 2029104 w 3158559"/>
              <a:gd name="connsiteY6" fmla="*/ 148167 h 5312967"/>
              <a:gd name="connsiteX7" fmla="*/ 2602720 w 3158559"/>
              <a:gd name="connsiteY7" fmla="*/ 218016 h 5312967"/>
              <a:gd name="connsiteX8" fmla="*/ 2784753 w 3158559"/>
              <a:gd name="connsiteY8" fmla="*/ 260350 h 5312967"/>
              <a:gd name="connsiteX9" fmla="*/ 3070504 w 3158559"/>
              <a:gd name="connsiteY9" fmla="*/ 179917 h 5312967"/>
              <a:gd name="connsiteX10" fmla="*/ 3158559 w 3158559"/>
              <a:gd name="connsiteY10" fmla="*/ 192327 h 5312967"/>
              <a:gd name="connsiteX11" fmla="*/ 3158559 w 3158559"/>
              <a:gd name="connsiteY11" fmla="*/ 5312967 h 5312967"/>
              <a:gd name="connsiteX12" fmla="*/ 1028700 w 3158559"/>
              <a:gd name="connsiteY12" fmla="*/ 5312967 h 5312967"/>
              <a:gd name="connsiteX13" fmla="*/ 0 w 3158559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2784753 w 3937493"/>
              <a:gd name="connsiteY8" fmla="*/ 260350 h 5312967"/>
              <a:gd name="connsiteX9" fmla="*/ 3070504 w 3937493"/>
              <a:gd name="connsiteY9" fmla="*/ 179917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2784753 w 3937493"/>
              <a:gd name="connsiteY8" fmla="*/ 2603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423882"/>
              <a:gd name="connsiteY0" fmla="*/ 1144827 h 5312967"/>
              <a:gd name="connsiteX1" fmla="*/ 477587 w 3423882"/>
              <a:gd name="connsiteY1" fmla="*/ 918633 h 5312967"/>
              <a:gd name="connsiteX2" fmla="*/ 862820 w 3423882"/>
              <a:gd name="connsiteY2" fmla="*/ 533400 h 5312967"/>
              <a:gd name="connsiteX3" fmla="*/ 1051204 w 3423882"/>
              <a:gd name="connsiteY3" fmla="*/ 198967 h 5312967"/>
              <a:gd name="connsiteX4" fmla="*/ 1391987 w 3423882"/>
              <a:gd name="connsiteY4" fmla="*/ 154517 h 5312967"/>
              <a:gd name="connsiteX5" fmla="*/ 1688320 w 3423882"/>
              <a:gd name="connsiteY5" fmla="*/ 0 h 5312967"/>
              <a:gd name="connsiteX6" fmla="*/ 2029104 w 3423882"/>
              <a:gd name="connsiteY6" fmla="*/ 148167 h 5312967"/>
              <a:gd name="connsiteX7" fmla="*/ 2602720 w 3423882"/>
              <a:gd name="connsiteY7" fmla="*/ 218016 h 5312967"/>
              <a:gd name="connsiteX8" fmla="*/ 3106487 w 3423882"/>
              <a:gd name="connsiteY8" fmla="*/ 146050 h 5312967"/>
              <a:gd name="connsiteX9" fmla="*/ 3413404 w 3423882"/>
              <a:gd name="connsiteY9" fmla="*/ 501650 h 5312967"/>
              <a:gd name="connsiteX10" fmla="*/ 2794493 w 3423882"/>
              <a:gd name="connsiteY10" fmla="*/ 1187160 h 5312967"/>
              <a:gd name="connsiteX11" fmla="*/ 3158559 w 3423882"/>
              <a:gd name="connsiteY11" fmla="*/ 5312967 h 5312967"/>
              <a:gd name="connsiteX12" fmla="*/ 1028700 w 3423882"/>
              <a:gd name="connsiteY12" fmla="*/ 5312967 h 5312967"/>
              <a:gd name="connsiteX13" fmla="*/ 0 w 3423882"/>
              <a:gd name="connsiteY13" fmla="*/ 1144827 h 5312967"/>
              <a:gd name="connsiteX0" fmla="*/ 0 w 3423790"/>
              <a:gd name="connsiteY0" fmla="*/ 1144827 h 5312967"/>
              <a:gd name="connsiteX1" fmla="*/ 477587 w 3423790"/>
              <a:gd name="connsiteY1" fmla="*/ 918633 h 5312967"/>
              <a:gd name="connsiteX2" fmla="*/ 862820 w 3423790"/>
              <a:gd name="connsiteY2" fmla="*/ 533400 h 5312967"/>
              <a:gd name="connsiteX3" fmla="*/ 1051204 w 3423790"/>
              <a:gd name="connsiteY3" fmla="*/ 198967 h 5312967"/>
              <a:gd name="connsiteX4" fmla="*/ 1391987 w 3423790"/>
              <a:gd name="connsiteY4" fmla="*/ 154517 h 5312967"/>
              <a:gd name="connsiteX5" fmla="*/ 1688320 w 3423790"/>
              <a:gd name="connsiteY5" fmla="*/ 0 h 5312967"/>
              <a:gd name="connsiteX6" fmla="*/ 2029104 w 3423790"/>
              <a:gd name="connsiteY6" fmla="*/ 148167 h 5312967"/>
              <a:gd name="connsiteX7" fmla="*/ 2602720 w 3423790"/>
              <a:gd name="connsiteY7" fmla="*/ 218016 h 5312967"/>
              <a:gd name="connsiteX8" fmla="*/ 3106487 w 3423790"/>
              <a:gd name="connsiteY8" fmla="*/ 146050 h 5312967"/>
              <a:gd name="connsiteX9" fmla="*/ 3413404 w 3423790"/>
              <a:gd name="connsiteY9" fmla="*/ 501650 h 5312967"/>
              <a:gd name="connsiteX10" fmla="*/ 2786026 w 3423790"/>
              <a:gd name="connsiteY10" fmla="*/ 1178694 h 5312967"/>
              <a:gd name="connsiteX11" fmla="*/ 3158559 w 3423790"/>
              <a:gd name="connsiteY11" fmla="*/ 5312967 h 5312967"/>
              <a:gd name="connsiteX12" fmla="*/ 1028700 w 3423790"/>
              <a:gd name="connsiteY12" fmla="*/ 5312967 h 5312967"/>
              <a:gd name="connsiteX13" fmla="*/ 0 w 3423790"/>
              <a:gd name="connsiteY13" fmla="*/ 1144827 h 5312967"/>
              <a:gd name="connsiteX0" fmla="*/ 0 w 3413404"/>
              <a:gd name="connsiteY0" fmla="*/ 1144827 h 5312967"/>
              <a:gd name="connsiteX1" fmla="*/ 477587 w 3413404"/>
              <a:gd name="connsiteY1" fmla="*/ 918633 h 5312967"/>
              <a:gd name="connsiteX2" fmla="*/ 862820 w 3413404"/>
              <a:gd name="connsiteY2" fmla="*/ 533400 h 5312967"/>
              <a:gd name="connsiteX3" fmla="*/ 1051204 w 3413404"/>
              <a:gd name="connsiteY3" fmla="*/ 198967 h 5312967"/>
              <a:gd name="connsiteX4" fmla="*/ 1391987 w 3413404"/>
              <a:gd name="connsiteY4" fmla="*/ 154517 h 5312967"/>
              <a:gd name="connsiteX5" fmla="*/ 1688320 w 3413404"/>
              <a:gd name="connsiteY5" fmla="*/ 0 h 5312967"/>
              <a:gd name="connsiteX6" fmla="*/ 2029104 w 3413404"/>
              <a:gd name="connsiteY6" fmla="*/ 148167 h 5312967"/>
              <a:gd name="connsiteX7" fmla="*/ 2602720 w 3413404"/>
              <a:gd name="connsiteY7" fmla="*/ 218016 h 5312967"/>
              <a:gd name="connsiteX8" fmla="*/ 3106487 w 3413404"/>
              <a:gd name="connsiteY8" fmla="*/ 146050 h 5312967"/>
              <a:gd name="connsiteX9" fmla="*/ 3413404 w 3413404"/>
              <a:gd name="connsiteY9" fmla="*/ 501650 h 5312967"/>
              <a:gd name="connsiteX10" fmla="*/ 2786026 w 3413404"/>
              <a:gd name="connsiteY10" fmla="*/ 1178694 h 5312967"/>
              <a:gd name="connsiteX11" fmla="*/ 3158559 w 3413404"/>
              <a:gd name="connsiteY11" fmla="*/ 5312967 h 5312967"/>
              <a:gd name="connsiteX12" fmla="*/ 1028700 w 3413404"/>
              <a:gd name="connsiteY12" fmla="*/ 5312967 h 5312967"/>
              <a:gd name="connsiteX13" fmla="*/ 0 w 3413404"/>
              <a:gd name="connsiteY13" fmla="*/ 1144827 h 5312967"/>
              <a:gd name="connsiteX0" fmla="*/ 0 w 3413404"/>
              <a:gd name="connsiteY0" fmla="*/ 1144827 h 5312967"/>
              <a:gd name="connsiteX1" fmla="*/ 477587 w 3413404"/>
              <a:gd name="connsiteY1" fmla="*/ 918633 h 5312967"/>
              <a:gd name="connsiteX2" fmla="*/ 862820 w 3413404"/>
              <a:gd name="connsiteY2" fmla="*/ 533400 h 5312967"/>
              <a:gd name="connsiteX3" fmla="*/ 1051204 w 3413404"/>
              <a:gd name="connsiteY3" fmla="*/ 198967 h 5312967"/>
              <a:gd name="connsiteX4" fmla="*/ 1391987 w 3413404"/>
              <a:gd name="connsiteY4" fmla="*/ 154517 h 5312967"/>
              <a:gd name="connsiteX5" fmla="*/ 1688320 w 3413404"/>
              <a:gd name="connsiteY5" fmla="*/ 0 h 5312967"/>
              <a:gd name="connsiteX6" fmla="*/ 2029104 w 3413404"/>
              <a:gd name="connsiteY6" fmla="*/ 148167 h 5312967"/>
              <a:gd name="connsiteX7" fmla="*/ 2602720 w 3413404"/>
              <a:gd name="connsiteY7" fmla="*/ 218016 h 5312967"/>
              <a:gd name="connsiteX8" fmla="*/ 3106487 w 3413404"/>
              <a:gd name="connsiteY8" fmla="*/ 146050 h 5312967"/>
              <a:gd name="connsiteX9" fmla="*/ 3413404 w 3413404"/>
              <a:gd name="connsiteY9" fmla="*/ 501650 h 5312967"/>
              <a:gd name="connsiteX10" fmla="*/ 2786026 w 3413404"/>
              <a:gd name="connsiteY10" fmla="*/ 1178694 h 5312967"/>
              <a:gd name="connsiteX11" fmla="*/ 2261092 w 3413404"/>
              <a:gd name="connsiteY11" fmla="*/ 2747567 h 5312967"/>
              <a:gd name="connsiteX12" fmla="*/ 1028700 w 3413404"/>
              <a:gd name="connsiteY12" fmla="*/ 5312967 h 5312967"/>
              <a:gd name="connsiteX13" fmla="*/ 0 w 3413404"/>
              <a:gd name="connsiteY13" fmla="*/ 1144827 h 5312967"/>
              <a:gd name="connsiteX0" fmla="*/ 0 w 3413404"/>
              <a:gd name="connsiteY0" fmla="*/ 1144827 h 2747567"/>
              <a:gd name="connsiteX1" fmla="*/ 477587 w 3413404"/>
              <a:gd name="connsiteY1" fmla="*/ 918633 h 2747567"/>
              <a:gd name="connsiteX2" fmla="*/ 862820 w 3413404"/>
              <a:gd name="connsiteY2" fmla="*/ 533400 h 2747567"/>
              <a:gd name="connsiteX3" fmla="*/ 1051204 w 3413404"/>
              <a:gd name="connsiteY3" fmla="*/ 198967 h 2747567"/>
              <a:gd name="connsiteX4" fmla="*/ 1391987 w 3413404"/>
              <a:gd name="connsiteY4" fmla="*/ 154517 h 2747567"/>
              <a:gd name="connsiteX5" fmla="*/ 1688320 w 3413404"/>
              <a:gd name="connsiteY5" fmla="*/ 0 h 2747567"/>
              <a:gd name="connsiteX6" fmla="*/ 2029104 w 3413404"/>
              <a:gd name="connsiteY6" fmla="*/ 148167 h 2747567"/>
              <a:gd name="connsiteX7" fmla="*/ 2602720 w 3413404"/>
              <a:gd name="connsiteY7" fmla="*/ 218016 h 2747567"/>
              <a:gd name="connsiteX8" fmla="*/ 3106487 w 3413404"/>
              <a:gd name="connsiteY8" fmla="*/ 146050 h 2747567"/>
              <a:gd name="connsiteX9" fmla="*/ 3413404 w 3413404"/>
              <a:gd name="connsiteY9" fmla="*/ 501650 h 2747567"/>
              <a:gd name="connsiteX10" fmla="*/ 2786026 w 3413404"/>
              <a:gd name="connsiteY10" fmla="*/ 1178694 h 2747567"/>
              <a:gd name="connsiteX11" fmla="*/ 2261092 w 3413404"/>
              <a:gd name="connsiteY11" fmla="*/ 2747567 h 2747567"/>
              <a:gd name="connsiteX12" fmla="*/ 901700 w 3413404"/>
              <a:gd name="connsiteY12" fmla="*/ 1773900 h 2747567"/>
              <a:gd name="connsiteX13" fmla="*/ 0 w 3413404"/>
              <a:gd name="connsiteY13" fmla="*/ 1144827 h 2747567"/>
              <a:gd name="connsiteX0" fmla="*/ 0 w 3413404"/>
              <a:gd name="connsiteY0" fmla="*/ 1144827 h 2772967"/>
              <a:gd name="connsiteX1" fmla="*/ 477587 w 3413404"/>
              <a:gd name="connsiteY1" fmla="*/ 918633 h 2772967"/>
              <a:gd name="connsiteX2" fmla="*/ 862820 w 3413404"/>
              <a:gd name="connsiteY2" fmla="*/ 533400 h 2772967"/>
              <a:gd name="connsiteX3" fmla="*/ 1051204 w 3413404"/>
              <a:gd name="connsiteY3" fmla="*/ 198967 h 2772967"/>
              <a:gd name="connsiteX4" fmla="*/ 1391987 w 3413404"/>
              <a:gd name="connsiteY4" fmla="*/ 154517 h 2772967"/>
              <a:gd name="connsiteX5" fmla="*/ 1688320 w 3413404"/>
              <a:gd name="connsiteY5" fmla="*/ 0 h 2772967"/>
              <a:gd name="connsiteX6" fmla="*/ 2029104 w 3413404"/>
              <a:gd name="connsiteY6" fmla="*/ 148167 h 2772967"/>
              <a:gd name="connsiteX7" fmla="*/ 2602720 w 3413404"/>
              <a:gd name="connsiteY7" fmla="*/ 218016 h 2772967"/>
              <a:gd name="connsiteX8" fmla="*/ 3106487 w 3413404"/>
              <a:gd name="connsiteY8" fmla="*/ 146050 h 2772967"/>
              <a:gd name="connsiteX9" fmla="*/ 3413404 w 3413404"/>
              <a:gd name="connsiteY9" fmla="*/ 501650 h 2772967"/>
              <a:gd name="connsiteX10" fmla="*/ 2786026 w 3413404"/>
              <a:gd name="connsiteY10" fmla="*/ 1178694 h 2772967"/>
              <a:gd name="connsiteX11" fmla="*/ 2244159 w 3413404"/>
              <a:gd name="connsiteY11" fmla="*/ 2772967 h 2772967"/>
              <a:gd name="connsiteX12" fmla="*/ 901700 w 3413404"/>
              <a:gd name="connsiteY12" fmla="*/ 1773900 h 2772967"/>
              <a:gd name="connsiteX13" fmla="*/ 0 w 3413404"/>
              <a:gd name="connsiteY13" fmla="*/ 1144827 h 2772967"/>
              <a:gd name="connsiteX0" fmla="*/ 130715 w 2942986"/>
              <a:gd name="connsiteY0" fmla="*/ 1364961 h 2772967"/>
              <a:gd name="connsiteX1" fmla="*/ 7169 w 2942986"/>
              <a:gd name="connsiteY1" fmla="*/ 918633 h 2772967"/>
              <a:gd name="connsiteX2" fmla="*/ 392402 w 2942986"/>
              <a:gd name="connsiteY2" fmla="*/ 533400 h 2772967"/>
              <a:gd name="connsiteX3" fmla="*/ 580786 w 2942986"/>
              <a:gd name="connsiteY3" fmla="*/ 198967 h 2772967"/>
              <a:gd name="connsiteX4" fmla="*/ 921569 w 2942986"/>
              <a:gd name="connsiteY4" fmla="*/ 154517 h 2772967"/>
              <a:gd name="connsiteX5" fmla="*/ 1217902 w 2942986"/>
              <a:gd name="connsiteY5" fmla="*/ 0 h 2772967"/>
              <a:gd name="connsiteX6" fmla="*/ 1558686 w 2942986"/>
              <a:gd name="connsiteY6" fmla="*/ 148167 h 2772967"/>
              <a:gd name="connsiteX7" fmla="*/ 2132302 w 2942986"/>
              <a:gd name="connsiteY7" fmla="*/ 218016 h 2772967"/>
              <a:gd name="connsiteX8" fmla="*/ 2636069 w 2942986"/>
              <a:gd name="connsiteY8" fmla="*/ 146050 h 2772967"/>
              <a:gd name="connsiteX9" fmla="*/ 2942986 w 2942986"/>
              <a:gd name="connsiteY9" fmla="*/ 501650 h 2772967"/>
              <a:gd name="connsiteX10" fmla="*/ 2315608 w 2942986"/>
              <a:gd name="connsiteY10" fmla="*/ 1178694 h 2772967"/>
              <a:gd name="connsiteX11" fmla="*/ 1773741 w 2942986"/>
              <a:gd name="connsiteY11" fmla="*/ 2772967 h 2772967"/>
              <a:gd name="connsiteX12" fmla="*/ 431282 w 2942986"/>
              <a:gd name="connsiteY12" fmla="*/ 1773900 h 2772967"/>
              <a:gd name="connsiteX13" fmla="*/ 130715 w 2942986"/>
              <a:gd name="connsiteY13" fmla="*/ 1364961 h 2772967"/>
              <a:gd name="connsiteX0" fmla="*/ 424113 w 2935817"/>
              <a:gd name="connsiteY0" fmla="*/ 177390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424113 w 2935817"/>
              <a:gd name="connsiteY12" fmla="*/ 1773900 h 2772967"/>
              <a:gd name="connsiteX0" fmla="*/ 424113 w 2935817"/>
              <a:gd name="connsiteY0" fmla="*/ 177390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424113 w 2935817"/>
              <a:gd name="connsiteY12" fmla="*/ 1773900 h 2772967"/>
              <a:gd name="connsiteX0" fmla="*/ 388553 w 2935817"/>
              <a:gd name="connsiteY0" fmla="*/ 178406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388553 w 2935817"/>
              <a:gd name="connsiteY12" fmla="*/ 1784060 h 2772967"/>
              <a:gd name="connsiteX0" fmla="*/ 388553 w 2935817"/>
              <a:gd name="connsiteY0" fmla="*/ 178406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388553 w 293581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593937 w 2956137"/>
              <a:gd name="connsiteY3" fmla="*/ 19896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593937 w 2956137"/>
              <a:gd name="connsiteY3" fmla="*/ 19896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08439 w 2956137"/>
              <a:gd name="connsiteY10" fmla="*/ 116853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08439 w 2956137"/>
              <a:gd name="connsiteY10" fmla="*/ 116853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956137 w 2956137"/>
              <a:gd name="connsiteY8" fmla="*/ 501650 h 2772967"/>
              <a:gd name="connsiteX9" fmla="*/ 2308439 w 2956137"/>
              <a:gd name="connsiteY9" fmla="*/ 1168534 h 2772967"/>
              <a:gd name="connsiteX10" fmla="*/ 1786892 w 2956137"/>
              <a:gd name="connsiteY10" fmla="*/ 2772967 h 2772967"/>
              <a:gd name="connsiteX11" fmla="*/ 408873 w 2956137"/>
              <a:gd name="connsiteY11" fmla="*/ 1784060 h 2772967"/>
              <a:gd name="connsiteX0" fmla="*/ 408873 w 2326232"/>
              <a:gd name="connsiteY0" fmla="*/ 1784060 h 2772967"/>
              <a:gd name="connsiteX1" fmla="*/ 0 w 2326232"/>
              <a:gd name="connsiteY1" fmla="*/ 938953 h 2772967"/>
              <a:gd name="connsiteX2" fmla="*/ 405553 w 2326232"/>
              <a:gd name="connsiteY2" fmla="*/ 533400 h 2772967"/>
              <a:gd name="connsiteX3" fmla="*/ 1122257 w 2326232"/>
              <a:gd name="connsiteY3" fmla="*/ 773007 h 2772967"/>
              <a:gd name="connsiteX4" fmla="*/ 934720 w 2326232"/>
              <a:gd name="connsiteY4" fmla="*/ 154517 h 2772967"/>
              <a:gd name="connsiteX5" fmla="*/ 1231053 w 2326232"/>
              <a:gd name="connsiteY5" fmla="*/ 0 h 2772967"/>
              <a:gd name="connsiteX6" fmla="*/ 1571837 w 2326232"/>
              <a:gd name="connsiteY6" fmla="*/ 148167 h 2772967"/>
              <a:gd name="connsiteX7" fmla="*/ 2145453 w 2326232"/>
              <a:gd name="connsiteY7" fmla="*/ 218016 h 2772967"/>
              <a:gd name="connsiteX8" fmla="*/ 2308439 w 2326232"/>
              <a:gd name="connsiteY8" fmla="*/ 1168534 h 2772967"/>
              <a:gd name="connsiteX9" fmla="*/ 1786892 w 2326232"/>
              <a:gd name="connsiteY9" fmla="*/ 2772967 h 2772967"/>
              <a:gd name="connsiteX10" fmla="*/ 408873 w 2326232"/>
              <a:gd name="connsiteY10" fmla="*/ 1784060 h 2772967"/>
              <a:gd name="connsiteX0" fmla="*/ 408873 w 2308439"/>
              <a:gd name="connsiteY0" fmla="*/ 1784060 h 2772967"/>
              <a:gd name="connsiteX1" fmla="*/ 0 w 2308439"/>
              <a:gd name="connsiteY1" fmla="*/ 938953 h 2772967"/>
              <a:gd name="connsiteX2" fmla="*/ 405553 w 2308439"/>
              <a:gd name="connsiteY2" fmla="*/ 533400 h 2772967"/>
              <a:gd name="connsiteX3" fmla="*/ 1122257 w 2308439"/>
              <a:gd name="connsiteY3" fmla="*/ 773007 h 2772967"/>
              <a:gd name="connsiteX4" fmla="*/ 934720 w 2308439"/>
              <a:gd name="connsiteY4" fmla="*/ 154517 h 2772967"/>
              <a:gd name="connsiteX5" fmla="*/ 1231053 w 2308439"/>
              <a:gd name="connsiteY5" fmla="*/ 0 h 2772967"/>
              <a:gd name="connsiteX6" fmla="*/ 1571837 w 2308439"/>
              <a:gd name="connsiteY6" fmla="*/ 148167 h 2772967"/>
              <a:gd name="connsiteX7" fmla="*/ 2308439 w 2308439"/>
              <a:gd name="connsiteY7" fmla="*/ 1168534 h 2772967"/>
              <a:gd name="connsiteX8" fmla="*/ 1786892 w 2308439"/>
              <a:gd name="connsiteY8" fmla="*/ 2772967 h 2772967"/>
              <a:gd name="connsiteX9" fmla="*/ 408873 w 2308439"/>
              <a:gd name="connsiteY9" fmla="*/ 1784060 h 2772967"/>
              <a:gd name="connsiteX0" fmla="*/ 408873 w 2308439"/>
              <a:gd name="connsiteY0" fmla="*/ 1784060 h 2772967"/>
              <a:gd name="connsiteX1" fmla="*/ 0 w 2308439"/>
              <a:gd name="connsiteY1" fmla="*/ 938953 h 2772967"/>
              <a:gd name="connsiteX2" fmla="*/ 405553 w 2308439"/>
              <a:gd name="connsiteY2" fmla="*/ 533400 h 2772967"/>
              <a:gd name="connsiteX3" fmla="*/ 1122257 w 2308439"/>
              <a:gd name="connsiteY3" fmla="*/ 773007 h 2772967"/>
              <a:gd name="connsiteX4" fmla="*/ 934720 w 2308439"/>
              <a:gd name="connsiteY4" fmla="*/ 154517 h 2772967"/>
              <a:gd name="connsiteX5" fmla="*/ 1231053 w 2308439"/>
              <a:gd name="connsiteY5" fmla="*/ 0 h 2772967"/>
              <a:gd name="connsiteX6" fmla="*/ 2308439 w 2308439"/>
              <a:gd name="connsiteY6" fmla="*/ 1168534 h 2772967"/>
              <a:gd name="connsiteX7" fmla="*/ 1786892 w 2308439"/>
              <a:gd name="connsiteY7" fmla="*/ 2772967 h 2772967"/>
              <a:gd name="connsiteX8" fmla="*/ 408873 w 2308439"/>
              <a:gd name="connsiteY8" fmla="*/ 1784060 h 2772967"/>
              <a:gd name="connsiteX0" fmla="*/ 408873 w 2308439"/>
              <a:gd name="connsiteY0" fmla="*/ 1788157 h 2777064"/>
              <a:gd name="connsiteX1" fmla="*/ 0 w 2308439"/>
              <a:gd name="connsiteY1" fmla="*/ 943050 h 2777064"/>
              <a:gd name="connsiteX2" fmla="*/ 405553 w 2308439"/>
              <a:gd name="connsiteY2" fmla="*/ 537497 h 2777064"/>
              <a:gd name="connsiteX3" fmla="*/ 1122257 w 2308439"/>
              <a:gd name="connsiteY3" fmla="*/ 777104 h 2777064"/>
              <a:gd name="connsiteX4" fmla="*/ 1231053 w 2308439"/>
              <a:gd name="connsiteY4" fmla="*/ 4097 h 2777064"/>
              <a:gd name="connsiteX5" fmla="*/ 2308439 w 2308439"/>
              <a:gd name="connsiteY5" fmla="*/ 1172631 h 2777064"/>
              <a:gd name="connsiteX6" fmla="*/ 1786892 w 2308439"/>
              <a:gd name="connsiteY6" fmla="*/ 2777064 h 2777064"/>
              <a:gd name="connsiteX7" fmla="*/ 408873 w 2308439"/>
              <a:gd name="connsiteY7" fmla="*/ 1788157 h 2777064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439" h="2239567">
                <a:moveTo>
                  <a:pt x="408873" y="1250660"/>
                </a:moveTo>
                <a:cubicBezTo>
                  <a:pt x="299675" y="901224"/>
                  <a:pt x="185398" y="694029"/>
                  <a:pt x="0" y="405553"/>
                </a:cubicBezTo>
                <a:cubicBezTo>
                  <a:pt x="172731" y="313879"/>
                  <a:pt x="237278" y="295275"/>
                  <a:pt x="405553" y="0"/>
                </a:cubicBezTo>
                <a:cubicBezTo>
                  <a:pt x="580390" y="179281"/>
                  <a:pt x="836931" y="194733"/>
                  <a:pt x="1122257" y="239607"/>
                </a:cubicBezTo>
                <a:cubicBezTo>
                  <a:pt x="1662925" y="457223"/>
                  <a:pt x="1445827" y="576127"/>
                  <a:pt x="2308439" y="635134"/>
                </a:cubicBezTo>
                <a:lnTo>
                  <a:pt x="1786892" y="2239567"/>
                </a:lnTo>
                <a:lnTo>
                  <a:pt x="408873" y="1250660"/>
                </a:lnTo>
                <a:close/>
              </a:path>
            </a:pathLst>
          </a:custGeom>
          <a:solidFill>
            <a:schemeClr val="accent1">
              <a:alpha val="69000"/>
            </a:schemeClr>
          </a:solidFill>
          <a:ln w="254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3555EB2B-F961-40CC-9090-08422ACA5C69}"/>
              </a:ext>
            </a:extLst>
          </p:cNvPr>
          <p:cNvSpPr/>
          <p:nvPr/>
        </p:nvSpPr>
        <p:spPr>
          <a:xfrm rot="8615331">
            <a:off x="7191796" y="2676830"/>
            <a:ext cx="2308439" cy="2239567"/>
          </a:xfrm>
          <a:custGeom>
            <a:avLst/>
            <a:gdLst>
              <a:gd name="connsiteX0" fmla="*/ 0 w 2129859"/>
              <a:gd name="connsiteY0" fmla="*/ 0 h 5120640"/>
              <a:gd name="connsiteX1" fmla="*/ 2129859 w 2129859"/>
              <a:gd name="connsiteY1" fmla="*/ 0 h 5120640"/>
              <a:gd name="connsiteX2" fmla="*/ 2129859 w 2129859"/>
              <a:gd name="connsiteY2" fmla="*/ 5120640 h 5120640"/>
              <a:gd name="connsiteX3" fmla="*/ 0 w 2129859"/>
              <a:gd name="connsiteY3" fmla="*/ 5120640 h 5120640"/>
              <a:gd name="connsiteX4" fmla="*/ 0 w 2129859"/>
              <a:gd name="connsiteY4" fmla="*/ 0 h 5120640"/>
              <a:gd name="connsiteX0" fmla="*/ 0 w 2129859"/>
              <a:gd name="connsiteY0" fmla="*/ 283344 h 5403984"/>
              <a:gd name="connsiteX1" fmla="*/ 1220537 w 2129859"/>
              <a:gd name="connsiteY1" fmla="*/ 0 h 5403984"/>
              <a:gd name="connsiteX2" fmla="*/ 2129859 w 2129859"/>
              <a:gd name="connsiteY2" fmla="*/ 283344 h 5403984"/>
              <a:gd name="connsiteX3" fmla="*/ 2129859 w 2129859"/>
              <a:gd name="connsiteY3" fmla="*/ 5403984 h 5403984"/>
              <a:gd name="connsiteX4" fmla="*/ 0 w 2129859"/>
              <a:gd name="connsiteY4" fmla="*/ 5403984 h 5403984"/>
              <a:gd name="connsiteX5" fmla="*/ 0 w 2129859"/>
              <a:gd name="connsiteY5" fmla="*/ 283344 h 5403984"/>
              <a:gd name="connsiteX0" fmla="*/ 0 w 2129859"/>
              <a:gd name="connsiteY0" fmla="*/ 283344 h 5403984"/>
              <a:gd name="connsiteX1" fmla="*/ 1220537 w 2129859"/>
              <a:gd name="connsiteY1" fmla="*/ 0 h 5403984"/>
              <a:gd name="connsiteX2" fmla="*/ 1677737 w 2129859"/>
              <a:gd name="connsiteY2" fmla="*/ 165100 h 5403984"/>
              <a:gd name="connsiteX3" fmla="*/ 2129859 w 2129859"/>
              <a:gd name="connsiteY3" fmla="*/ 283344 h 5403984"/>
              <a:gd name="connsiteX4" fmla="*/ 2129859 w 2129859"/>
              <a:gd name="connsiteY4" fmla="*/ 5403984 h 5403984"/>
              <a:gd name="connsiteX5" fmla="*/ 0 w 2129859"/>
              <a:gd name="connsiteY5" fmla="*/ 5403984 h 5403984"/>
              <a:gd name="connsiteX6" fmla="*/ 0 w 2129859"/>
              <a:gd name="connsiteY6" fmla="*/ 283344 h 5403984"/>
              <a:gd name="connsiteX0" fmla="*/ 0 w 3158559"/>
              <a:gd name="connsiteY0" fmla="*/ 1235844 h 5403984"/>
              <a:gd name="connsiteX1" fmla="*/ 2249237 w 3158559"/>
              <a:gd name="connsiteY1" fmla="*/ 0 h 5403984"/>
              <a:gd name="connsiteX2" fmla="*/ 2706437 w 3158559"/>
              <a:gd name="connsiteY2" fmla="*/ 165100 h 5403984"/>
              <a:gd name="connsiteX3" fmla="*/ 3158559 w 3158559"/>
              <a:gd name="connsiteY3" fmla="*/ 283344 h 5403984"/>
              <a:gd name="connsiteX4" fmla="*/ 3158559 w 3158559"/>
              <a:gd name="connsiteY4" fmla="*/ 5403984 h 5403984"/>
              <a:gd name="connsiteX5" fmla="*/ 1028700 w 3158559"/>
              <a:gd name="connsiteY5" fmla="*/ 5403984 h 5403984"/>
              <a:gd name="connsiteX6" fmla="*/ 0 w 3158559"/>
              <a:gd name="connsiteY6" fmla="*/ 1235844 h 5403984"/>
              <a:gd name="connsiteX0" fmla="*/ 22550 w 3181109"/>
              <a:gd name="connsiteY0" fmla="*/ 1235844 h 5403984"/>
              <a:gd name="connsiteX1" fmla="*/ 500137 w 3181109"/>
              <a:gd name="connsiteY1" fmla="*/ 1009650 h 5403984"/>
              <a:gd name="connsiteX2" fmla="*/ 2271787 w 3181109"/>
              <a:gd name="connsiteY2" fmla="*/ 0 h 5403984"/>
              <a:gd name="connsiteX3" fmla="*/ 2728987 w 3181109"/>
              <a:gd name="connsiteY3" fmla="*/ 165100 h 5403984"/>
              <a:gd name="connsiteX4" fmla="*/ 3181109 w 3181109"/>
              <a:gd name="connsiteY4" fmla="*/ 283344 h 5403984"/>
              <a:gd name="connsiteX5" fmla="*/ 3181109 w 3181109"/>
              <a:gd name="connsiteY5" fmla="*/ 5403984 h 5403984"/>
              <a:gd name="connsiteX6" fmla="*/ 1051250 w 3181109"/>
              <a:gd name="connsiteY6" fmla="*/ 5403984 h 5403984"/>
              <a:gd name="connsiteX7" fmla="*/ 22550 w 3181109"/>
              <a:gd name="connsiteY7" fmla="*/ 1235844 h 5403984"/>
              <a:gd name="connsiteX0" fmla="*/ 11116 w 3169675"/>
              <a:gd name="connsiteY0" fmla="*/ 1235844 h 5403984"/>
              <a:gd name="connsiteX1" fmla="*/ 488703 w 3169675"/>
              <a:gd name="connsiteY1" fmla="*/ 1009650 h 5403984"/>
              <a:gd name="connsiteX2" fmla="*/ 2260353 w 3169675"/>
              <a:gd name="connsiteY2" fmla="*/ 0 h 5403984"/>
              <a:gd name="connsiteX3" fmla="*/ 2717553 w 3169675"/>
              <a:gd name="connsiteY3" fmla="*/ 165100 h 5403984"/>
              <a:gd name="connsiteX4" fmla="*/ 3169675 w 3169675"/>
              <a:gd name="connsiteY4" fmla="*/ 283344 h 5403984"/>
              <a:gd name="connsiteX5" fmla="*/ 3169675 w 3169675"/>
              <a:gd name="connsiteY5" fmla="*/ 5403984 h 5403984"/>
              <a:gd name="connsiteX6" fmla="*/ 1039816 w 3169675"/>
              <a:gd name="connsiteY6" fmla="*/ 5403984 h 5403984"/>
              <a:gd name="connsiteX7" fmla="*/ 11116 w 3169675"/>
              <a:gd name="connsiteY7" fmla="*/ 1235844 h 5403984"/>
              <a:gd name="connsiteX0" fmla="*/ 11116 w 3169675"/>
              <a:gd name="connsiteY0" fmla="*/ 1235844 h 5403984"/>
              <a:gd name="connsiteX1" fmla="*/ 488703 w 3169675"/>
              <a:gd name="connsiteY1" fmla="*/ 1009650 h 5403984"/>
              <a:gd name="connsiteX2" fmla="*/ 2260353 w 3169675"/>
              <a:gd name="connsiteY2" fmla="*/ 0 h 5403984"/>
              <a:gd name="connsiteX3" fmla="*/ 2717553 w 3169675"/>
              <a:gd name="connsiteY3" fmla="*/ 165100 h 5403984"/>
              <a:gd name="connsiteX4" fmla="*/ 3169675 w 3169675"/>
              <a:gd name="connsiteY4" fmla="*/ 283344 h 5403984"/>
              <a:gd name="connsiteX5" fmla="*/ 3169675 w 3169675"/>
              <a:gd name="connsiteY5" fmla="*/ 5403984 h 5403984"/>
              <a:gd name="connsiteX6" fmla="*/ 1039816 w 3169675"/>
              <a:gd name="connsiteY6" fmla="*/ 5403984 h 5403984"/>
              <a:gd name="connsiteX7" fmla="*/ 11116 w 3169675"/>
              <a:gd name="connsiteY7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2249237 w 3158559"/>
              <a:gd name="connsiteY2" fmla="*/ 0 h 5403984"/>
              <a:gd name="connsiteX3" fmla="*/ 2706437 w 3158559"/>
              <a:gd name="connsiteY3" fmla="*/ 165100 h 5403984"/>
              <a:gd name="connsiteX4" fmla="*/ 3158559 w 3158559"/>
              <a:gd name="connsiteY4" fmla="*/ 283344 h 5403984"/>
              <a:gd name="connsiteX5" fmla="*/ 3158559 w 3158559"/>
              <a:gd name="connsiteY5" fmla="*/ 5403984 h 5403984"/>
              <a:gd name="connsiteX6" fmla="*/ 1028700 w 3158559"/>
              <a:gd name="connsiteY6" fmla="*/ 5403984 h 5403984"/>
              <a:gd name="connsiteX7" fmla="*/ 0 w 3158559"/>
              <a:gd name="connsiteY7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90337 w 3158559"/>
              <a:gd name="connsiteY2" fmla="*/ 635016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90337 w 3158559"/>
              <a:gd name="connsiteY2" fmla="*/ 635016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62820 w 3158559"/>
              <a:gd name="connsiteY2" fmla="*/ 624433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62820 w 3158559"/>
              <a:gd name="connsiteY2" fmla="*/ 624433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1 h 5404001"/>
              <a:gd name="connsiteX1" fmla="*/ 477587 w 3158559"/>
              <a:gd name="connsiteY1" fmla="*/ 1009667 h 5404001"/>
              <a:gd name="connsiteX2" fmla="*/ 862820 w 3158559"/>
              <a:gd name="connsiteY2" fmla="*/ 624434 h 5404001"/>
              <a:gd name="connsiteX3" fmla="*/ 1051204 w 3158559"/>
              <a:gd name="connsiteY3" fmla="*/ 290001 h 5404001"/>
              <a:gd name="connsiteX4" fmla="*/ 2249237 w 3158559"/>
              <a:gd name="connsiteY4" fmla="*/ 17 h 5404001"/>
              <a:gd name="connsiteX5" fmla="*/ 2706437 w 3158559"/>
              <a:gd name="connsiteY5" fmla="*/ 165117 h 5404001"/>
              <a:gd name="connsiteX6" fmla="*/ 3158559 w 3158559"/>
              <a:gd name="connsiteY6" fmla="*/ 283361 h 5404001"/>
              <a:gd name="connsiteX7" fmla="*/ 3158559 w 3158559"/>
              <a:gd name="connsiteY7" fmla="*/ 5404001 h 5404001"/>
              <a:gd name="connsiteX8" fmla="*/ 1028700 w 3158559"/>
              <a:gd name="connsiteY8" fmla="*/ 5404001 h 5404001"/>
              <a:gd name="connsiteX9" fmla="*/ 0 w 3158559"/>
              <a:gd name="connsiteY9" fmla="*/ 1235861 h 5404001"/>
              <a:gd name="connsiteX0" fmla="*/ 0 w 3158559"/>
              <a:gd name="connsiteY0" fmla="*/ 1235861 h 5404001"/>
              <a:gd name="connsiteX1" fmla="*/ 477587 w 3158559"/>
              <a:gd name="connsiteY1" fmla="*/ 1009667 h 5404001"/>
              <a:gd name="connsiteX2" fmla="*/ 862820 w 3158559"/>
              <a:gd name="connsiteY2" fmla="*/ 624434 h 5404001"/>
              <a:gd name="connsiteX3" fmla="*/ 1051204 w 3158559"/>
              <a:gd name="connsiteY3" fmla="*/ 290001 h 5404001"/>
              <a:gd name="connsiteX4" fmla="*/ 2249237 w 3158559"/>
              <a:gd name="connsiteY4" fmla="*/ 17 h 5404001"/>
              <a:gd name="connsiteX5" fmla="*/ 2706437 w 3158559"/>
              <a:gd name="connsiteY5" fmla="*/ 165117 h 5404001"/>
              <a:gd name="connsiteX6" fmla="*/ 3158559 w 3158559"/>
              <a:gd name="connsiteY6" fmla="*/ 283361 h 5404001"/>
              <a:gd name="connsiteX7" fmla="*/ 3158559 w 3158559"/>
              <a:gd name="connsiteY7" fmla="*/ 5404001 h 5404001"/>
              <a:gd name="connsiteX8" fmla="*/ 1028700 w 3158559"/>
              <a:gd name="connsiteY8" fmla="*/ 5404001 h 5404001"/>
              <a:gd name="connsiteX9" fmla="*/ 0 w 3158559"/>
              <a:gd name="connsiteY9" fmla="*/ 1235861 h 5404001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8001 h 5406141"/>
              <a:gd name="connsiteX1" fmla="*/ 477587 w 3158559"/>
              <a:gd name="connsiteY1" fmla="*/ 1011807 h 5406141"/>
              <a:gd name="connsiteX2" fmla="*/ 862820 w 3158559"/>
              <a:gd name="connsiteY2" fmla="*/ 626574 h 5406141"/>
              <a:gd name="connsiteX3" fmla="*/ 1051204 w 3158559"/>
              <a:gd name="connsiteY3" fmla="*/ 292141 h 5406141"/>
              <a:gd name="connsiteX4" fmla="*/ 1391987 w 3158559"/>
              <a:gd name="connsiteY4" fmla="*/ 247691 h 5406141"/>
              <a:gd name="connsiteX5" fmla="*/ 1688320 w 3158559"/>
              <a:gd name="connsiteY5" fmla="*/ 93174 h 5406141"/>
              <a:gd name="connsiteX6" fmla="*/ 2249237 w 3158559"/>
              <a:gd name="connsiteY6" fmla="*/ 2157 h 5406141"/>
              <a:gd name="connsiteX7" fmla="*/ 2706437 w 3158559"/>
              <a:gd name="connsiteY7" fmla="*/ 167257 h 5406141"/>
              <a:gd name="connsiteX8" fmla="*/ 3158559 w 3158559"/>
              <a:gd name="connsiteY8" fmla="*/ 285501 h 5406141"/>
              <a:gd name="connsiteX9" fmla="*/ 3158559 w 3158559"/>
              <a:gd name="connsiteY9" fmla="*/ 5406141 h 5406141"/>
              <a:gd name="connsiteX10" fmla="*/ 1028700 w 3158559"/>
              <a:gd name="connsiteY10" fmla="*/ 5406141 h 5406141"/>
              <a:gd name="connsiteX11" fmla="*/ 0 w 3158559"/>
              <a:gd name="connsiteY11" fmla="*/ 1238001 h 5406141"/>
              <a:gd name="connsiteX0" fmla="*/ 0 w 3158559"/>
              <a:gd name="connsiteY0" fmla="*/ 1238001 h 5406141"/>
              <a:gd name="connsiteX1" fmla="*/ 477587 w 3158559"/>
              <a:gd name="connsiteY1" fmla="*/ 1011807 h 5406141"/>
              <a:gd name="connsiteX2" fmla="*/ 862820 w 3158559"/>
              <a:gd name="connsiteY2" fmla="*/ 626574 h 5406141"/>
              <a:gd name="connsiteX3" fmla="*/ 1051204 w 3158559"/>
              <a:gd name="connsiteY3" fmla="*/ 292141 h 5406141"/>
              <a:gd name="connsiteX4" fmla="*/ 1391987 w 3158559"/>
              <a:gd name="connsiteY4" fmla="*/ 247691 h 5406141"/>
              <a:gd name="connsiteX5" fmla="*/ 1688320 w 3158559"/>
              <a:gd name="connsiteY5" fmla="*/ 93174 h 5406141"/>
              <a:gd name="connsiteX6" fmla="*/ 2249237 w 3158559"/>
              <a:gd name="connsiteY6" fmla="*/ 2157 h 5406141"/>
              <a:gd name="connsiteX7" fmla="*/ 2706437 w 3158559"/>
              <a:gd name="connsiteY7" fmla="*/ 167257 h 5406141"/>
              <a:gd name="connsiteX8" fmla="*/ 3158559 w 3158559"/>
              <a:gd name="connsiteY8" fmla="*/ 285501 h 5406141"/>
              <a:gd name="connsiteX9" fmla="*/ 3158559 w 3158559"/>
              <a:gd name="connsiteY9" fmla="*/ 5406141 h 5406141"/>
              <a:gd name="connsiteX10" fmla="*/ 1028700 w 3158559"/>
              <a:gd name="connsiteY10" fmla="*/ 5406141 h 5406141"/>
              <a:gd name="connsiteX11" fmla="*/ 0 w 3158559"/>
              <a:gd name="connsiteY11" fmla="*/ 1238001 h 5406141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71198 h 5439338"/>
              <a:gd name="connsiteX1" fmla="*/ 477587 w 3158559"/>
              <a:gd name="connsiteY1" fmla="*/ 1045004 h 5439338"/>
              <a:gd name="connsiteX2" fmla="*/ 862820 w 3158559"/>
              <a:gd name="connsiteY2" fmla="*/ 659771 h 5439338"/>
              <a:gd name="connsiteX3" fmla="*/ 1051204 w 3158559"/>
              <a:gd name="connsiteY3" fmla="*/ 325338 h 5439338"/>
              <a:gd name="connsiteX4" fmla="*/ 1391987 w 3158559"/>
              <a:gd name="connsiteY4" fmla="*/ 280888 h 5439338"/>
              <a:gd name="connsiteX5" fmla="*/ 1688320 w 3158559"/>
              <a:gd name="connsiteY5" fmla="*/ 126371 h 5439338"/>
              <a:gd name="connsiteX6" fmla="*/ 2029104 w 3158559"/>
              <a:gd name="connsiteY6" fmla="*/ 274538 h 5439338"/>
              <a:gd name="connsiteX7" fmla="*/ 2242887 w 3158559"/>
              <a:gd name="connsiteY7" fmla="*/ 1487 h 5439338"/>
              <a:gd name="connsiteX8" fmla="*/ 2706437 w 3158559"/>
              <a:gd name="connsiteY8" fmla="*/ 200454 h 5439338"/>
              <a:gd name="connsiteX9" fmla="*/ 3158559 w 3158559"/>
              <a:gd name="connsiteY9" fmla="*/ 318698 h 5439338"/>
              <a:gd name="connsiteX10" fmla="*/ 3158559 w 3158559"/>
              <a:gd name="connsiteY10" fmla="*/ 5439338 h 5439338"/>
              <a:gd name="connsiteX11" fmla="*/ 1028700 w 3158559"/>
              <a:gd name="connsiteY11" fmla="*/ 5439338 h 5439338"/>
              <a:gd name="connsiteX12" fmla="*/ 0 w 3158559"/>
              <a:gd name="connsiteY12" fmla="*/ 1271198 h 5439338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706437 w 3158559"/>
              <a:gd name="connsiteY8" fmla="*/ 198967 h 5437851"/>
              <a:gd name="connsiteX9" fmla="*/ 3158559 w 3158559"/>
              <a:gd name="connsiteY9" fmla="*/ 317211 h 5437851"/>
              <a:gd name="connsiteX10" fmla="*/ 3158559 w 3158559"/>
              <a:gd name="connsiteY10" fmla="*/ 5437851 h 5437851"/>
              <a:gd name="connsiteX11" fmla="*/ 1028700 w 3158559"/>
              <a:gd name="connsiteY11" fmla="*/ 5437851 h 5437851"/>
              <a:gd name="connsiteX12" fmla="*/ 0 w 3158559"/>
              <a:gd name="connsiteY12" fmla="*/ 1269711 h 5437851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706437 w 3158559"/>
              <a:gd name="connsiteY8" fmla="*/ 198967 h 5437851"/>
              <a:gd name="connsiteX9" fmla="*/ 3158559 w 3158559"/>
              <a:gd name="connsiteY9" fmla="*/ 317211 h 5437851"/>
              <a:gd name="connsiteX10" fmla="*/ 3158559 w 3158559"/>
              <a:gd name="connsiteY10" fmla="*/ 5437851 h 5437851"/>
              <a:gd name="connsiteX11" fmla="*/ 1028700 w 3158559"/>
              <a:gd name="connsiteY11" fmla="*/ 5437851 h 5437851"/>
              <a:gd name="connsiteX12" fmla="*/ 0 w 3158559"/>
              <a:gd name="connsiteY12" fmla="*/ 1269711 h 5437851"/>
              <a:gd name="connsiteX0" fmla="*/ 0 w 3158559"/>
              <a:gd name="connsiteY0" fmla="*/ 1283724 h 5451864"/>
              <a:gd name="connsiteX1" fmla="*/ 477587 w 3158559"/>
              <a:gd name="connsiteY1" fmla="*/ 1057530 h 5451864"/>
              <a:gd name="connsiteX2" fmla="*/ 862820 w 3158559"/>
              <a:gd name="connsiteY2" fmla="*/ 672297 h 5451864"/>
              <a:gd name="connsiteX3" fmla="*/ 1051204 w 3158559"/>
              <a:gd name="connsiteY3" fmla="*/ 337864 h 5451864"/>
              <a:gd name="connsiteX4" fmla="*/ 1391987 w 3158559"/>
              <a:gd name="connsiteY4" fmla="*/ 293414 h 5451864"/>
              <a:gd name="connsiteX5" fmla="*/ 1688320 w 3158559"/>
              <a:gd name="connsiteY5" fmla="*/ 138897 h 5451864"/>
              <a:gd name="connsiteX6" fmla="*/ 2029104 w 3158559"/>
              <a:gd name="connsiteY6" fmla="*/ 287064 h 5451864"/>
              <a:gd name="connsiteX7" fmla="*/ 2242887 w 3158559"/>
              <a:gd name="connsiteY7" fmla="*/ 14013 h 5451864"/>
              <a:gd name="connsiteX8" fmla="*/ 2463020 w 3158559"/>
              <a:gd name="connsiteY8" fmla="*/ 35180 h 5451864"/>
              <a:gd name="connsiteX9" fmla="*/ 2706437 w 3158559"/>
              <a:gd name="connsiteY9" fmla="*/ 212980 h 5451864"/>
              <a:gd name="connsiteX10" fmla="*/ 3158559 w 3158559"/>
              <a:gd name="connsiteY10" fmla="*/ 331224 h 5451864"/>
              <a:gd name="connsiteX11" fmla="*/ 3158559 w 3158559"/>
              <a:gd name="connsiteY11" fmla="*/ 5451864 h 5451864"/>
              <a:gd name="connsiteX12" fmla="*/ 1028700 w 3158559"/>
              <a:gd name="connsiteY12" fmla="*/ 5451864 h 5451864"/>
              <a:gd name="connsiteX13" fmla="*/ 0 w 3158559"/>
              <a:gd name="connsiteY13" fmla="*/ 1283724 h 5451864"/>
              <a:gd name="connsiteX0" fmla="*/ 0 w 3158559"/>
              <a:gd name="connsiteY0" fmla="*/ 1273476 h 5441616"/>
              <a:gd name="connsiteX1" fmla="*/ 477587 w 3158559"/>
              <a:gd name="connsiteY1" fmla="*/ 1047282 h 5441616"/>
              <a:gd name="connsiteX2" fmla="*/ 862820 w 3158559"/>
              <a:gd name="connsiteY2" fmla="*/ 662049 h 5441616"/>
              <a:gd name="connsiteX3" fmla="*/ 1051204 w 3158559"/>
              <a:gd name="connsiteY3" fmla="*/ 327616 h 5441616"/>
              <a:gd name="connsiteX4" fmla="*/ 1391987 w 3158559"/>
              <a:gd name="connsiteY4" fmla="*/ 283166 h 5441616"/>
              <a:gd name="connsiteX5" fmla="*/ 1688320 w 3158559"/>
              <a:gd name="connsiteY5" fmla="*/ 128649 h 5441616"/>
              <a:gd name="connsiteX6" fmla="*/ 2029104 w 3158559"/>
              <a:gd name="connsiteY6" fmla="*/ 276816 h 5441616"/>
              <a:gd name="connsiteX7" fmla="*/ 2242887 w 3158559"/>
              <a:gd name="connsiteY7" fmla="*/ 3765 h 5441616"/>
              <a:gd name="connsiteX8" fmla="*/ 2463020 w 3158559"/>
              <a:gd name="connsiteY8" fmla="*/ 24932 h 5441616"/>
              <a:gd name="connsiteX9" fmla="*/ 2706437 w 3158559"/>
              <a:gd name="connsiteY9" fmla="*/ 202732 h 5441616"/>
              <a:gd name="connsiteX10" fmla="*/ 3158559 w 3158559"/>
              <a:gd name="connsiteY10" fmla="*/ 320976 h 5441616"/>
              <a:gd name="connsiteX11" fmla="*/ 3158559 w 3158559"/>
              <a:gd name="connsiteY11" fmla="*/ 5441616 h 5441616"/>
              <a:gd name="connsiteX12" fmla="*/ 1028700 w 3158559"/>
              <a:gd name="connsiteY12" fmla="*/ 5441616 h 5441616"/>
              <a:gd name="connsiteX13" fmla="*/ 0 w 3158559"/>
              <a:gd name="connsiteY13" fmla="*/ 1273476 h 5441616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463020 w 3158559"/>
              <a:gd name="connsiteY8" fmla="*/ 21167 h 5437851"/>
              <a:gd name="connsiteX9" fmla="*/ 2706437 w 3158559"/>
              <a:gd name="connsiteY9" fmla="*/ 198967 h 5437851"/>
              <a:gd name="connsiteX10" fmla="*/ 3158559 w 3158559"/>
              <a:gd name="connsiteY10" fmla="*/ 317211 h 5437851"/>
              <a:gd name="connsiteX11" fmla="*/ 3158559 w 3158559"/>
              <a:gd name="connsiteY11" fmla="*/ 5437851 h 5437851"/>
              <a:gd name="connsiteX12" fmla="*/ 1028700 w 3158559"/>
              <a:gd name="connsiteY12" fmla="*/ 5437851 h 5437851"/>
              <a:gd name="connsiteX13" fmla="*/ 0 w 3158559"/>
              <a:gd name="connsiteY13" fmla="*/ 1269711 h 5437851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463020 w 3158559"/>
              <a:gd name="connsiteY8" fmla="*/ 21167 h 5437851"/>
              <a:gd name="connsiteX9" fmla="*/ 2706437 w 3158559"/>
              <a:gd name="connsiteY9" fmla="*/ 198967 h 5437851"/>
              <a:gd name="connsiteX10" fmla="*/ 3158559 w 3158559"/>
              <a:gd name="connsiteY10" fmla="*/ 317211 h 5437851"/>
              <a:gd name="connsiteX11" fmla="*/ 3158559 w 3158559"/>
              <a:gd name="connsiteY11" fmla="*/ 5437851 h 5437851"/>
              <a:gd name="connsiteX12" fmla="*/ 1028700 w 3158559"/>
              <a:gd name="connsiteY12" fmla="*/ 5437851 h 5437851"/>
              <a:gd name="connsiteX13" fmla="*/ 0 w 3158559"/>
              <a:gd name="connsiteY13" fmla="*/ 1269711 h 5437851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144827 h 5312967"/>
              <a:gd name="connsiteX1" fmla="*/ 477587 w 3158559"/>
              <a:gd name="connsiteY1" fmla="*/ 918633 h 5312967"/>
              <a:gd name="connsiteX2" fmla="*/ 862820 w 3158559"/>
              <a:gd name="connsiteY2" fmla="*/ 533400 h 5312967"/>
              <a:gd name="connsiteX3" fmla="*/ 1051204 w 3158559"/>
              <a:gd name="connsiteY3" fmla="*/ 198967 h 5312967"/>
              <a:gd name="connsiteX4" fmla="*/ 1391987 w 3158559"/>
              <a:gd name="connsiteY4" fmla="*/ 154517 h 5312967"/>
              <a:gd name="connsiteX5" fmla="*/ 1688320 w 3158559"/>
              <a:gd name="connsiteY5" fmla="*/ 0 h 5312967"/>
              <a:gd name="connsiteX6" fmla="*/ 2029104 w 3158559"/>
              <a:gd name="connsiteY6" fmla="*/ 148167 h 5312967"/>
              <a:gd name="connsiteX7" fmla="*/ 2602720 w 3158559"/>
              <a:gd name="connsiteY7" fmla="*/ 218016 h 5312967"/>
              <a:gd name="connsiteX8" fmla="*/ 2784753 w 3158559"/>
              <a:gd name="connsiteY8" fmla="*/ 260350 h 5312967"/>
              <a:gd name="connsiteX9" fmla="*/ 2706437 w 3158559"/>
              <a:gd name="connsiteY9" fmla="*/ 74083 h 5312967"/>
              <a:gd name="connsiteX10" fmla="*/ 3158559 w 3158559"/>
              <a:gd name="connsiteY10" fmla="*/ 192327 h 5312967"/>
              <a:gd name="connsiteX11" fmla="*/ 3158559 w 3158559"/>
              <a:gd name="connsiteY11" fmla="*/ 5312967 h 5312967"/>
              <a:gd name="connsiteX12" fmla="*/ 1028700 w 3158559"/>
              <a:gd name="connsiteY12" fmla="*/ 5312967 h 5312967"/>
              <a:gd name="connsiteX13" fmla="*/ 0 w 3158559"/>
              <a:gd name="connsiteY13" fmla="*/ 1144827 h 5312967"/>
              <a:gd name="connsiteX0" fmla="*/ 0 w 3158559"/>
              <a:gd name="connsiteY0" fmla="*/ 1144827 h 5312967"/>
              <a:gd name="connsiteX1" fmla="*/ 477587 w 3158559"/>
              <a:gd name="connsiteY1" fmla="*/ 918633 h 5312967"/>
              <a:gd name="connsiteX2" fmla="*/ 862820 w 3158559"/>
              <a:gd name="connsiteY2" fmla="*/ 533400 h 5312967"/>
              <a:gd name="connsiteX3" fmla="*/ 1051204 w 3158559"/>
              <a:gd name="connsiteY3" fmla="*/ 198967 h 5312967"/>
              <a:gd name="connsiteX4" fmla="*/ 1391987 w 3158559"/>
              <a:gd name="connsiteY4" fmla="*/ 154517 h 5312967"/>
              <a:gd name="connsiteX5" fmla="*/ 1688320 w 3158559"/>
              <a:gd name="connsiteY5" fmla="*/ 0 h 5312967"/>
              <a:gd name="connsiteX6" fmla="*/ 2029104 w 3158559"/>
              <a:gd name="connsiteY6" fmla="*/ 148167 h 5312967"/>
              <a:gd name="connsiteX7" fmla="*/ 2602720 w 3158559"/>
              <a:gd name="connsiteY7" fmla="*/ 218016 h 5312967"/>
              <a:gd name="connsiteX8" fmla="*/ 2784753 w 3158559"/>
              <a:gd name="connsiteY8" fmla="*/ 260350 h 5312967"/>
              <a:gd name="connsiteX9" fmla="*/ 3070504 w 3158559"/>
              <a:gd name="connsiteY9" fmla="*/ 179917 h 5312967"/>
              <a:gd name="connsiteX10" fmla="*/ 3158559 w 3158559"/>
              <a:gd name="connsiteY10" fmla="*/ 192327 h 5312967"/>
              <a:gd name="connsiteX11" fmla="*/ 3158559 w 3158559"/>
              <a:gd name="connsiteY11" fmla="*/ 5312967 h 5312967"/>
              <a:gd name="connsiteX12" fmla="*/ 1028700 w 3158559"/>
              <a:gd name="connsiteY12" fmla="*/ 5312967 h 5312967"/>
              <a:gd name="connsiteX13" fmla="*/ 0 w 3158559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2784753 w 3937493"/>
              <a:gd name="connsiteY8" fmla="*/ 260350 h 5312967"/>
              <a:gd name="connsiteX9" fmla="*/ 3070504 w 3937493"/>
              <a:gd name="connsiteY9" fmla="*/ 179917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2784753 w 3937493"/>
              <a:gd name="connsiteY8" fmla="*/ 2603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423882"/>
              <a:gd name="connsiteY0" fmla="*/ 1144827 h 5312967"/>
              <a:gd name="connsiteX1" fmla="*/ 477587 w 3423882"/>
              <a:gd name="connsiteY1" fmla="*/ 918633 h 5312967"/>
              <a:gd name="connsiteX2" fmla="*/ 862820 w 3423882"/>
              <a:gd name="connsiteY2" fmla="*/ 533400 h 5312967"/>
              <a:gd name="connsiteX3" fmla="*/ 1051204 w 3423882"/>
              <a:gd name="connsiteY3" fmla="*/ 198967 h 5312967"/>
              <a:gd name="connsiteX4" fmla="*/ 1391987 w 3423882"/>
              <a:gd name="connsiteY4" fmla="*/ 154517 h 5312967"/>
              <a:gd name="connsiteX5" fmla="*/ 1688320 w 3423882"/>
              <a:gd name="connsiteY5" fmla="*/ 0 h 5312967"/>
              <a:gd name="connsiteX6" fmla="*/ 2029104 w 3423882"/>
              <a:gd name="connsiteY6" fmla="*/ 148167 h 5312967"/>
              <a:gd name="connsiteX7" fmla="*/ 2602720 w 3423882"/>
              <a:gd name="connsiteY7" fmla="*/ 218016 h 5312967"/>
              <a:gd name="connsiteX8" fmla="*/ 3106487 w 3423882"/>
              <a:gd name="connsiteY8" fmla="*/ 146050 h 5312967"/>
              <a:gd name="connsiteX9" fmla="*/ 3413404 w 3423882"/>
              <a:gd name="connsiteY9" fmla="*/ 501650 h 5312967"/>
              <a:gd name="connsiteX10" fmla="*/ 2794493 w 3423882"/>
              <a:gd name="connsiteY10" fmla="*/ 1187160 h 5312967"/>
              <a:gd name="connsiteX11" fmla="*/ 3158559 w 3423882"/>
              <a:gd name="connsiteY11" fmla="*/ 5312967 h 5312967"/>
              <a:gd name="connsiteX12" fmla="*/ 1028700 w 3423882"/>
              <a:gd name="connsiteY12" fmla="*/ 5312967 h 5312967"/>
              <a:gd name="connsiteX13" fmla="*/ 0 w 3423882"/>
              <a:gd name="connsiteY13" fmla="*/ 1144827 h 5312967"/>
              <a:gd name="connsiteX0" fmla="*/ 0 w 3423790"/>
              <a:gd name="connsiteY0" fmla="*/ 1144827 h 5312967"/>
              <a:gd name="connsiteX1" fmla="*/ 477587 w 3423790"/>
              <a:gd name="connsiteY1" fmla="*/ 918633 h 5312967"/>
              <a:gd name="connsiteX2" fmla="*/ 862820 w 3423790"/>
              <a:gd name="connsiteY2" fmla="*/ 533400 h 5312967"/>
              <a:gd name="connsiteX3" fmla="*/ 1051204 w 3423790"/>
              <a:gd name="connsiteY3" fmla="*/ 198967 h 5312967"/>
              <a:gd name="connsiteX4" fmla="*/ 1391987 w 3423790"/>
              <a:gd name="connsiteY4" fmla="*/ 154517 h 5312967"/>
              <a:gd name="connsiteX5" fmla="*/ 1688320 w 3423790"/>
              <a:gd name="connsiteY5" fmla="*/ 0 h 5312967"/>
              <a:gd name="connsiteX6" fmla="*/ 2029104 w 3423790"/>
              <a:gd name="connsiteY6" fmla="*/ 148167 h 5312967"/>
              <a:gd name="connsiteX7" fmla="*/ 2602720 w 3423790"/>
              <a:gd name="connsiteY7" fmla="*/ 218016 h 5312967"/>
              <a:gd name="connsiteX8" fmla="*/ 3106487 w 3423790"/>
              <a:gd name="connsiteY8" fmla="*/ 146050 h 5312967"/>
              <a:gd name="connsiteX9" fmla="*/ 3413404 w 3423790"/>
              <a:gd name="connsiteY9" fmla="*/ 501650 h 5312967"/>
              <a:gd name="connsiteX10" fmla="*/ 2786026 w 3423790"/>
              <a:gd name="connsiteY10" fmla="*/ 1178694 h 5312967"/>
              <a:gd name="connsiteX11" fmla="*/ 3158559 w 3423790"/>
              <a:gd name="connsiteY11" fmla="*/ 5312967 h 5312967"/>
              <a:gd name="connsiteX12" fmla="*/ 1028700 w 3423790"/>
              <a:gd name="connsiteY12" fmla="*/ 5312967 h 5312967"/>
              <a:gd name="connsiteX13" fmla="*/ 0 w 3423790"/>
              <a:gd name="connsiteY13" fmla="*/ 1144827 h 5312967"/>
              <a:gd name="connsiteX0" fmla="*/ 0 w 3413404"/>
              <a:gd name="connsiteY0" fmla="*/ 1144827 h 5312967"/>
              <a:gd name="connsiteX1" fmla="*/ 477587 w 3413404"/>
              <a:gd name="connsiteY1" fmla="*/ 918633 h 5312967"/>
              <a:gd name="connsiteX2" fmla="*/ 862820 w 3413404"/>
              <a:gd name="connsiteY2" fmla="*/ 533400 h 5312967"/>
              <a:gd name="connsiteX3" fmla="*/ 1051204 w 3413404"/>
              <a:gd name="connsiteY3" fmla="*/ 198967 h 5312967"/>
              <a:gd name="connsiteX4" fmla="*/ 1391987 w 3413404"/>
              <a:gd name="connsiteY4" fmla="*/ 154517 h 5312967"/>
              <a:gd name="connsiteX5" fmla="*/ 1688320 w 3413404"/>
              <a:gd name="connsiteY5" fmla="*/ 0 h 5312967"/>
              <a:gd name="connsiteX6" fmla="*/ 2029104 w 3413404"/>
              <a:gd name="connsiteY6" fmla="*/ 148167 h 5312967"/>
              <a:gd name="connsiteX7" fmla="*/ 2602720 w 3413404"/>
              <a:gd name="connsiteY7" fmla="*/ 218016 h 5312967"/>
              <a:gd name="connsiteX8" fmla="*/ 3106487 w 3413404"/>
              <a:gd name="connsiteY8" fmla="*/ 146050 h 5312967"/>
              <a:gd name="connsiteX9" fmla="*/ 3413404 w 3413404"/>
              <a:gd name="connsiteY9" fmla="*/ 501650 h 5312967"/>
              <a:gd name="connsiteX10" fmla="*/ 2786026 w 3413404"/>
              <a:gd name="connsiteY10" fmla="*/ 1178694 h 5312967"/>
              <a:gd name="connsiteX11" fmla="*/ 3158559 w 3413404"/>
              <a:gd name="connsiteY11" fmla="*/ 5312967 h 5312967"/>
              <a:gd name="connsiteX12" fmla="*/ 1028700 w 3413404"/>
              <a:gd name="connsiteY12" fmla="*/ 5312967 h 5312967"/>
              <a:gd name="connsiteX13" fmla="*/ 0 w 3413404"/>
              <a:gd name="connsiteY13" fmla="*/ 1144827 h 5312967"/>
              <a:gd name="connsiteX0" fmla="*/ 0 w 3413404"/>
              <a:gd name="connsiteY0" fmla="*/ 1144827 h 5312967"/>
              <a:gd name="connsiteX1" fmla="*/ 477587 w 3413404"/>
              <a:gd name="connsiteY1" fmla="*/ 918633 h 5312967"/>
              <a:gd name="connsiteX2" fmla="*/ 862820 w 3413404"/>
              <a:gd name="connsiteY2" fmla="*/ 533400 h 5312967"/>
              <a:gd name="connsiteX3" fmla="*/ 1051204 w 3413404"/>
              <a:gd name="connsiteY3" fmla="*/ 198967 h 5312967"/>
              <a:gd name="connsiteX4" fmla="*/ 1391987 w 3413404"/>
              <a:gd name="connsiteY4" fmla="*/ 154517 h 5312967"/>
              <a:gd name="connsiteX5" fmla="*/ 1688320 w 3413404"/>
              <a:gd name="connsiteY5" fmla="*/ 0 h 5312967"/>
              <a:gd name="connsiteX6" fmla="*/ 2029104 w 3413404"/>
              <a:gd name="connsiteY6" fmla="*/ 148167 h 5312967"/>
              <a:gd name="connsiteX7" fmla="*/ 2602720 w 3413404"/>
              <a:gd name="connsiteY7" fmla="*/ 218016 h 5312967"/>
              <a:gd name="connsiteX8" fmla="*/ 3106487 w 3413404"/>
              <a:gd name="connsiteY8" fmla="*/ 146050 h 5312967"/>
              <a:gd name="connsiteX9" fmla="*/ 3413404 w 3413404"/>
              <a:gd name="connsiteY9" fmla="*/ 501650 h 5312967"/>
              <a:gd name="connsiteX10" fmla="*/ 2786026 w 3413404"/>
              <a:gd name="connsiteY10" fmla="*/ 1178694 h 5312967"/>
              <a:gd name="connsiteX11" fmla="*/ 2261092 w 3413404"/>
              <a:gd name="connsiteY11" fmla="*/ 2747567 h 5312967"/>
              <a:gd name="connsiteX12" fmla="*/ 1028700 w 3413404"/>
              <a:gd name="connsiteY12" fmla="*/ 5312967 h 5312967"/>
              <a:gd name="connsiteX13" fmla="*/ 0 w 3413404"/>
              <a:gd name="connsiteY13" fmla="*/ 1144827 h 5312967"/>
              <a:gd name="connsiteX0" fmla="*/ 0 w 3413404"/>
              <a:gd name="connsiteY0" fmla="*/ 1144827 h 2747567"/>
              <a:gd name="connsiteX1" fmla="*/ 477587 w 3413404"/>
              <a:gd name="connsiteY1" fmla="*/ 918633 h 2747567"/>
              <a:gd name="connsiteX2" fmla="*/ 862820 w 3413404"/>
              <a:gd name="connsiteY2" fmla="*/ 533400 h 2747567"/>
              <a:gd name="connsiteX3" fmla="*/ 1051204 w 3413404"/>
              <a:gd name="connsiteY3" fmla="*/ 198967 h 2747567"/>
              <a:gd name="connsiteX4" fmla="*/ 1391987 w 3413404"/>
              <a:gd name="connsiteY4" fmla="*/ 154517 h 2747567"/>
              <a:gd name="connsiteX5" fmla="*/ 1688320 w 3413404"/>
              <a:gd name="connsiteY5" fmla="*/ 0 h 2747567"/>
              <a:gd name="connsiteX6" fmla="*/ 2029104 w 3413404"/>
              <a:gd name="connsiteY6" fmla="*/ 148167 h 2747567"/>
              <a:gd name="connsiteX7" fmla="*/ 2602720 w 3413404"/>
              <a:gd name="connsiteY7" fmla="*/ 218016 h 2747567"/>
              <a:gd name="connsiteX8" fmla="*/ 3106487 w 3413404"/>
              <a:gd name="connsiteY8" fmla="*/ 146050 h 2747567"/>
              <a:gd name="connsiteX9" fmla="*/ 3413404 w 3413404"/>
              <a:gd name="connsiteY9" fmla="*/ 501650 h 2747567"/>
              <a:gd name="connsiteX10" fmla="*/ 2786026 w 3413404"/>
              <a:gd name="connsiteY10" fmla="*/ 1178694 h 2747567"/>
              <a:gd name="connsiteX11" fmla="*/ 2261092 w 3413404"/>
              <a:gd name="connsiteY11" fmla="*/ 2747567 h 2747567"/>
              <a:gd name="connsiteX12" fmla="*/ 901700 w 3413404"/>
              <a:gd name="connsiteY12" fmla="*/ 1773900 h 2747567"/>
              <a:gd name="connsiteX13" fmla="*/ 0 w 3413404"/>
              <a:gd name="connsiteY13" fmla="*/ 1144827 h 2747567"/>
              <a:gd name="connsiteX0" fmla="*/ 0 w 3413404"/>
              <a:gd name="connsiteY0" fmla="*/ 1144827 h 2772967"/>
              <a:gd name="connsiteX1" fmla="*/ 477587 w 3413404"/>
              <a:gd name="connsiteY1" fmla="*/ 918633 h 2772967"/>
              <a:gd name="connsiteX2" fmla="*/ 862820 w 3413404"/>
              <a:gd name="connsiteY2" fmla="*/ 533400 h 2772967"/>
              <a:gd name="connsiteX3" fmla="*/ 1051204 w 3413404"/>
              <a:gd name="connsiteY3" fmla="*/ 198967 h 2772967"/>
              <a:gd name="connsiteX4" fmla="*/ 1391987 w 3413404"/>
              <a:gd name="connsiteY4" fmla="*/ 154517 h 2772967"/>
              <a:gd name="connsiteX5" fmla="*/ 1688320 w 3413404"/>
              <a:gd name="connsiteY5" fmla="*/ 0 h 2772967"/>
              <a:gd name="connsiteX6" fmla="*/ 2029104 w 3413404"/>
              <a:gd name="connsiteY6" fmla="*/ 148167 h 2772967"/>
              <a:gd name="connsiteX7" fmla="*/ 2602720 w 3413404"/>
              <a:gd name="connsiteY7" fmla="*/ 218016 h 2772967"/>
              <a:gd name="connsiteX8" fmla="*/ 3106487 w 3413404"/>
              <a:gd name="connsiteY8" fmla="*/ 146050 h 2772967"/>
              <a:gd name="connsiteX9" fmla="*/ 3413404 w 3413404"/>
              <a:gd name="connsiteY9" fmla="*/ 501650 h 2772967"/>
              <a:gd name="connsiteX10" fmla="*/ 2786026 w 3413404"/>
              <a:gd name="connsiteY10" fmla="*/ 1178694 h 2772967"/>
              <a:gd name="connsiteX11" fmla="*/ 2244159 w 3413404"/>
              <a:gd name="connsiteY11" fmla="*/ 2772967 h 2772967"/>
              <a:gd name="connsiteX12" fmla="*/ 901700 w 3413404"/>
              <a:gd name="connsiteY12" fmla="*/ 1773900 h 2772967"/>
              <a:gd name="connsiteX13" fmla="*/ 0 w 3413404"/>
              <a:gd name="connsiteY13" fmla="*/ 1144827 h 2772967"/>
              <a:gd name="connsiteX0" fmla="*/ 130715 w 2942986"/>
              <a:gd name="connsiteY0" fmla="*/ 1364961 h 2772967"/>
              <a:gd name="connsiteX1" fmla="*/ 7169 w 2942986"/>
              <a:gd name="connsiteY1" fmla="*/ 918633 h 2772967"/>
              <a:gd name="connsiteX2" fmla="*/ 392402 w 2942986"/>
              <a:gd name="connsiteY2" fmla="*/ 533400 h 2772967"/>
              <a:gd name="connsiteX3" fmla="*/ 580786 w 2942986"/>
              <a:gd name="connsiteY3" fmla="*/ 198967 h 2772967"/>
              <a:gd name="connsiteX4" fmla="*/ 921569 w 2942986"/>
              <a:gd name="connsiteY4" fmla="*/ 154517 h 2772967"/>
              <a:gd name="connsiteX5" fmla="*/ 1217902 w 2942986"/>
              <a:gd name="connsiteY5" fmla="*/ 0 h 2772967"/>
              <a:gd name="connsiteX6" fmla="*/ 1558686 w 2942986"/>
              <a:gd name="connsiteY6" fmla="*/ 148167 h 2772967"/>
              <a:gd name="connsiteX7" fmla="*/ 2132302 w 2942986"/>
              <a:gd name="connsiteY7" fmla="*/ 218016 h 2772967"/>
              <a:gd name="connsiteX8" fmla="*/ 2636069 w 2942986"/>
              <a:gd name="connsiteY8" fmla="*/ 146050 h 2772967"/>
              <a:gd name="connsiteX9" fmla="*/ 2942986 w 2942986"/>
              <a:gd name="connsiteY9" fmla="*/ 501650 h 2772967"/>
              <a:gd name="connsiteX10" fmla="*/ 2315608 w 2942986"/>
              <a:gd name="connsiteY10" fmla="*/ 1178694 h 2772967"/>
              <a:gd name="connsiteX11" fmla="*/ 1773741 w 2942986"/>
              <a:gd name="connsiteY11" fmla="*/ 2772967 h 2772967"/>
              <a:gd name="connsiteX12" fmla="*/ 431282 w 2942986"/>
              <a:gd name="connsiteY12" fmla="*/ 1773900 h 2772967"/>
              <a:gd name="connsiteX13" fmla="*/ 130715 w 2942986"/>
              <a:gd name="connsiteY13" fmla="*/ 1364961 h 2772967"/>
              <a:gd name="connsiteX0" fmla="*/ 424113 w 2935817"/>
              <a:gd name="connsiteY0" fmla="*/ 177390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424113 w 2935817"/>
              <a:gd name="connsiteY12" fmla="*/ 1773900 h 2772967"/>
              <a:gd name="connsiteX0" fmla="*/ 424113 w 2935817"/>
              <a:gd name="connsiteY0" fmla="*/ 177390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424113 w 2935817"/>
              <a:gd name="connsiteY12" fmla="*/ 1773900 h 2772967"/>
              <a:gd name="connsiteX0" fmla="*/ 388553 w 2935817"/>
              <a:gd name="connsiteY0" fmla="*/ 178406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388553 w 2935817"/>
              <a:gd name="connsiteY12" fmla="*/ 1784060 h 2772967"/>
              <a:gd name="connsiteX0" fmla="*/ 388553 w 2935817"/>
              <a:gd name="connsiteY0" fmla="*/ 178406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388553 w 293581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593937 w 2956137"/>
              <a:gd name="connsiteY3" fmla="*/ 19896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593937 w 2956137"/>
              <a:gd name="connsiteY3" fmla="*/ 19896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08439 w 2956137"/>
              <a:gd name="connsiteY10" fmla="*/ 116853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08439 w 2956137"/>
              <a:gd name="connsiteY10" fmla="*/ 116853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956137 w 2956137"/>
              <a:gd name="connsiteY8" fmla="*/ 501650 h 2772967"/>
              <a:gd name="connsiteX9" fmla="*/ 2308439 w 2956137"/>
              <a:gd name="connsiteY9" fmla="*/ 1168534 h 2772967"/>
              <a:gd name="connsiteX10" fmla="*/ 1786892 w 2956137"/>
              <a:gd name="connsiteY10" fmla="*/ 2772967 h 2772967"/>
              <a:gd name="connsiteX11" fmla="*/ 408873 w 2956137"/>
              <a:gd name="connsiteY11" fmla="*/ 1784060 h 2772967"/>
              <a:gd name="connsiteX0" fmla="*/ 408873 w 2326232"/>
              <a:gd name="connsiteY0" fmla="*/ 1784060 h 2772967"/>
              <a:gd name="connsiteX1" fmla="*/ 0 w 2326232"/>
              <a:gd name="connsiteY1" fmla="*/ 938953 h 2772967"/>
              <a:gd name="connsiteX2" fmla="*/ 405553 w 2326232"/>
              <a:gd name="connsiteY2" fmla="*/ 533400 h 2772967"/>
              <a:gd name="connsiteX3" fmla="*/ 1122257 w 2326232"/>
              <a:gd name="connsiteY3" fmla="*/ 773007 h 2772967"/>
              <a:gd name="connsiteX4" fmla="*/ 934720 w 2326232"/>
              <a:gd name="connsiteY4" fmla="*/ 154517 h 2772967"/>
              <a:gd name="connsiteX5" fmla="*/ 1231053 w 2326232"/>
              <a:gd name="connsiteY5" fmla="*/ 0 h 2772967"/>
              <a:gd name="connsiteX6" fmla="*/ 1571837 w 2326232"/>
              <a:gd name="connsiteY6" fmla="*/ 148167 h 2772967"/>
              <a:gd name="connsiteX7" fmla="*/ 2145453 w 2326232"/>
              <a:gd name="connsiteY7" fmla="*/ 218016 h 2772967"/>
              <a:gd name="connsiteX8" fmla="*/ 2308439 w 2326232"/>
              <a:gd name="connsiteY8" fmla="*/ 1168534 h 2772967"/>
              <a:gd name="connsiteX9" fmla="*/ 1786892 w 2326232"/>
              <a:gd name="connsiteY9" fmla="*/ 2772967 h 2772967"/>
              <a:gd name="connsiteX10" fmla="*/ 408873 w 2326232"/>
              <a:gd name="connsiteY10" fmla="*/ 1784060 h 2772967"/>
              <a:gd name="connsiteX0" fmla="*/ 408873 w 2308439"/>
              <a:gd name="connsiteY0" fmla="*/ 1784060 h 2772967"/>
              <a:gd name="connsiteX1" fmla="*/ 0 w 2308439"/>
              <a:gd name="connsiteY1" fmla="*/ 938953 h 2772967"/>
              <a:gd name="connsiteX2" fmla="*/ 405553 w 2308439"/>
              <a:gd name="connsiteY2" fmla="*/ 533400 h 2772967"/>
              <a:gd name="connsiteX3" fmla="*/ 1122257 w 2308439"/>
              <a:gd name="connsiteY3" fmla="*/ 773007 h 2772967"/>
              <a:gd name="connsiteX4" fmla="*/ 934720 w 2308439"/>
              <a:gd name="connsiteY4" fmla="*/ 154517 h 2772967"/>
              <a:gd name="connsiteX5" fmla="*/ 1231053 w 2308439"/>
              <a:gd name="connsiteY5" fmla="*/ 0 h 2772967"/>
              <a:gd name="connsiteX6" fmla="*/ 1571837 w 2308439"/>
              <a:gd name="connsiteY6" fmla="*/ 148167 h 2772967"/>
              <a:gd name="connsiteX7" fmla="*/ 2308439 w 2308439"/>
              <a:gd name="connsiteY7" fmla="*/ 1168534 h 2772967"/>
              <a:gd name="connsiteX8" fmla="*/ 1786892 w 2308439"/>
              <a:gd name="connsiteY8" fmla="*/ 2772967 h 2772967"/>
              <a:gd name="connsiteX9" fmla="*/ 408873 w 2308439"/>
              <a:gd name="connsiteY9" fmla="*/ 1784060 h 2772967"/>
              <a:gd name="connsiteX0" fmla="*/ 408873 w 2308439"/>
              <a:gd name="connsiteY0" fmla="*/ 1784060 h 2772967"/>
              <a:gd name="connsiteX1" fmla="*/ 0 w 2308439"/>
              <a:gd name="connsiteY1" fmla="*/ 938953 h 2772967"/>
              <a:gd name="connsiteX2" fmla="*/ 405553 w 2308439"/>
              <a:gd name="connsiteY2" fmla="*/ 533400 h 2772967"/>
              <a:gd name="connsiteX3" fmla="*/ 1122257 w 2308439"/>
              <a:gd name="connsiteY3" fmla="*/ 773007 h 2772967"/>
              <a:gd name="connsiteX4" fmla="*/ 934720 w 2308439"/>
              <a:gd name="connsiteY4" fmla="*/ 154517 h 2772967"/>
              <a:gd name="connsiteX5" fmla="*/ 1231053 w 2308439"/>
              <a:gd name="connsiteY5" fmla="*/ 0 h 2772967"/>
              <a:gd name="connsiteX6" fmla="*/ 2308439 w 2308439"/>
              <a:gd name="connsiteY6" fmla="*/ 1168534 h 2772967"/>
              <a:gd name="connsiteX7" fmla="*/ 1786892 w 2308439"/>
              <a:gd name="connsiteY7" fmla="*/ 2772967 h 2772967"/>
              <a:gd name="connsiteX8" fmla="*/ 408873 w 2308439"/>
              <a:gd name="connsiteY8" fmla="*/ 1784060 h 2772967"/>
              <a:gd name="connsiteX0" fmla="*/ 408873 w 2308439"/>
              <a:gd name="connsiteY0" fmla="*/ 1788157 h 2777064"/>
              <a:gd name="connsiteX1" fmla="*/ 0 w 2308439"/>
              <a:gd name="connsiteY1" fmla="*/ 943050 h 2777064"/>
              <a:gd name="connsiteX2" fmla="*/ 405553 w 2308439"/>
              <a:gd name="connsiteY2" fmla="*/ 537497 h 2777064"/>
              <a:gd name="connsiteX3" fmla="*/ 1122257 w 2308439"/>
              <a:gd name="connsiteY3" fmla="*/ 777104 h 2777064"/>
              <a:gd name="connsiteX4" fmla="*/ 1231053 w 2308439"/>
              <a:gd name="connsiteY4" fmla="*/ 4097 h 2777064"/>
              <a:gd name="connsiteX5" fmla="*/ 2308439 w 2308439"/>
              <a:gd name="connsiteY5" fmla="*/ 1172631 h 2777064"/>
              <a:gd name="connsiteX6" fmla="*/ 1786892 w 2308439"/>
              <a:gd name="connsiteY6" fmla="*/ 2777064 h 2777064"/>
              <a:gd name="connsiteX7" fmla="*/ 408873 w 2308439"/>
              <a:gd name="connsiteY7" fmla="*/ 1788157 h 2777064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439" h="2239567">
                <a:moveTo>
                  <a:pt x="408873" y="1250660"/>
                </a:moveTo>
                <a:cubicBezTo>
                  <a:pt x="299675" y="901224"/>
                  <a:pt x="185398" y="694029"/>
                  <a:pt x="0" y="405553"/>
                </a:cubicBezTo>
                <a:cubicBezTo>
                  <a:pt x="172731" y="313879"/>
                  <a:pt x="237278" y="295275"/>
                  <a:pt x="405553" y="0"/>
                </a:cubicBezTo>
                <a:cubicBezTo>
                  <a:pt x="580390" y="179281"/>
                  <a:pt x="836931" y="194733"/>
                  <a:pt x="1122257" y="239607"/>
                </a:cubicBezTo>
                <a:cubicBezTo>
                  <a:pt x="1662925" y="457223"/>
                  <a:pt x="1445827" y="576127"/>
                  <a:pt x="2308439" y="635134"/>
                </a:cubicBezTo>
                <a:lnTo>
                  <a:pt x="1786892" y="2239567"/>
                </a:lnTo>
                <a:lnTo>
                  <a:pt x="408873" y="1250660"/>
                </a:lnTo>
                <a:close/>
              </a:path>
            </a:pathLst>
          </a:custGeom>
          <a:solidFill>
            <a:schemeClr val="accent1">
              <a:alpha val="69000"/>
            </a:schemeClr>
          </a:solidFill>
          <a:ln w="254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1C1FEF0-427D-4F7D-8CA5-5B7F799F552F}"/>
              </a:ext>
            </a:extLst>
          </p:cNvPr>
          <p:cNvSpPr/>
          <p:nvPr/>
        </p:nvSpPr>
        <p:spPr>
          <a:xfrm rot="12954516">
            <a:off x="5868580" y="3441834"/>
            <a:ext cx="2308439" cy="2239567"/>
          </a:xfrm>
          <a:custGeom>
            <a:avLst/>
            <a:gdLst>
              <a:gd name="connsiteX0" fmla="*/ 0 w 2129859"/>
              <a:gd name="connsiteY0" fmla="*/ 0 h 5120640"/>
              <a:gd name="connsiteX1" fmla="*/ 2129859 w 2129859"/>
              <a:gd name="connsiteY1" fmla="*/ 0 h 5120640"/>
              <a:gd name="connsiteX2" fmla="*/ 2129859 w 2129859"/>
              <a:gd name="connsiteY2" fmla="*/ 5120640 h 5120640"/>
              <a:gd name="connsiteX3" fmla="*/ 0 w 2129859"/>
              <a:gd name="connsiteY3" fmla="*/ 5120640 h 5120640"/>
              <a:gd name="connsiteX4" fmla="*/ 0 w 2129859"/>
              <a:gd name="connsiteY4" fmla="*/ 0 h 5120640"/>
              <a:gd name="connsiteX0" fmla="*/ 0 w 2129859"/>
              <a:gd name="connsiteY0" fmla="*/ 283344 h 5403984"/>
              <a:gd name="connsiteX1" fmla="*/ 1220537 w 2129859"/>
              <a:gd name="connsiteY1" fmla="*/ 0 h 5403984"/>
              <a:gd name="connsiteX2" fmla="*/ 2129859 w 2129859"/>
              <a:gd name="connsiteY2" fmla="*/ 283344 h 5403984"/>
              <a:gd name="connsiteX3" fmla="*/ 2129859 w 2129859"/>
              <a:gd name="connsiteY3" fmla="*/ 5403984 h 5403984"/>
              <a:gd name="connsiteX4" fmla="*/ 0 w 2129859"/>
              <a:gd name="connsiteY4" fmla="*/ 5403984 h 5403984"/>
              <a:gd name="connsiteX5" fmla="*/ 0 w 2129859"/>
              <a:gd name="connsiteY5" fmla="*/ 283344 h 5403984"/>
              <a:gd name="connsiteX0" fmla="*/ 0 w 2129859"/>
              <a:gd name="connsiteY0" fmla="*/ 283344 h 5403984"/>
              <a:gd name="connsiteX1" fmla="*/ 1220537 w 2129859"/>
              <a:gd name="connsiteY1" fmla="*/ 0 h 5403984"/>
              <a:gd name="connsiteX2" fmla="*/ 1677737 w 2129859"/>
              <a:gd name="connsiteY2" fmla="*/ 165100 h 5403984"/>
              <a:gd name="connsiteX3" fmla="*/ 2129859 w 2129859"/>
              <a:gd name="connsiteY3" fmla="*/ 283344 h 5403984"/>
              <a:gd name="connsiteX4" fmla="*/ 2129859 w 2129859"/>
              <a:gd name="connsiteY4" fmla="*/ 5403984 h 5403984"/>
              <a:gd name="connsiteX5" fmla="*/ 0 w 2129859"/>
              <a:gd name="connsiteY5" fmla="*/ 5403984 h 5403984"/>
              <a:gd name="connsiteX6" fmla="*/ 0 w 2129859"/>
              <a:gd name="connsiteY6" fmla="*/ 283344 h 5403984"/>
              <a:gd name="connsiteX0" fmla="*/ 0 w 3158559"/>
              <a:gd name="connsiteY0" fmla="*/ 1235844 h 5403984"/>
              <a:gd name="connsiteX1" fmla="*/ 2249237 w 3158559"/>
              <a:gd name="connsiteY1" fmla="*/ 0 h 5403984"/>
              <a:gd name="connsiteX2" fmla="*/ 2706437 w 3158559"/>
              <a:gd name="connsiteY2" fmla="*/ 165100 h 5403984"/>
              <a:gd name="connsiteX3" fmla="*/ 3158559 w 3158559"/>
              <a:gd name="connsiteY3" fmla="*/ 283344 h 5403984"/>
              <a:gd name="connsiteX4" fmla="*/ 3158559 w 3158559"/>
              <a:gd name="connsiteY4" fmla="*/ 5403984 h 5403984"/>
              <a:gd name="connsiteX5" fmla="*/ 1028700 w 3158559"/>
              <a:gd name="connsiteY5" fmla="*/ 5403984 h 5403984"/>
              <a:gd name="connsiteX6" fmla="*/ 0 w 3158559"/>
              <a:gd name="connsiteY6" fmla="*/ 1235844 h 5403984"/>
              <a:gd name="connsiteX0" fmla="*/ 22550 w 3181109"/>
              <a:gd name="connsiteY0" fmla="*/ 1235844 h 5403984"/>
              <a:gd name="connsiteX1" fmla="*/ 500137 w 3181109"/>
              <a:gd name="connsiteY1" fmla="*/ 1009650 h 5403984"/>
              <a:gd name="connsiteX2" fmla="*/ 2271787 w 3181109"/>
              <a:gd name="connsiteY2" fmla="*/ 0 h 5403984"/>
              <a:gd name="connsiteX3" fmla="*/ 2728987 w 3181109"/>
              <a:gd name="connsiteY3" fmla="*/ 165100 h 5403984"/>
              <a:gd name="connsiteX4" fmla="*/ 3181109 w 3181109"/>
              <a:gd name="connsiteY4" fmla="*/ 283344 h 5403984"/>
              <a:gd name="connsiteX5" fmla="*/ 3181109 w 3181109"/>
              <a:gd name="connsiteY5" fmla="*/ 5403984 h 5403984"/>
              <a:gd name="connsiteX6" fmla="*/ 1051250 w 3181109"/>
              <a:gd name="connsiteY6" fmla="*/ 5403984 h 5403984"/>
              <a:gd name="connsiteX7" fmla="*/ 22550 w 3181109"/>
              <a:gd name="connsiteY7" fmla="*/ 1235844 h 5403984"/>
              <a:gd name="connsiteX0" fmla="*/ 11116 w 3169675"/>
              <a:gd name="connsiteY0" fmla="*/ 1235844 h 5403984"/>
              <a:gd name="connsiteX1" fmla="*/ 488703 w 3169675"/>
              <a:gd name="connsiteY1" fmla="*/ 1009650 h 5403984"/>
              <a:gd name="connsiteX2" fmla="*/ 2260353 w 3169675"/>
              <a:gd name="connsiteY2" fmla="*/ 0 h 5403984"/>
              <a:gd name="connsiteX3" fmla="*/ 2717553 w 3169675"/>
              <a:gd name="connsiteY3" fmla="*/ 165100 h 5403984"/>
              <a:gd name="connsiteX4" fmla="*/ 3169675 w 3169675"/>
              <a:gd name="connsiteY4" fmla="*/ 283344 h 5403984"/>
              <a:gd name="connsiteX5" fmla="*/ 3169675 w 3169675"/>
              <a:gd name="connsiteY5" fmla="*/ 5403984 h 5403984"/>
              <a:gd name="connsiteX6" fmla="*/ 1039816 w 3169675"/>
              <a:gd name="connsiteY6" fmla="*/ 5403984 h 5403984"/>
              <a:gd name="connsiteX7" fmla="*/ 11116 w 3169675"/>
              <a:gd name="connsiteY7" fmla="*/ 1235844 h 5403984"/>
              <a:gd name="connsiteX0" fmla="*/ 11116 w 3169675"/>
              <a:gd name="connsiteY0" fmla="*/ 1235844 h 5403984"/>
              <a:gd name="connsiteX1" fmla="*/ 488703 w 3169675"/>
              <a:gd name="connsiteY1" fmla="*/ 1009650 h 5403984"/>
              <a:gd name="connsiteX2" fmla="*/ 2260353 w 3169675"/>
              <a:gd name="connsiteY2" fmla="*/ 0 h 5403984"/>
              <a:gd name="connsiteX3" fmla="*/ 2717553 w 3169675"/>
              <a:gd name="connsiteY3" fmla="*/ 165100 h 5403984"/>
              <a:gd name="connsiteX4" fmla="*/ 3169675 w 3169675"/>
              <a:gd name="connsiteY4" fmla="*/ 283344 h 5403984"/>
              <a:gd name="connsiteX5" fmla="*/ 3169675 w 3169675"/>
              <a:gd name="connsiteY5" fmla="*/ 5403984 h 5403984"/>
              <a:gd name="connsiteX6" fmla="*/ 1039816 w 3169675"/>
              <a:gd name="connsiteY6" fmla="*/ 5403984 h 5403984"/>
              <a:gd name="connsiteX7" fmla="*/ 11116 w 3169675"/>
              <a:gd name="connsiteY7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2249237 w 3158559"/>
              <a:gd name="connsiteY2" fmla="*/ 0 h 5403984"/>
              <a:gd name="connsiteX3" fmla="*/ 2706437 w 3158559"/>
              <a:gd name="connsiteY3" fmla="*/ 165100 h 5403984"/>
              <a:gd name="connsiteX4" fmla="*/ 3158559 w 3158559"/>
              <a:gd name="connsiteY4" fmla="*/ 283344 h 5403984"/>
              <a:gd name="connsiteX5" fmla="*/ 3158559 w 3158559"/>
              <a:gd name="connsiteY5" fmla="*/ 5403984 h 5403984"/>
              <a:gd name="connsiteX6" fmla="*/ 1028700 w 3158559"/>
              <a:gd name="connsiteY6" fmla="*/ 5403984 h 5403984"/>
              <a:gd name="connsiteX7" fmla="*/ 0 w 3158559"/>
              <a:gd name="connsiteY7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90337 w 3158559"/>
              <a:gd name="connsiteY2" fmla="*/ 635016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90337 w 3158559"/>
              <a:gd name="connsiteY2" fmla="*/ 635016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62820 w 3158559"/>
              <a:gd name="connsiteY2" fmla="*/ 624433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62820 w 3158559"/>
              <a:gd name="connsiteY2" fmla="*/ 624433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1 h 5404001"/>
              <a:gd name="connsiteX1" fmla="*/ 477587 w 3158559"/>
              <a:gd name="connsiteY1" fmla="*/ 1009667 h 5404001"/>
              <a:gd name="connsiteX2" fmla="*/ 862820 w 3158559"/>
              <a:gd name="connsiteY2" fmla="*/ 624434 h 5404001"/>
              <a:gd name="connsiteX3" fmla="*/ 1051204 w 3158559"/>
              <a:gd name="connsiteY3" fmla="*/ 290001 h 5404001"/>
              <a:gd name="connsiteX4" fmla="*/ 2249237 w 3158559"/>
              <a:gd name="connsiteY4" fmla="*/ 17 h 5404001"/>
              <a:gd name="connsiteX5" fmla="*/ 2706437 w 3158559"/>
              <a:gd name="connsiteY5" fmla="*/ 165117 h 5404001"/>
              <a:gd name="connsiteX6" fmla="*/ 3158559 w 3158559"/>
              <a:gd name="connsiteY6" fmla="*/ 283361 h 5404001"/>
              <a:gd name="connsiteX7" fmla="*/ 3158559 w 3158559"/>
              <a:gd name="connsiteY7" fmla="*/ 5404001 h 5404001"/>
              <a:gd name="connsiteX8" fmla="*/ 1028700 w 3158559"/>
              <a:gd name="connsiteY8" fmla="*/ 5404001 h 5404001"/>
              <a:gd name="connsiteX9" fmla="*/ 0 w 3158559"/>
              <a:gd name="connsiteY9" fmla="*/ 1235861 h 5404001"/>
              <a:gd name="connsiteX0" fmla="*/ 0 w 3158559"/>
              <a:gd name="connsiteY0" fmla="*/ 1235861 h 5404001"/>
              <a:gd name="connsiteX1" fmla="*/ 477587 w 3158559"/>
              <a:gd name="connsiteY1" fmla="*/ 1009667 h 5404001"/>
              <a:gd name="connsiteX2" fmla="*/ 862820 w 3158559"/>
              <a:gd name="connsiteY2" fmla="*/ 624434 h 5404001"/>
              <a:gd name="connsiteX3" fmla="*/ 1051204 w 3158559"/>
              <a:gd name="connsiteY3" fmla="*/ 290001 h 5404001"/>
              <a:gd name="connsiteX4" fmla="*/ 2249237 w 3158559"/>
              <a:gd name="connsiteY4" fmla="*/ 17 h 5404001"/>
              <a:gd name="connsiteX5" fmla="*/ 2706437 w 3158559"/>
              <a:gd name="connsiteY5" fmla="*/ 165117 h 5404001"/>
              <a:gd name="connsiteX6" fmla="*/ 3158559 w 3158559"/>
              <a:gd name="connsiteY6" fmla="*/ 283361 h 5404001"/>
              <a:gd name="connsiteX7" fmla="*/ 3158559 w 3158559"/>
              <a:gd name="connsiteY7" fmla="*/ 5404001 h 5404001"/>
              <a:gd name="connsiteX8" fmla="*/ 1028700 w 3158559"/>
              <a:gd name="connsiteY8" fmla="*/ 5404001 h 5404001"/>
              <a:gd name="connsiteX9" fmla="*/ 0 w 3158559"/>
              <a:gd name="connsiteY9" fmla="*/ 1235861 h 5404001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8001 h 5406141"/>
              <a:gd name="connsiteX1" fmla="*/ 477587 w 3158559"/>
              <a:gd name="connsiteY1" fmla="*/ 1011807 h 5406141"/>
              <a:gd name="connsiteX2" fmla="*/ 862820 w 3158559"/>
              <a:gd name="connsiteY2" fmla="*/ 626574 h 5406141"/>
              <a:gd name="connsiteX3" fmla="*/ 1051204 w 3158559"/>
              <a:gd name="connsiteY3" fmla="*/ 292141 h 5406141"/>
              <a:gd name="connsiteX4" fmla="*/ 1391987 w 3158559"/>
              <a:gd name="connsiteY4" fmla="*/ 247691 h 5406141"/>
              <a:gd name="connsiteX5" fmla="*/ 1688320 w 3158559"/>
              <a:gd name="connsiteY5" fmla="*/ 93174 h 5406141"/>
              <a:gd name="connsiteX6" fmla="*/ 2249237 w 3158559"/>
              <a:gd name="connsiteY6" fmla="*/ 2157 h 5406141"/>
              <a:gd name="connsiteX7" fmla="*/ 2706437 w 3158559"/>
              <a:gd name="connsiteY7" fmla="*/ 167257 h 5406141"/>
              <a:gd name="connsiteX8" fmla="*/ 3158559 w 3158559"/>
              <a:gd name="connsiteY8" fmla="*/ 285501 h 5406141"/>
              <a:gd name="connsiteX9" fmla="*/ 3158559 w 3158559"/>
              <a:gd name="connsiteY9" fmla="*/ 5406141 h 5406141"/>
              <a:gd name="connsiteX10" fmla="*/ 1028700 w 3158559"/>
              <a:gd name="connsiteY10" fmla="*/ 5406141 h 5406141"/>
              <a:gd name="connsiteX11" fmla="*/ 0 w 3158559"/>
              <a:gd name="connsiteY11" fmla="*/ 1238001 h 5406141"/>
              <a:gd name="connsiteX0" fmla="*/ 0 w 3158559"/>
              <a:gd name="connsiteY0" fmla="*/ 1238001 h 5406141"/>
              <a:gd name="connsiteX1" fmla="*/ 477587 w 3158559"/>
              <a:gd name="connsiteY1" fmla="*/ 1011807 h 5406141"/>
              <a:gd name="connsiteX2" fmla="*/ 862820 w 3158559"/>
              <a:gd name="connsiteY2" fmla="*/ 626574 h 5406141"/>
              <a:gd name="connsiteX3" fmla="*/ 1051204 w 3158559"/>
              <a:gd name="connsiteY3" fmla="*/ 292141 h 5406141"/>
              <a:gd name="connsiteX4" fmla="*/ 1391987 w 3158559"/>
              <a:gd name="connsiteY4" fmla="*/ 247691 h 5406141"/>
              <a:gd name="connsiteX5" fmla="*/ 1688320 w 3158559"/>
              <a:gd name="connsiteY5" fmla="*/ 93174 h 5406141"/>
              <a:gd name="connsiteX6" fmla="*/ 2249237 w 3158559"/>
              <a:gd name="connsiteY6" fmla="*/ 2157 h 5406141"/>
              <a:gd name="connsiteX7" fmla="*/ 2706437 w 3158559"/>
              <a:gd name="connsiteY7" fmla="*/ 167257 h 5406141"/>
              <a:gd name="connsiteX8" fmla="*/ 3158559 w 3158559"/>
              <a:gd name="connsiteY8" fmla="*/ 285501 h 5406141"/>
              <a:gd name="connsiteX9" fmla="*/ 3158559 w 3158559"/>
              <a:gd name="connsiteY9" fmla="*/ 5406141 h 5406141"/>
              <a:gd name="connsiteX10" fmla="*/ 1028700 w 3158559"/>
              <a:gd name="connsiteY10" fmla="*/ 5406141 h 5406141"/>
              <a:gd name="connsiteX11" fmla="*/ 0 w 3158559"/>
              <a:gd name="connsiteY11" fmla="*/ 1238001 h 5406141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71198 h 5439338"/>
              <a:gd name="connsiteX1" fmla="*/ 477587 w 3158559"/>
              <a:gd name="connsiteY1" fmla="*/ 1045004 h 5439338"/>
              <a:gd name="connsiteX2" fmla="*/ 862820 w 3158559"/>
              <a:gd name="connsiteY2" fmla="*/ 659771 h 5439338"/>
              <a:gd name="connsiteX3" fmla="*/ 1051204 w 3158559"/>
              <a:gd name="connsiteY3" fmla="*/ 325338 h 5439338"/>
              <a:gd name="connsiteX4" fmla="*/ 1391987 w 3158559"/>
              <a:gd name="connsiteY4" fmla="*/ 280888 h 5439338"/>
              <a:gd name="connsiteX5" fmla="*/ 1688320 w 3158559"/>
              <a:gd name="connsiteY5" fmla="*/ 126371 h 5439338"/>
              <a:gd name="connsiteX6" fmla="*/ 2029104 w 3158559"/>
              <a:gd name="connsiteY6" fmla="*/ 274538 h 5439338"/>
              <a:gd name="connsiteX7" fmla="*/ 2242887 w 3158559"/>
              <a:gd name="connsiteY7" fmla="*/ 1487 h 5439338"/>
              <a:gd name="connsiteX8" fmla="*/ 2706437 w 3158559"/>
              <a:gd name="connsiteY8" fmla="*/ 200454 h 5439338"/>
              <a:gd name="connsiteX9" fmla="*/ 3158559 w 3158559"/>
              <a:gd name="connsiteY9" fmla="*/ 318698 h 5439338"/>
              <a:gd name="connsiteX10" fmla="*/ 3158559 w 3158559"/>
              <a:gd name="connsiteY10" fmla="*/ 5439338 h 5439338"/>
              <a:gd name="connsiteX11" fmla="*/ 1028700 w 3158559"/>
              <a:gd name="connsiteY11" fmla="*/ 5439338 h 5439338"/>
              <a:gd name="connsiteX12" fmla="*/ 0 w 3158559"/>
              <a:gd name="connsiteY12" fmla="*/ 1271198 h 5439338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706437 w 3158559"/>
              <a:gd name="connsiteY8" fmla="*/ 198967 h 5437851"/>
              <a:gd name="connsiteX9" fmla="*/ 3158559 w 3158559"/>
              <a:gd name="connsiteY9" fmla="*/ 317211 h 5437851"/>
              <a:gd name="connsiteX10" fmla="*/ 3158559 w 3158559"/>
              <a:gd name="connsiteY10" fmla="*/ 5437851 h 5437851"/>
              <a:gd name="connsiteX11" fmla="*/ 1028700 w 3158559"/>
              <a:gd name="connsiteY11" fmla="*/ 5437851 h 5437851"/>
              <a:gd name="connsiteX12" fmla="*/ 0 w 3158559"/>
              <a:gd name="connsiteY12" fmla="*/ 1269711 h 5437851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706437 w 3158559"/>
              <a:gd name="connsiteY8" fmla="*/ 198967 h 5437851"/>
              <a:gd name="connsiteX9" fmla="*/ 3158559 w 3158559"/>
              <a:gd name="connsiteY9" fmla="*/ 317211 h 5437851"/>
              <a:gd name="connsiteX10" fmla="*/ 3158559 w 3158559"/>
              <a:gd name="connsiteY10" fmla="*/ 5437851 h 5437851"/>
              <a:gd name="connsiteX11" fmla="*/ 1028700 w 3158559"/>
              <a:gd name="connsiteY11" fmla="*/ 5437851 h 5437851"/>
              <a:gd name="connsiteX12" fmla="*/ 0 w 3158559"/>
              <a:gd name="connsiteY12" fmla="*/ 1269711 h 5437851"/>
              <a:gd name="connsiteX0" fmla="*/ 0 w 3158559"/>
              <a:gd name="connsiteY0" fmla="*/ 1283724 h 5451864"/>
              <a:gd name="connsiteX1" fmla="*/ 477587 w 3158559"/>
              <a:gd name="connsiteY1" fmla="*/ 1057530 h 5451864"/>
              <a:gd name="connsiteX2" fmla="*/ 862820 w 3158559"/>
              <a:gd name="connsiteY2" fmla="*/ 672297 h 5451864"/>
              <a:gd name="connsiteX3" fmla="*/ 1051204 w 3158559"/>
              <a:gd name="connsiteY3" fmla="*/ 337864 h 5451864"/>
              <a:gd name="connsiteX4" fmla="*/ 1391987 w 3158559"/>
              <a:gd name="connsiteY4" fmla="*/ 293414 h 5451864"/>
              <a:gd name="connsiteX5" fmla="*/ 1688320 w 3158559"/>
              <a:gd name="connsiteY5" fmla="*/ 138897 h 5451864"/>
              <a:gd name="connsiteX6" fmla="*/ 2029104 w 3158559"/>
              <a:gd name="connsiteY6" fmla="*/ 287064 h 5451864"/>
              <a:gd name="connsiteX7" fmla="*/ 2242887 w 3158559"/>
              <a:gd name="connsiteY7" fmla="*/ 14013 h 5451864"/>
              <a:gd name="connsiteX8" fmla="*/ 2463020 w 3158559"/>
              <a:gd name="connsiteY8" fmla="*/ 35180 h 5451864"/>
              <a:gd name="connsiteX9" fmla="*/ 2706437 w 3158559"/>
              <a:gd name="connsiteY9" fmla="*/ 212980 h 5451864"/>
              <a:gd name="connsiteX10" fmla="*/ 3158559 w 3158559"/>
              <a:gd name="connsiteY10" fmla="*/ 331224 h 5451864"/>
              <a:gd name="connsiteX11" fmla="*/ 3158559 w 3158559"/>
              <a:gd name="connsiteY11" fmla="*/ 5451864 h 5451864"/>
              <a:gd name="connsiteX12" fmla="*/ 1028700 w 3158559"/>
              <a:gd name="connsiteY12" fmla="*/ 5451864 h 5451864"/>
              <a:gd name="connsiteX13" fmla="*/ 0 w 3158559"/>
              <a:gd name="connsiteY13" fmla="*/ 1283724 h 5451864"/>
              <a:gd name="connsiteX0" fmla="*/ 0 w 3158559"/>
              <a:gd name="connsiteY0" fmla="*/ 1273476 h 5441616"/>
              <a:gd name="connsiteX1" fmla="*/ 477587 w 3158559"/>
              <a:gd name="connsiteY1" fmla="*/ 1047282 h 5441616"/>
              <a:gd name="connsiteX2" fmla="*/ 862820 w 3158559"/>
              <a:gd name="connsiteY2" fmla="*/ 662049 h 5441616"/>
              <a:gd name="connsiteX3" fmla="*/ 1051204 w 3158559"/>
              <a:gd name="connsiteY3" fmla="*/ 327616 h 5441616"/>
              <a:gd name="connsiteX4" fmla="*/ 1391987 w 3158559"/>
              <a:gd name="connsiteY4" fmla="*/ 283166 h 5441616"/>
              <a:gd name="connsiteX5" fmla="*/ 1688320 w 3158559"/>
              <a:gd name="connsiteY5" fmla="*/ 128649 h 5441616"/>
              <a:gd name="connsiteX6" fmla="*/ 2029104 w 3158559"/>
              <a:gd name="connsiteY6" fmla="*/ 276816 h 5441616"/>
              <a:gd name="connsiteX7" fmla="*/ 2242887 w 3158559"/>
              <a:gd name="connsiteY7" fmla="*/ 3765 h 5441616"/>
              <a:gd name="connsiteX8" fmla="*/ 2463020 w 3158559"/>
              <a:gd name="connsiteY8" fmla="*/ 24932 h 5441616"/>
              <a:gd name="connsiteX9" fmla="*/ 2706437 w 3158559"/>
              <a:gd name="connsiteY9" fmla="*/ 202732 h 5441616"/>
              <a:gd name="connsiteX10" fmla="*/ 3158559 w 3158559"/>
              <a:gd name="connsiteY10" fmla="*/ 320976 h 5441616"/>
              <a:gd name="connsiteX11" fmla="*/ 3158559 w 3158559"/>
              <a:gd name="connsiteY11" fmla="*/ 5441616 h 5441616"/>
              <a:gd name="connsiteX12" fmla="*/ 1028700 w 3158559"/>
              <a:gd name="connsiteY12" fmla="*/ 5441616 h 5441616"/>
              <a:gd name="connsiteX13" fmla="*/ 0 w 3158559"/>
              <a:gd name="connsiteY13" fmla="*/ 1273476 h 5441616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463020 w 3158559"/>
              <a:gd name="connsiteY8" fmla="*/ 21167 h 5437851"/>
              <a:gd name="connsiteX9" fmla="*/ 2706437 w 3158559"/>
              <a:gd name="connsiteY9" fmla="*/ 198967 h 5437851"/>
              <a:gd name="connsiteX10" fmla="*/ 3158559 w 3158559"/>
              <a:gd name="connsiteY10" fmla="*/ 317211 h 5437851"/>
              <a:gd name="connsiteX11" fmla="*/ 3158559 w 3158559"/>
              <a:gd name="connsiteY11" fmla="*/ 5437851 h 5437851"/>
              <a:gd name="connsiteX12" fmla="*/ 1028700 w 3158559"/>
              <a:gd name="connsiteY12" fmla="*/ 5437851 h 5437851"/>
              <a:gd name="connsiteX13" fmla="*/ 0 w 3158559"/>
              <a:gd name="connsiteY13" fmla="*/ 1269711 h 5437851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463020 w 3158559"/>
              <a:gd name="connsiteY8" fmla="*/ 21167 h 5437851"/>
              <a:gd name="connsiteX9" fmla="*/ 2706437 w 3158559"/>
              <a:gd name="connsiteY9" fmla="*/ 198967 h 5437851"/>
              <a:gd name="connsiteX10" fmla="*/ 3158559 w 3158559"/>
              <a:gd name="connsiteY10" fmla="*/ 317211 h 5437851"/>
              <a:gd name="connsiteX11" fmla="*/ 3158559 w 3158559"/>
              <a:gd name="connsiteY11" fmla="*/ 5437851 h 5437851"/>
              <a:gd name="connsiteX12" fmla="*/ 1028700 w 3158559"/>
              <a:gd name="connsiteY12" fmla="*/ 5437851 h 5437851"/>
              <a:gd name="connsiteX13" fmla="*/ 0 w 3158559"/>
              <a:gd name="connsiteY13" fmla="*/ 1269711 h 5437851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144827 h 5312967"/>
              <a:gd name="connsiteX1" fmla="*/ 477587 w 3158559"/>
              <a:gd name="connsiteY1" fmla="*/ 918633 h 5312967"/>
              <a:gd name="connsiteX2" fmla="*/ 862820 w 3158559"/>
              <a:gd name="connsiteY2" fmla="*/ 533400 h 5312967"/>
              <a:gd name="connsiteX3" fmla="*/ 1051204 w 3158559"/>
              <a:gd name="connsiteY3" fmla="*/ 198967 h 5312967"/>
              <a:gd name="connsiteX4" fmla="*/ 1391987 w 3158559"/>
              <a:gd name="connsiteY4" fmla="*/ 154517 h 5312967"/>
              <a:gd name="connsiteX5" fmla="*/ 1688320 w 3158559"/>
              <a:gd name="connsiteY5" fmla="*/ 0 h 5312967"/>
              <a:gd name="connsiteX6" fmla="*/ 2029104 w 3158559"/>
              <a:gd name="connsiteY6" fmla="*/ 148167 h 5312967"/>
              <a:gd name="connsiteX7" fmla="*/ 2602720 w 3158559"/>
              <a:gd name="connsiteY7" fmla="*/ 218016 h 5312967"/>
              <a:gd name="connsiteX8" fmla="*/ 2784753 w 3158559"/>
              <a:gd name="connsiteY8" fmla="*/ 260350 h 5312967"/>
              <a:gd name="connsiteX9" fmla="*/ 2706437 w 3158559"/>
              <a:gd name="connsiteY9" fmla="*/ 74083 h 5312967"/>
              <a:gd name="connsiteX10" fmla="*/ 3158559 w 3158559"/>
              <a:gd name="connsiteY10" fmla="*/ 192327 h 5312967"/>
              <a:gd name="connsiteX11" fmla="*/ 3158559 w 3158559"/>
              <a:gd name="connsiteY11" fmla="*/ 5312967 h 5312967"/>
              <a:gd name="connsiteX12" fmla="*/ 1028700 w 3158559"/>
              <a:gd name="connsiteY12" fmla="*/ 5312967 h 5312967"/>
              <a:gd name="connsiteX13" fmla="*/ 0 w 3158559"/>
              <a:gd name="connsiteY13" fmla="*/ 1144827 h 5312967"/>
              <a:gd name="connsiteX0" fmla="*/ 0 w 3158559"/>
              <a:gd name="connsiteY0" fmla="*/ 1144827 h 5312967"/>
              <a:gd name="connsiteX1" fmla="*/ 477587 w 3158559"/>
              <a:gd name="connsiteY1" fmla="*/ 918633 h 5312967"/>
              <a:gd name="connsiteX2" fmla="*/ 862820 w 3158559"/>
              <a:gd name="connsiteY2" fmla="*/ 533400 h 5312967"/>
              <a:gd name="connsiteX3" fmla="*/ 1051204 w 3158559"/>
              <a:gd name="connsiteY3" fmla="*/ 198967 h 5312967"/>
              <a:gd name="connsiteX4" fmla="*/ 1391987 w 3158559"/>
              <a:gd name="connsiteY4" fmla="*/ 154517 h 5312967"/>
              <a:gd name="connsiteX5" fmla="*/ 1688320 w 3158559"/>
              <a:gd name="connsiteY5" fmla="*/ 0 h 5312967"/>
              <a:gd name="connsiteX6" fmla="*/ 2029104 w 3158559"/>
              <a:gd name="connsiteY6" fmla="*/ 148167 h 5312967"/>
              <a:gd name="connsiteX7" fmla="*/ 2602720 w 3158559"/>
              <a:gd name="connsiteY7" fmla="*/ 218016 h 5312967"/>
              <a:gd name="connsiteX8" fmla="*/ 2784753 w 3158559"/>
              <a:gd name="connsiteY8" fmla="*/ 260350 h 5312967"/>
              <a:gd name="connsiteX9" fmla="*/ 3070504 w 3158559"/>
              <a:gd name="connsiteY9" fmla="*/ 179917 h 5312967"/>
              <a:gd name="connsiteX10" fmla="*/ 3158559 w 3158559"/>
              <a:gd name="connsiteY10" fmla="*/ 192327 h 5312967"/>
              <a:gd name="connsiteX11" fmla="*/ 3158559 w 3158559"/>
              <a:gd name="connsiteY11" fmla="*/ 5312967 h 5312967"/>
              <a:gd name="connsiteX12" fmla="*/ 1028700 w 3158559"/>
              <a:gd name="connsiteY12" fmla="*/ 5312967 h 5312967"/>
              <a:gd name="connsiteX13" fmla="*/ 0 w 3158559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2784753 w 3937493"/>
              <a:gd name="connsiteY8" fmla="*/ 260350 h 5312967"/>
              <a:gd name="connsiteX9" fmla="*/ 3070504 w 3937493"/>
              <a:gd name="connsiteY9" fmla="*/ 179917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2784753 w 3937493"/>
              <a:gd name="connsiteY8" fmla="*/ 2603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423882"/>
              <a:gd name="connsiteY0" fmla="*/ 1144827 h 5312967"/>
              <a:gd name="connsiteX1" fmla="*/ 477587 w 3423882"/>
              <a:gd name="connsiteY1" fmla="*/ 918633 h 5312967"/>
              <a:gd name="connsiteX2" fmla="*/ 862820 w 3423882"/>
              <a:gd name="connsiteY2" fmla="*/ 533400 h 5312967"/>
              <a:gd name="connsiteX3" fmla="*/ 1051204 w 3423882"/>
              <a:gd name="connsiteY3" fmla="*/ 198967 h 5312967"/>
              <a:gd name="connsiteX4" fmla="*/ 1391987 w 3423882"/>
              <a:gd name="connsiteY4" fmla="*/ 154517 h 5312967"/>
              <a:gd name="connsiteX5" fmla="*/ 1688320 w 3423882"/>
              <a:gd name="connsiteY5" fmla="*/ 0 h 5312967"/>
              <a:gd name="connsiteX6" fmla="*/ 2029104 w 3423882"/>
              <a:gd name="connsiteY6" fmla="*/ 148167 h 5312967"/>
              <a:gd name="connsiteX7" fmla="*/ 2602720 w 3423882"/>
              <a:gd name="connsiteY7" fmla="*/ 218016 h 5312967"/>
              <a:gd name="connsiteX8" fmla="*/ 3106487 w 3423882"/>
              <a:gd name="connsiteY8" fmla="*/ 146050 h 5312967"/>
              <a:gd name="connsiteX9" fmla="*/ 3413404 w 3423882"/>
              <a:gd name="connsiteY9" fmla="*/ 501650 h 5312967"/>
              <a:gd name="connsiteX10" fmla="*/ 2794493 w 3423882"/>
              <a:gd name="connsiteY10" fmla="*/ 1187160 h 5312967"/>
              <a:gd name="connsiteX11" fmla="*/ 3158559 w 3423882"/>
              <a:gd name="connsiteY11" fmla="*/ 5312967 h 5312967"/>
              <a:gd name="connsiteX12" fmla="*/ 1028700 w 3423882"/>
              <a:gd name="connsiteY12" fmla="*/ 5312967 h 5312967"/>
              <a:gd name="connsiteX13" fmla="*/ 0 w 3423882"/>
              <a:gd name="connsiteY13" fmla="*/ 1144827 h 5312967"/>
              <a:gd name="connsiteX0" fmla="*/ 0 w 3423790"/>
              <a:gd name="connsiteY0" fmla="*/ 1144827 h 5312967"/>
              <a:gd name="connsiteX1" fmla="*/ 477587 w 3423790"/>
              <a:gd name="connsiteY1" fmla="*/ 918633 h 5312967"/>
              <a:gd name="connsiteX2" fmla="*/ 862820 w 3423790"/>
              <a:gd name="connsiteY2" fmla="*/ 533400 h 5312967"/>
              <a:gd name="connsiteX3" fmla="*/ 1051204 w 3423790"/>
              <a:gd name="connsiteY3" fmla="*/ 198967 h 5312967"/>
              <a:gd name="connsiteX4" fmla="*/ 1391987 w 3423790"/>
              <a:gd name="connsiteY4" fmla="*/ 154517 h 5312967"/>
              <a:gd name="connsiteX5" fmla="*/ 1688320 w 3423790"/>
              <a:gd name="connsiteY5" fmla="*/ 0 h 5312967"/>
              <a:gd name="connsiteX6" fmla="*/ 2029104 w 3423790"/>
              <a:gd name="connsiteY6" fmla="*/ 148167 h 5312967"/>
              <a:gd name="connsiteX7" fmla="*/ 2602720 w 3423790"/>
              <a:gd name="connsiteY7" fmla="*/ 218016 h 5312967"/>
              <a:gd name="connsiteX8" fmla="*/ 3106487 w 3423790"/>
              <a:gd name="connsiteY8" fmla="*/ 146050 h 5312967"/>
              <a:gd name="connsiteX9" fmla="*/ 3413404 w 3423790"/>
              <a:gd name="connsiteY9" fmla="*/ 501650 h 5312967"/>
              <a:gd name="connsiteX10" fmla="*/ 2786026 w 3423790"/>
              <a:gd name="connsiteY10" fmla="*/ 1178694 h 5312967"/>
              <a:gd name="connsiteX11" fmla="*/ 3158559 w 3423790"/>
              <a:gd name="connsiteY11" fmla="*/ 5312967 h 5312967"/>
              <a:gd name="connsiteX12" fmla="*/ 1028700 w 3423790"/>
              <a:gd name="connsiteY12" fmla="*/ 5312967 h 5312967"/>
              <a:gd name="connsiteX13" fmla="*/ 0 w 3423790"/>
              <a:gd name="connsiteY13" fmla="*/ 1144827 h 5312967"/>
              <a:gd name="connsiteX0" fmla="*/ 0 w 3413404"/>
              <a:gd name="connsiteY0" fmla="*/ 1144827 h 5312967"/>
              <a:gd name="connsiteX1" fmla="*/ 477587 w 3413404"/>
              <a:gd name="connsiteY1" fmla="*/ 918633 h 5312967"/>
              <a:gd name="connsiteX2" fmla="*/ 862820 w 3413404"/>
              <a:gd name="connsiteY2" fmla="*/ 533400 h 5312967"/>
              <a:gd name="connsiteX3" fmla="*/ 1051204 w 3413404"/>
              <a:gd name="connsiteY3" fmla="*/ 198967 h 5312967"/>
              <a:gd name="connsiteX4" fmla="*/ 1391987 w 3413404"/>
              <a:gd name="connsiteY4" fmla="*/ 154517 h 5312967"/>
              <a:gd name="connsiteX5" fmla="*/ 1688320 w 3413404"/>
              <a:gd name="connsiteY5" fmla="*/ 0 h 5312967"/>
              <a:gd name="connsiteX6" fmla="*/ 2029104 w 3413404"/>
              <a:gd name="connsiteY6" fmla="*/ 148167 h 5312967"/>
              <a:gd name="connsiteX7" fmla="*/ 2602720 w 3413404"/>
              <a:gd name="connsiteY7" fmla="*/ 218016 h 5312967"/>
              <a:gd name="connsiteX8" fmla="*/ 3106487 w 3413404"/>
              <a:gd name="connsiteY8" fmla="*/ 146050 h 5312967"/>
              <a:gd name="connsiteX9" fmla="*/ 3413404 w 3413404"/>
              <a:gd name="connsiteY9" fmla="*/ 501650 h 5312967"/>
              <a:gd name="connsiteX10" fmla="*/ 2786026 w 3413404"/>
              <a:gd name="connsiteY10" fmla="*/ 1178694 h 5312967"/>
              <a:gd name="connsiteX11" fmla="*/ 3158559 w 3413404"/>
              <a:gd name="connsiteY11" fmla="*/ 5312967 h 5312967"/>
              <a:gd name="connsiteX12" fmla="*/ 1028700 w 3413404"/>
              <a:gd name="connsiteY12" fmla="*/ 5312967 h 5312967"/>
              <a:gd name="connsiteX13" fmla="*/ 0 w 3413404"/>
              <a:gd name="connsiteY13" fmla="*/ 1144827 h 5312967"/>
              <a:gd name="connsiteX0" fmla="*/ 0 w 3413404"/>
              <a:gd name="connsiteY0" fmla="*/ 1144827 h 5312967"/>
              <a:gd name="connsiteX1" fmla="*/ 477587 w 3413404"/>
              <a:gd name="connsiteY1" fmla="*/ 918633 h 5312967"/>
              <a:gd name="connsiteX2" fmla="*/ 862820 w 3413404"/>
              <a:gd name="connsiteY2" fmla="*/ 533400 h 5312967"/>
              <a:gd name="connsiteX3" fmla="*/ 1051204 w 3413404"/>
              <a:gd name="connsiteY3" fmla="*/ 198967 h 5312967"/>
              <a:gd name="connsiteX4" fmla="*/ 1391987 w 3413404"/>
              <a:gd name="connsiteY4" fmla="*/ 154517 h 5312967"/>
              <a:gd name="connsiteX5" fmla="*/ 1688320 w 3413404"/>
              <a:gd name="connsiteY5" fmla="*/ 0 h 5312967"/>
              <a:gd name="connsiteX6" fmla="*/ 2029104 w 3413404"/>
              <a:gd name="connsiteY6" fmla="*/ 148167 h 5312967"/>
              <a:gd name="connsiteX7" fmla="*/ 2602720 w 3413404"/>
              <a:gd name="connsiteY7" fmla="*/ 218016 h 5312967"/>
              <a:gd name="connsiteX8" fmla="*/ 3106487 w 3413404"/>
              <a:gd name="connsiteY8" fmla="*/ 146050 h 5312967"/>
              <a:gd name="connsiteX9" fmla="*/ 3413404 w 3413404"/>
              <a:gd name="connsiteY9" fmla="*/ 501650 h 5312967"/>
              <a:gd name="connsiteX10" fmla="*/ 2786026 w 3413404"/>
              <a:gd name="connsiteY10" fmla="*/ 1178694 h 5312967"/>
              <a:gd name="connsiteX11" fmla="*/ 2261092 w 3413404"/>
              <a:gd name="connsiteY11" fmla="*/ 2747567 h 5312967"/>
              <a:gd name="connsiteX12" fmla="*/ 1028700 w 3413404"/>
              <a:gd name="connsiteY12" fmla="*/ 5312967 h 5312967"/>
              <a:gd name="connsiteX13" fmla="*/ 0 w 3413404"/>
              <a:gd name="connsiteY13" fmla="*/ 1144827 h 5312967"/>
              <a:gd name="connsiteX0" fmla="*/ 0 w 3413404"/>
              <a:gd name="connsiteY0" fmla="*/ 1144827 h 2747567"/>
              <a:gd name="connsiteX1" fmla="*/ 477587 w 3413404"/>
              <a:gd name="connsiteY1" fmla="*/ 918633 h 2747567"/>
              <a:gd name="connsiteX2" fmla="*/ 862820 w 3413404"/>
              <a:gd name="connsiteY2" fmla="*/ 533400 h 2747567"/>
              <a:gd name="connsiteX3" fmla="*/ 1051204 w 3413404"/>
              <a:gd name="connsiteY3" fmla="*/ 198967 h 2747567"/>
              <a:gd name="connsiteX4" fmla="*/ 1391987 w 3413404"/>
              <a:gd name="connsiteY4" fmla="*/ 154517 h 2747567"/>
              <a:gd name="connsiteX5" fmla="*/ 1688320 w 3413404"/>
              <a:gd name="connsiteY5" fmla="*/ 0 h 2747567"/>
              <a:gd name="connsiteX6" fmla="*/ 2029104 w 3413404"/>
              <a:gd name="connsiteY6" fmla="*/ 148167 h 2747567"/>
              <a:gd name="connsiteX7" fmla="*/ 2602720 w 3413404"/>
              <a:gd name="connsiteY7" fmla="*/ 218016 h 2747567"/>
              <a:gd name="connsiteX8" fmla="*/ 3106487 w 3413404"/>
              <a:gd name="connsiteY8" fmla="*/ 146050 h 2747567"/>
              <a:gd name="connsiteX9" fmla="*/ 3413404 w 3413404"/>
              <a:gd name="connsiteY9" fmla="*/ 501650 h 2747567"/>
              <a:gd name="connsiteX10" fmla="*/ 2786026 w 3413404"/>
              <a:gd name="connsiteY10" fmla="*/ 1178694 h 2747567"/>
              <a:gd name="connsiteX11" fmla="*/ 2261092 w 3413404"/>
              <a:gd name="connsiteY11" fmla="*/ 2747567 h 2747567"/>
              <a:gd name="connsiteX12" fmla="*/ 901700 w 3413404"/>
              <a:gd name="connsiteY12" fmla="*/ 1773900 h 2747567"/>
              <a:gd name="connsiteX13" fmla="*/ 0 w 3413404"/>
              <a:gd name="connsiteY13" fmla="*/ 1144827 h 2747567"/>
              <a:gd name="connsiteX0" fmla="*/ 0 w 3413404"/>
              <a:gd name="connsiteY0" fmla="*/ 1144827 h 2772967"/>
              <a:gd name="connsiteX1" fmla="*/ 477587 w 3413404"/>
              <a:gd name="connsiteY1" fmla="*/ 918633 h 2772967"/>
              <a:gd name="connsiteX2" fmla="*/ 862820 w 3413404"/>
              <a:gd name="connsiteY2" fmla="*/ 533400 h 2772967"/>
              <a:gd name="connsiteX3" fmla="*/ 1051204 w 3413404"/>
              <a:gd name="connsiteY3" fmla="*/ 198967 h 2772967"/>
              <a:gd name="connsiteX4" fmla="*/ 1391987 w 3413404"/>
              <a:gd name="connsiteY4" fmla="*/ 154517 h 2772967"/>
              <a:gd name="connsiteX5" fmla="*/ 1688320 w 3413404"/>
              <a:gd name="connsiteY5" fmla="*/ 0 h 2772967"/>
              <a:gd name="connsiteX6" fmla="*/ 2029104 w 3413404"/>
              <a:gd name="connsiteY6" fmla="*/ 148167 h 2772967"/>
              <a:gd name="connsiteX7" fmla="*/ 2602720 w 3413404"/>
              <a:gd name="connsiteY7" fmla="*/ 218016 h 2772967"/>
              <a:gd name="connsiteX8" fmla="*/ 3106487 w 3413404"/>
              <a:gd name="connsiteY8" fmla="*/ 146050 h 2772967"/>
              <a:gd name="connsiteX9" fmla="*/ 3413404 w 3413404"/>
              <a:gd name="connsiteY9" fmla="*/ 501650 h 2772967"/>
              <a:gd name="connsiteX10" fmla="*/ 2786026 w 3413404"/>
              <a:gd name="connsiteY10" fmla="*/ 1178694 h 2772967"/>
              <a:gd name="connsiteX11" fmla="*/ 2244159 w 3413404"/>
              <a:gd name="connsiteY11" fmla="*/ 2772967 h 2772967"/>
              <a:gd name="connsiteX12" fmla="*/ 901700 w 3413404"/>
              <a:gd name="connsiteY12" fmla="*/ 1773900 h 2772967"/>
              <a:gd name="connsiteX13" fmla="*/ 0 w 3413404"/>
              <a:gd name="connsiteY13" fmla="*/ 1144827 h 2772967"/>
              <a:gd name="connsiteX0" fmla="*/ 130715 w 2942986"/>
              <a:gd name="connsiteY0" fmla="*/ 1364961 h 2772967"/>
              <a:gd name="connsiteX1" fmla="*/ 7169 w 2942986"/>
              <a:gd name="connsiteY1" fmla="*/ 918633 h 2772967"/>
              <a:gd name="connsiteX2" fmla="*/ 392402 w 2942986"/>
              <a:gd name="connsiteY2" fmla="*/ 533400 h 2772967"/>
              <a:gd name="connsiteX3" fmla="*/ 580786 w 2942986"/>
              <a:gd name="connsiteY3" fmla="*/ 198967 h 2772967"/>
              <a:gd name="connsiteX4" fmla="*/ 921569 w 2942986"/>
              <a:gd name="connsiteY4" fmla="*/ 154517 h 2772967"/>
              <a:gd name="connsiteX5" fmla="*/ 1217902 w 2942986"/>
              <a:gd name="connsiteY5" fmla="*/ 0 h 2772967"/>
              <a:gd name="connsiteX6" fmla="*/ 1558686 w 2942986"/>
              <a:gd name="connsiteY6" fmla="*/ 148167 h 2772967"/>
              <a:gd name="connsiteX7" fmla="*/ 2132302 w 2942986"/>
              <a:gd name="connsiteY7" fmla="*/ 218016 h 2772967"/>
              <a:gd name="connsiteX8" fmla="*/ 2636069 w 2942986"/>
              <a:gd name="connsiteY8" fmla="*/ 146050 h 2772967"/>
              <a:gd name="connsiteX9" fmla="*/ 2942986 w 2942986"/>
              <a:gd name="connsiteY9" fmla="*/ 501650 h 2772967"/>
              <a:gd name="connsiteX10" fmla="*/ 2315608 w 2942986"/>
              <a:gd name="connsiteY10" fmla="*/ 1178694 h 2772967"/>
              <a:gd name="connsiteX11" fmla="*/ 1773741 w 2942986"/>
              <a:gd name="connsiteY11" fmla="*/ 2772967 h 2772967"/>
              <a:gd name="connsiteX12" fmla="*/ 431282 w 2942986"/>
              <a:gd name="connsiteY12" fmla="*/ 1773900 h 2772967"/>
              <a:gd name="connsiteX13" fmla="*/ 130715 w 2942986"/>
              <a:gd name="connsiteY13" fmla="*/ 1364961 h 2772967"/>
              <a:gd name="connsiteX0" fmla="*/ 424113 w 2935817"/>
              <a:gd name="connsiteY0" fmla="*/ 177390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424113 w 2935817"/>
              <a:gd name="connsiteY12" fmla="*/ 1773900 h 2772967"/>
              <a:gd name="connsiteX0" fmla="*/ 424113 w 2935817"/>
              <a:gd name="connsiteY0" fmla="*/ 177390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424113 w 2935817"/>
              <a:gd name="connsiteY12" fmla="*/ 1773900 h 2772967"/>
              <a:gd name="connsiteX0" fmla="*/ 388553 w 2935817"/>
              <a:gd name="connsiteY0" fmla="*/ 178406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388553 w 2935817"/>
              <a:gd name="connsiteY12" fmla="*/ 1784060 h 2772967"/>
              <a:gd name="connsiteX0" fmla="*/ 388553 w 2935817"/>
              <a:gd name="connsiteY0" fmla="*/ 178406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388553 w 293581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593937 w 2956137"/>
              <a:gd name="connsiteY3" fmla="*/ 19896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593937 w 2956137"/>
              <a:gd name="connsiteY3" fmla="*/ 19896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08439 w 2956137"/>
              <a:gd name="connsiteY10" fmla="*/ 116853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08439 w 2956137"/>
              <a:gd name="connsiteY10" fmla="*/ 116853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956137 w 2956137"/>
              <a:gd name="connsiteY8" fmla="*/ 501650 h 2772967"/>
              <a:gd name="connsiteX9" fmla="*/ 2308439 w 2956137"/>
              <a:gd name="connsiteY9" fmla="*/ 1168534 h 2772967"/>
              <a:gd name="connsiteX10" fmla="*/ 1786892 w 2956137"/>
              <a:gd name="connsiteY10" fmla="*/ 2772967 h 2772967"/>
              <a:gd name="connsiteX11" fmla="*/ 408873 w 2956137"/>
              <a:gd name="connsiteY11" fmla="*/ 1784060 h 2772967"/>
              <a:gd name="connsiteX0" fmla="*/ 408873 w 2326232"/>
              <a:gd name="connsiteY0" fmla="*/ 1784060 h 2772967"/>
              <a:gd name="connsiteX1" fmla="*/ 0 w 2326232"/>
              <a:gd name="connsiteY1" fmla="*/ 938953 h 2772967"/>
              <a:gd name="connsiteX2" fmla="*/ 405553 w 2326232"/>
              <a:gd name="connsiteY2" fmla="*/ 533400 h 2772967"/>
              <a:gd name="connsiteX3" fmla="*/ 1122257 w 2326232"/>
              <a:gd name="connsiteY3" fmla="*/ 773007 h 2772967"/>
              <a:gd name="connsiteX4" fmla="*/ 934720 w 2326232"/>
              <a:gd name="connsiteY4" fmla="*/ 154517 h 2772967"/>
              <a:gd name="connsiteX5" fmla="*/ 1231053 w 2326232"/>
              <a:gd name="connsiteY5" fmla="*/ 0 h 2772967"/>
              <a:gd name="connsiteX6" fmla="*/ 1571837 w 2326232"/>
              <a:gd name="connsiteY6" fmla="*/ 148167 h 2772967"/>
              <a:gd name="connsiteX7" fmla="*/ 2145453 w 2326232"/>
              <a:gd name="connsiteY7" fmla="*/ 218016 h 2772967"/>
              <a:gd name="connsiteX8" fmla="*/ 2308439 w 2326232"/>
              <a:gd name="connsiteY8" fmla="*/ 1168534 h 2772967"/>
              <a:gd name="connsiteX9" fmla="*/ 1786892 w 2326232"/>
              <a:gd name="connsiteY9" fmla="*/ 2772967 h 2772967"/>
              <a:gd name="connsiteX10" fmla="*/ 408873 w 2326232"/>
              <a:gd name="connsiteY10" fmla="*/ 1784060 h 2772967"/>
              <a:gd name="connsiteX0" fmla="*/ 408873 w 2308439"/>
              <a:gd name="connsiteY0" fmla="*/ 1784060 h 2772967"/>
              <a:gd name="connsiteX1" fmla="*/ 0 w 2308439"/>
              <a:gd name="connsiteY1" fmla="*/ 938953 h 2772967"/>
              <a:gd name="connsiteX2" fmla="*/ 405553 w 2308439"/>
              <a:gd name="connsiteY2" fmla="*/ 533400 h 2772967"/>
              <a:gd name="connsiteX3" fmla="*/ 1122257 w 2308439"/>
              <a:gd name="connsiteY3" fmla="*/ 773007 h 2772967"/>
              <a:gd name="connsiteX4" fmla="*/ 934720 w 2308439"/>
              <a:gd name="connsiteY4" fmla="*/ 154517 h 2772967"/>
              <a:gd name="connsiteX5" fmla="*/ 1231053 w 2308439"/>
              <a:gd name="connsiteY5" fmla="*/ 0 h 2772967"/>
              <a:gd name="connsiteX6" fmla="*/ 1571837 w 2308439"/>
              <a:gd name="connsiteY6" fmla="*/ 148167 h 2772967"/>
              <a:gd name="connsiteX7" fmla="*/ 2308439 w 2308439"/>
              <a:gd name="connsiteY7" fmla="*/ 1168534 h 2772967"/>
              <a:gd name="connsiteX8" fmla="*/ 1786892 w 2308439"/>
              <a:gd name="connsiteY8" fmla="*/ 2772967 h 2772967"/>
              <a:gd name="connsiteX9" fmla="*/ 408873 w 2308439"/>
              <a:gd name="connsiteY9" fmla="*/ 1784060 h 2772967"/>
              <a:gd name="connsiteX0" fmla="*/ 408873 w 2308439"/>
              <a:gd name="connsiteY0" fmla="*/ 1784060 h 2772967"/>
              <a:gd name="connsiteX1" fmla="*/ 0 w 2308439"/>
              <a:gd name="connsiteY1" fmla="*/ 938953 h 2772967"/>
              <a:gd name="connsiteX2" fmla="*/ 405553 w 2308439"/>
              <a:gd name="connsiteY2" fmla="*/ 533400 h 2772967"/>
              <a:gd name="connsiteX3" fmla="*/ 1122257 w 2308439"/>
              <a:gd name="connsiteY3" fmla="*/ 773007 h 2772967"/>
              <a:gd name="connsiteX4" fmla="*/ 934720 w 2308439"/>
              <a:gd name="connsiteY4" fmla="*/ 154517 h 2772967"/>
              <a:gd name="connsiteX5" fmla="*/ 1231053 w 2308439"/>
              <a:gd name="connsiteY5" fmla="*/ 0 h 2772967"/>
              <a:gd name="connsiteX6" fmla="*/ 2308439 w 2308439"/>
              <a:gd name="connsiteY6" fmla="*/ 1168534 h 2772967"/>
              <a:gd name="connsiteX7" fmla="*/ 1786892 w 2308439"/>
              <a:gd name="connsiteY7" fmla="*/ 2772967 h 2772967"/>
              <a:gd name="connsiteX8" fmla="*/ 408873 w 2308439"/>
              <a:gd name="connsiteY8" fmla="*/ 1784060 h 2772967"/>
              <a:gd name="connsiteX0" fmla="*/ 408873 w 2308439"/>
              <a:gd name="connsiteY0" fmla="*/ 1788157 h 2777064"/>
              <a:gd name="connsiteX1" fmla="*/ 0 w 2308439"/>
              <a:gd name="connsiteY1" fmla="*/ 943050 h 2777064"/>
              <a:gd name="connsiteX2" fmla="*/ 405553 w 2308439"/>
              <a:gd name="connsiteY2" fmla="*/ 537497 h 2777064"/>
              <a:gd name="connsiteX3" fmla="*/ 1122257 w 2308439"/>
              <a:gd name="connsiteY3" fmla="*/ 777104 h 2777064"/>
              <a:gd name="connsiteX4" fmla="*/ 1231053 w 2308439"/>
              <a:gd name="connsiteY4" fmla="*/ 4097 h 2777064"/>
              <a:gd name="connsiteX5" fmla="*/ 2308439 w 2308439"/>
              <a:gd name="connsiteY5" fmla="*/ 1172631 h 2777064"/>
              <a:gd name="connsiteX6" fmla="*/ 1786892 w 2308439"/>
              <a:gd name="connsiteY6" fmla="*/ 2777064 h 2777064"/>
              <a:gd name="connsiteX7" fmla="*/ 408873 w 2308439"/>
              <a:gd name="connsiteY7" fmla="*/ 1788157 h 2777064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439" h="2239567">
                <a:moveTo>
                  <a:pt x="408873" y="1250660"/>
                </a:moveTo>
                <a:cubicBezTo>
                  <a:pt x="299675" y="901224"/>
                  <a:pt x="185398" y="694029"/>
                  <a:pt x="0" y="405553"/>
                </a:cubicBezTo>
                <a:cubicBezTo>
                  <a:pt x="172731" y="313879"/>
                  <a:pt x="237278" y="295275"/>
                  <a:pt x="405553" y="0"/>
                </a:cubicBezTo>
                <a:cubicBezTo>
                  <a:pt x="580390" y="179281"/>
                  <a:pt x="836931" y="194733"/>
                  <a:pt x="1122257" y="239607"/>
                </a:cubicBezTo>
                <a:cubicBezTo>
                  <a:pt x="1662925" y="457223"/>
                  <a:pt x="1445827" y="576127"/>
                  <a:pt x="2308439" y="635134"/>
                </a:cubicBezTo>
                <a:lnTo>
                  <a:pt x="1786892" y="2239567"/>
                </a:lnTo>
                <a:lnTo>
                  <a:pt x="408873" y="1250660"/>
                </a:lnTo>
                <a:close/>
              </a:path>
            </a:pathLst>
          </a:custGeom>
          <a:solidFill>
            <a:schemeClr val="accent1">
              <a:alpha val="69000"/>
            </a:schemeClr>
          </a:solidFill>
          <a:ln w="254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EB843A92-7940-4ED8-B1AF-43C04B03FFFF}"/>
              </a:ext>
            </a:extLst>
          </p:cNvPr>
          <p:cNvSpPr/>
          <p:nvPr/>
        </p:nvSpPr>
        <p:spPr>
          <a:xfrm rot="17295131">
            <a:off x="4757695" y="2402230"/>
            <a:ext cx="2308439" cy="2239567"/>
          </a:xfrm>
          <a:custGeom>
            <a:avLst/>
            <a:gdLst>
              <a:gd name="connsiteX0" fmla="*/ 0 w 2129859"/>
              <a:gd name="connsiteY0" fmla="*/ 0 h 5120640"/>
              <a:gd name="connsiteX1" fmla="*/ 2129859 w 2129859"/>
              <a:gd name="connsiteY1" fmla="*/ 0 h 5120640"/>
              <a:gd name="connsiteX2" fmla="*/ 2129859 w 2129859"/>
              <a:gd name="connsiteY2" fmla="*/ 5120640 h 5120640"/>
              <a:gd name="connsiteX3" fmla="*/ 0 w 2129859"/>
              <a:gd name="connsiteY3" fmla="*/ 5120640 h 5120640"/>
              <a:gd name="connsiteX4" fmla="*/ 0 w 2129859"/>
              <a:gd name="connsiteY4" fmla="*/ 0 h 5120640"/>
              <a:gd name="connsiteX0" fmla="*/ 0 w 2129859"/>
              <a:gd name="connsiteY0" fmla="*/ 283344 h 5403984"/>
              <a:gd name="connsiteX1" fmla="*/ 1220537 w 2129859"/>
              <a:gd name="connsiteY1" fmla="*/ 0 h 5403984"/>
              <a:gd name="connsiteX2" fmla="*/ 2129859 w 2129859"/>
              <a:gd name="connsiteY2" fmla="*/ 283344 h 5403984"/>
              <a:gd name="connsiteX3" fmla="*/ 2129859 w 2129859"/>
              <a:gd name="connsiteY3" fmla="*/ 5403984 h 5403984"/>
              <a:gd name="connsiteX4" fmla="*/ 0 w 2129859"/>
              <a:gd name="connsiteY4" fmla="*/ 5403984 h 5403984"/>
              <a:gd name="connsiteX5" fmla="*/ 0 w 2129859"/>
              <a:gd name="connsiteY5" fmla="*/ 283344 h 5403984"/>
              <a:gd name="connsiteX0" fmla="*/ 0 w 2129859"/>
              <a:gd name="connsiteY0" fmla="*/ 283344 h 5403984"/>
              <a:gd name="connsiteX1" fmla="*/ 1220537 w 2129859"/>
              <a:gd name="connsiteY1" fmla="*/ 0 h 5403984"/>
              <a:gd name="connsiteX2" fmla="*/ 1677737 w 2129859"/>
              <a:gd name="connsiteY2" fmla="*/ 165100 h 5403984"/>
              <a:gd name="connsiteX3" fmla="*/ 2129859 w 2129859"/>
              <a:gd name="connsiteY3" fmla="*/ 283344 h 5403984"/>
              <a:gd name="connsiteX4" fmla="*/ 2129859 w 2129859"/>
              <a:gd name="connsiteY4" fmla="*/ 5403984 h 5403984"/>
              <a:gd name="connsiteX5" fmla="*/ 0 w 2129859"/>
              <a:gd name="connsiteY5" fmla="*/ 5403984 h 5403984"/>
              <a:gd name="connsiteX6" fmla="*/ 0 w 2129859"/>
              <a:gd name="connsiteY6" fmla="*/ 283344 h 5403984"/>
              <a:gd name="connsiteX0" fmla="*/ 0 w 3158559"/>
              <a:gd name="connsiteY0" fmla="*/ 1235844 h 5403984"/>
              <a:gd name="connsiteX1" fmla="*/ 2249237 w 3158559"/>
              <a:gd name="connsiteY1" fmla="*/ 0 h 5403984"/>
              <a:gd name="connsiteX2" fmla="*/ 2706437 w 3158559"/>
              <a:gd name="connsiteY2" fmla="*/ 165100 h 5403984"/>
              <a:gd name="connsiteX3" fmla="*/ 3158559 w 3158559"/>
              <a:gd name="connsiteY3" fmla="*/ 283344 h 5403984"/>
              <a:gd name="connsiteX4" fmla="*/ 3158559 w 3158559"/>
              <a:gd name="connsiteY4" fmla="*/ 5403984 h 5403984"/>
              <a:gd name="connsiteX5" fmla="*/ 1028700 w 3158559"/>
              <a:gd name="connsiteY5" fmla="*/ 5403984 h 5403984"/>
              <a:gd name="connsiteX6" fmla="*/ 0 w 3158559"/>
              <a:gd name="connsiteY6" fmla="*/ 1235844 h 5403984"/>
              <a:gd name="connsiteX0" fmla="*/ 22550 w 3181109"/>
              <a:gd name="connsiteY0" fmla="*/ 1235844 h 5403984"/>
              <a:gd name="connsiteX1" fmla="*/ 500137 w 3181109"/>
              <a:gd name="connsiteY1" fmla="*/ 1009650 h 5403984"/>
              <a:gd name="connsiteX2" fmla="*/ 2271787 w 3181109"/>
              <a:gd name="connsiteY2" fmla="*/ 0 h 5403984"/>
              <a:gd name="connsiteX3" fmla="*/ 2728987 w 3181109"/>
              <a:gd name="connsiteY3" fmla="*/ 165100 h 5403984"/>
              <a:gd name="connsiteX4" fmla="*/ 3181109 w 3181109"/>
              <a:gd name="connsiteY4" fmla="*/ 283344 h 5403984"/>
              <a:gd name="connsiteX5" fmla="*/ 3181109 w 3181109"/>
              <a:gd name="connsiteY5" fmla="*/ 5403984 h 5403984"/>
              <a:gd name="connsiteX6" fmla="*/ 1051250 w 3181109"/>
              <a:gd name="connsiteY6" fmla="*/ 5403984 h 5403984"/>
              <a:gd name="connsiteX7" fmla="*/ 22550 w 3181109"/>
              <a:gd name="connsiteY7" fmla="*/ 1235844 h 5403984"/>
              <a:gd name="connsiteX0" fmla="*/ 11116 w 3169675"/>
              <a:gd name="connsiteY0" fmla="*/ 1235844 h 5403984"/>
              <a:gd name="connsiteX1" fmla="*/ 488703 w 3169675"/>
              <a:gd name="connsiteY1" fmla="*/ 1009650 h 5403984"/>
              <a:gd name="connsiteX2" fmla="*/ 2260353 w 3169675"/>
              <a:gd name="connsiteY2" fmla="*/ 0 h 5403984"/>
              <a:gd name="connsiteX3" fmla="*/ 2717553 w 3169675"/>
              <a:gd name="connsiteY3" fmla="*/ 165100 h 5403984"/>
              <a:gd name="connsiteX4" fmla="*/ 3169675 w 3169675"/>
              <a:gd name="connsiteY4" fmla="*/ 283344 h 5403984"/>
              <a:gd name="connsiteX5" fmla="*/ 3169675 w 3169675"/>
              <a:gd name="connsiteY5" fmla="*/ 5403984 h 5403984"/>
              <a:gd name="connsiteX6" fmla="*/ 1039816 w 3169675"/>
              <a:gd name="connsiteY6" fmla="*/ 5403984 h 5403984"/>
              <a:gd name="connsiteX7" fmla="*/ 11116 w 3169675"/>
              <a:gd name="connsiteY7" fmla="*/ 1235844 h 5403984"/>
              <a:gd name="connsiteX0" fmla="*/ 11116 w 3169675"/>
              <a:gd name="connsiteY0" fmla="*/ 1235844 h 5403984"/>
              <a:gd name="connsiteX1" fmla="*/ 488703 w 3169675"/>
              <a:gd name="connsiteY1" fmla="*/ 1009650 h 5403984"/>
              <a:gd name="connsiteX2" fmla="*/ 2260353 w 3169675"/>
              <a:gd name="connsiteY2" fmla="*/ 0 h 5403984"/>
              <a:gd name="connsiteX3" fmla="*/ 2717553 w 3169675"/>
              <a:gd name="connsiteY3" fmla="*/ 165100 h 5403984"/>
              <a:gd name="connsiteX4" fmla="*/ 3169675 w 3169675"/>
              <a:gd name="connsiteY4" fmla="*/ 283344 h 5403984"/>
              <a:gd name="connsiteX5" fmla="*/ 3169675 w 3169675"/>
              <a:gd name="connsiteY5" fmla="*/ 5403984 h 5403984"/>
              <a:gd name="connsiteX6" fmla="*/ 1039816 w 3169675"/>
              <a:gd name="connsiteY6" fmla="*/ 5403984 h 5403984"/>
              <a:gd name="connsiteX7" fmla="*/ 11116 w 3169675"/>
              <a:gd name="connsiteY7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2249237 w 3158559"/>
              <a:gd name="connsiteY2" fmla="*/ 0 h 5403984"/>
              <a:gd name="connsiteX3" fmla="*/ 2706437 w 3158559"/>
              <a:gd name="connsiteY3" fmla="*/ 165100 h 5403984"/>
              <a:gd name="connsiteX4" fmla="*/ 3158559 w 3158559"/>
              <a:gd name="connsiteY4" fmla="*/ 283344 h 5403984"/>
              <a:gd name="connsiteX5" fmla="*/ 3158559 w 3158559"/>
              <a:gd name="connsiteY5" fmla="*/ 5403984 h 5403984"/>
              <a:gd name="connsiteX6" fmla="*/ 1028700 w 3158559"/>
              <a:gd name="connsiteY6" fmla="*/ 5403984 h 5403984"/>
              <a:gd name="connsiteX7" fmla="*/ 0 w 3158559"/>
              <a:gd name="connsiteY7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90337 w 3158559"/>
              <a:gd name="connsiteY2" fmla="*/ 635016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90337 w 3158559"/>
              <a:gd name="connsiteY2" fmla="*/ 635016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62820 w 3158559"/>
              <a:gd name="connsiteY2" fmla="*/ 624433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62820 w 3158559"/>
              <a:gd name="connsiteY2" fmla="*/ 624433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1 h 5404001"/>
              <a:gd name="connsiteX1" fmla="*/ 477587 w 3158559"/>
              <a:gd name="connsiteY1" fmla="*/ 1009667 h 5404001"/>
              <a:gd name="connsiteX2" fmla="*/ 862820 w 3158559"/>
              <a:gd name="connsiteY2" fmla="*/ 624434 h 5404001"/>
              <a:gd name="connsiteX3" fmla="*/ 1051204 w 3158559"/>
              <a:gd name="connsiteY3" fmla="*/ 290001 h 5404001"/>
              <a:gd name="connsiteX4" fmla="*/ 2249237 w 3158559"/>
              <a:gd name="connsiteY4" fmla="*/ 17 h 5404001"/>
              <a:gd name="connsiteX5" fmla="*/ 2706437 w 3158559"/>
              <a:gd name="connsiteY5" fmla="*/ 165117 h 5404001"/>
              <a:gd name="connsiteX6" fmla="*/ 3158559 w 3158559"/>
              <a:gd name="connsiteY6" fmla="*/ 283361 h 5404001"/>
              <a:gd name="connsiteX7" fmla="*/ 3158559 w 3158559"/>
              <a:gd name="connsiteY7" fmla="*/ 5404001 h 5404001"/>
              <a:gd name="connsiteX8" fmla="*/ 1028700 w 3158559"/>
              <a:gd name="connsiteY8" fmla="*/ 5404001 h 5404001"/>
              <a:gd name="connsiteX9" fmla="*/ 0 w 3158559"/>
              <a:gd name="connsiteY9" fmla="*/ 1235861 h 5404001"/>
              <a:gd name="connsiteX0" fmla="*/ 0 w 3158559"/>
              <a:gd name="connsiteY0" fmla="*/ 1235861 h 5404001"/>
              <a:gd name="connsiteX1" fmla="*/ 477587 w 3158559"/>
              <a:gd name="connsiteY1" fmla="*/ 1009667 h 5404001"/>
              <a:gd name="connsiteX2" fmla="*/ 862820 w 3158559"/>
              <a:gd name="connsiteY2" fmla="*/ 624434 h 5404001"/>
              <a:gd name="connsiteX3" fmla="*/ 1051204 w 3158559"/>
              <a:gd name="connsiteY3" fmla="*/ 290001 h 5404001"/>
              <a:gd name="connsiteX4" fmla="*/ 2249237 w 3158559"/>
              <a:gd name="connsiteY4" fmla="*/ 17 h 5404001"/>
              <a:gd name="connsiteX5" fmla="*/ 2706437 w 3158559"/>
              <a:gd name="connsiteY5" fmla="*/ 165117 h 5404001"/>
              <a:gd name="connsiteX6" fmla="*/ 3158559 w 3158559"/>
              <a:gd name="connsiteY6" fmla="*/ 283361 h 5404001"/>
              <a:gd name="connsiteX7" fmla="*/ 3158559 w 3158559"/>
              <a:gd name="connsiteY7" fmla="*/ 5404001 h 5404001"/>
              <a:gd name="connsiteX8" fmla="*/ 1028700 w 3158559"/>
              <a:gd name="connsiteY8" fmla="*/ 5404001 h 5404001"/>
              <a:gd name="connsiteX9" fmla="*/ 0 w 3158559"/>
              <a:gd name="connsiteY9" fmla="*/ 1235861 h 5404001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8001 h 5406141"/>
              <a:gd name="connsiteX1" fmla="*/ 477587 w 3158559"/>
              <a:gd name="connsiteY1" fmla="*/ 1011807 h 5406141"/>
              <a:gd name="connsiteX2" fmla="*/ 862820 w 3158559"/>
              <a:gd name="connsiteY2" fmla="*/ 626574 h 5406141"/>
              <a:gd name="connsiteX3" fmla="*/ 1051204 w 3158559"/>
              <a:gd name="connsiteY3" fmla="*/ 292141 h 5406141"/>
              <a:gd name="connsiteX4" fmla="*/ 1391987 w 3158559"/>
              <a:gd name="connsiteY4" fmla="*/ 247691 h 5406141"/>
              <a:gd name="connsiteX5" fmla="*/ 1688320 w 3158559"/>
              <a:gd name="connsiteY5" fmla="*/ 93174 h 5406141"/>
              <a:gd name="connsiteX6" fmla="*/ 2249237 w 3158559"/>
              <a:gd name="connsiteY6" fmla="*/ 2157 h 5406141"/>
              <a:gd name="connsiteX7" fmla="*/ 2706437 w 3158559"/>
              <a:gd name="connsiteY7" fmla="*/ 167257 h 5406141"/>
              <a:gd name="connsiteX8" fmla="*/ 3158559 w 3158559"/>
              <a:gd name="connsiteY8" fmla="*/ 285501 h 5406141"/>
              <a:gd name="connsiteX9" fmla="*/ 3158559 w 3158559"/>
              <a:gd name="connsiteY9" fmla="*/ 5406141 h 5406141"/>
              <a:gd name="connsiteX10" fmla="*/ 1028700 w 3158559"/>
              <a:gd name="connsiteY10" fmla="*/ 5406141 h 5406141"/>
              <a:gd name="connsiteX11" fmla="*/ 0 w 3158559"/>
              <a:gd name="connsiteY11" fmla="*/ 1238001 h 5406141"/>
              <a:gd name="connsiteX0" fmla="*/ 0 w 3158559"/>
              <a:gd name="connsiteY0" fmla="*/ 1238001 h 5406141"/>
              <a:gd name="connsiteX1" fmla="*/ 477587 w 3158559"/>
              <a:gd name="connsiteY1" fmla="*/ 1011807 h 5406141"/>
              <a:gd name="connsiteX2" fmla="*/ 862820 w 3158559"/>
              <a:gd name="connsiteY2" fmla="*/ 626574 h 5406141"/>
              <a:gd name="connsiteX3" fmla="*/ 1051204 w 3158559"/>
              <a:gd name="connsiteY3" fmla="*/ 292141 h 5406141"/>
              <a:gd name="connsiteX4" fmla="*/ 1391987 w 3158559"/>
              <a:gd name="connsiteY4" fmla="*/ 247691 h 5406141"/>
              <a:gd name="connsiteX5" fmla="*/ 1688320 w 3158559"/>
              <a:gd name="connsiteY5" fmla="*/ 93174 h 5406141"/>
              <a:gd name="connsiteX6" fmla="*/ 2249237 w 3158559"/>
              <a:gd name="connsiteY6" fmla="*/ 2157 h 5406141"/>
              <a:gd name="connsiteX7" fmla="*/ 2706437 w 3158559"/>
              <a:gd name="connsiteY7" fmla="*/ 167257 h 5406141"/>
              <a:gd name="connsiteX8" fmla="*/ 3158559 w 3158559"/>
              <a:gd name="connsiteY8" fmla="*/ 285501 h 5406141"/>
              <a:gd name="connsiteX9" fmla="*/ 3158559 w 3158559"/>
              <a:gd name="connsiteY9" fmla="*/ 5406141 h 5406141"/>
              <a:gd name="connsiteX10" fmla="*/ 1028700 w 3158559"/>
              <a:gd name="connsiteY10" fmla="*/ 5406141 h 5406141"/>
              <a:gd name="connsiteX11" fmla="*/ 0 w 3158559"/>
              <a:gd name="connsiteY11" fmla="*/ 1238001 h 5406141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71198 h 5439338"/>
              <a:gd name="connsiteX1" fmla="*/ 477587 w 3158559"/>
              <a:gd name="connsiteY1" fmla="*/ 1045004 h 5439338"/>
              <a:gd name="connsiteX2" fmla="*/ 862820 w 3158559"/>
              <a:gd name="connsiteY2" fmla="*/ 659771 h 5439338"/>
              <a:gd name="connsiteX3" fmla="*/ 1051204 w 3158559"/>
              <a:gd name="connsiteY3" fmla="*/ 325338 h 5439338"/>
              <a:gd name="connsiteX4" fmla="*/ 1391987 w 3158559"/>
              <a:gd name="connsiteY4" fmla="*/ 280888 h 5439338"/>
              <a:gd name="connsiteX5" fmla="*/ 1688320 w 3158559"/>
              <a:gd name="connsiteY5" fmla="*/ 126371 h 5439338"/>
              <a:gd name="connsiteX6" fmla="*/ 2029104 w 3158559"/>
              <a:gd name="connsiteY6" fmla="*/ 274538 h 5439338"/>
              <a:gd name="connsiteX7" fmla="*/ 2242887 w 3158559"/>
              <a:gd name="connsiteY7" fmla="*/ 1487 h 5439338"/>
              <a:gd name="connsiteX8" fmla="*/ 2706437 w 3158559"/>
              <a:gd name="connsiteY8" fmla="*/ 200454 h 5439338"/>
              <a:gd name="connsiteX9" fmla="*/ 3158559 w 3158559"/>
              <a:gd name="connsiteY9" fmla="*/ 318698 h 5439338"/>
              <a:gd name="connsiteX10" fmla="*/ 3158559 w 3158559"/>
              <a:gd name="connsiteY10" fmla="*/ 5439338 h 5439338"/>
              <a:gd name="connsiteX11" fmla="*/ 1028700 w 3158559"/>
              <a:gd name="connsiteY11" fmla="*/ 5439338 h 5439338"/>
              <a:gd name="connsiteX12" fmla="*/ 0 w 3158559"/>
              <a:gd name="connsiteY12" fmla="*/ 1271198 h 5439338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706437 w 3158559"/>
              <a:gd name="connsiteY8" fmla="*/ 198967 h 5437851"/>
              <a:gd name="connsiteX9" fmla="*/ 3158559 w 3158559"/>
              <a:gd name="connsiteY9" fmla="*/ 317211 h 5437851"/>
              <a:gd name="connsiteX10" fmla="*/ 3158559 w 3158559"/>
              <a:gd name="connsiteY10" fmla="*/ 5437851 h 5437851"/>
              <a:gd name="connsiteX11" fmla="*/ 1028700 w 3158559"/>
              <a:gd name="connsiteY11" fmla="*/ 5437851 h 5437851"/>
              <a:gd name="connsiteX12" fmla="*/ 0 w 3158559"/>
              <a:gd name="connsiteY12" fmla="*/ 1269711 h 5437851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706437 w 3158559"/>
              <a:gd name="connsiteY8" fmla="*/ 198967 h 5437851"/>
              <a:gd name="connsiteX9" fmla="*/ 3158559 w 3158559"/>
              <a:gd name="connsiteY9" fmla="*/ 317211 h 5437851"/>
              <a:gd name="connsiteX10" fmla="*/ 3158559 w 3158559"/>
              <a:gd name="connsiteY10" fmla="*/ 5437851 h 5437851"/>
              <a:gd name="connsiteX11" fmla="*/ 1028700 w 3158559"/>
              <a:gd name="connsiteY11" fmla="*/ 5437851 h 5437851"/>
              <a:gd name="connsiteX12" fmla="*/ 0 w 3158559"/>
              <a:gd name="connsiteY12" fmla="*/ 1269711 h 5437851"/>
              <a:gd name="connsiteX0" fmla="*/ 0 w 3158559"/>
              <a:gd name="connsiteY0" fmla="*/ 1283724 h 5451864"/>
              <a:gd name="connsiteX1" fmla="*/ 477587 w 3158559"/>
              <a:gd name="connsiteY1" fmla="*/ 1057530 h 5451864"/>
              <a:gd name="connsiteX2" fmla="*/ 862820 w 3158559"/>
              <a:gd name="connsiteY2" fmla="*/ 672297 h 5451864"/>
              <a:gd name="connsiteX3" fmla="*/ 1051204 w 3158559"/>
              <a:gd name="connsiteY3" fmla="*/ 337864 h 5451864"/>
              <a:gd name="connsiteX4" fmla="*/ 1391987 w 3158559"/>
              <a:gd name="connsiteY4" fmla="*/ 293414 h 5451864"/>
              <a:gd name="connsiteX5" fmla="*/ 1688320 w 3158559"/>
              <a:gd name="connsiteY5" fmla="*/ 138897 h 5451864"/>
              <a:gd name="connsiteX6" fmla="*/ 2029104 w 3158559"/>
              <a:gd name="connsiteY6" fmla="*/ 287064 h 5451864"/>
              <a:gd name="connsiteX7" fmla="*/ 2242887 w 3158559"/>
              <a:gd name="connsiteY7" fmla="*/ 14013 h 5451864"/>
              <a:gd name="connsiteX8" fmla="*/ 2463020 w 3158559"/>
              <a:gd name="connsiteY8" fmla="*/ 35180 h 5451864"/>
              <a:gd name="connsiteX9" fmla="*/ 2706437 w 3158559"/>
              <a:gd name="connsiteY9" fmla="*/ 212980 h 5451864"/>
              <a:gd name="connsiteX10" fmla="*/ 3158559 w 3158559"/>
              <a:gd name="connsiteY10" fmla="*/ 331224 h 5451864"/>
              <a:gd name="connsiteX11" fmla="*/ 3158559 w 3158559"/>
              <a:gd name="connsiteY11" fmla="*/ 5451864 h 5451864"/>
              <a:gd name="connsiteX12" fmla="*/ 1028700 w 3158559"/>
              <a:gd name="connsiteY12" fmla="*/ 5451864 h 5451864"/>
              <a:gd name="connsiteX13" fmla="*/ 0 w 3158559"/>
              <a:gd name="connsiteY13" fmla="*/ 1283724 h 5451864"/>
              <a:gd name="connsiteX0" fmla="*/ 0 w 3158559"/>
              <a:gd name="connsiteY0" fmla="*/ 1273476 h 5441616"/>
              <a:gd name="connsiteX1" fmla="*/ 477587 w 3158559"/>
              <a:gd name="connsiteY1" fmla="*/ 1047282 h 5441616"/>
              <a:gd name="connsiteX2" fmla="*/ 862820 w 3158559"/>
              <a:gd name="connsiteY2" fmla="*/ 662049 h 5441616"/>
              <a:gd name="connsiteX3" fmla="*/ 1051204 w 3158559"/>
              <a:gd name="connsiteY3" fmla="*/ 327616 h 5441616"/>
              <a:gd name="connsiteX4" fmla="*/ 1391987 w 3158559"/>
              <a:gd name="connsiteY4" fmla="*/ 283166 h 5441616"/>
              <a:gd name="connsiteX5" fmla="*/ 1688320 w 3158559"/>
              <a:gd name="connsiteY5" fmla="*/ 128649 h 5441616"/>
              <a:gd name="connsiteX6" fmla="*/ 2029104 w 3158559"/>
              <a:gd name="connsiteY6" fmla="*/ 276816 h 5441616"/>
              <a:gd name="connsiteX7" fmla="*/ 2242887 w 3158559"/>
              <a:gd name="connsiteY7" fmla="*/ 3765 h 5441616"/>
              <a:gd name="connsiteX8" fmla="*/ 2463020 w 3158559"/>
              <a:gd name="connsiteY8" fmla="*/ 24932 h 5441616"/>
              <a:gd name="connsiteX9" fmla="*/ 2706437 w 3158559"/>
              <a:gd name="connsiteY9" fmla="*/ 202732 h 5441616"/>
              <a:gd name="connsiteX10" fmla="*/ 3158559 w 3158559"/>
              <a:gd name="connsiteY10" fmla="*/ 320976 h 5441616"/>
              <a:gd name="connsiteX11" fmla="*/ 3158559 w 3158559"/>
              <a:gd name="connsiteY11" fmla="*/ 5441616 h 5441616"/>
              <a:gd name="connsiteX12" fmla="*/ 1028700 w 3158559"/>
              <a:gd name="connsiteY12" fmla="*/ 5441616 h 5441616"/>
              <a:gd name="connsiteX13" fmla="*/ 0 w 3158559"/>
              <a:gd name="connsiteY13" fmla="*/ 1273476 h 5441616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463020 w 3158559"/>
              <a:gd name="connsiteY8" fmla="*/ 21167 h 5437851"/>
              <a:gd name="connsiteX9" fmla="*/ 2706437 w 3158559"/>
              <a:gd name="connsiteY9" fmla="*/ 198967 h 5437851"/>
              <a:gd name="connsiteX10" fmla="*/ 3158559 w 3158559"/>
              <a:gd name="connsiteY10" fmla="*/ 317211 h 5437851"/>
              <a:gd name="connsiteX11" fmla="*/ 3158559 w 3158559"/>
              <a:gd name="connsiteY11" fmla="*/ 5437851 h 5437851"/>
              <a:gd name="connsiteX12" fmla="*/ 1028700 w 3158559"/>
              <a:gd name="connsiteY12" fmla="*/ 5437851 h 5437851"/>
              <a:gd name="connsiteX13" fmla="*/ 0 w 3158559"/>
              <a:gd name="connsiteY13" fmla="*/ 1269711 h 5437851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463020 w 3158559"/>
              <a:gd name="connsiteY8" fmla="*/ 21167 h 5437851"/>
              <a:gd name="connsiteX9" fmla="*/ 2706437 w 3158559"/>
              <a:gd name="connsiteY9" fmla="*/ 198967 h 5437851"/>
              <a:gd name="connsiteX10" fmla="*/ 3158559 w 3158559"/>
              <a:gd name="connsiteY10" fmla="*/ 317211 h 5437851"/>
              <a:gd name="connsiteX11" fmla="*/ 3158559 w 3158559"/>
              <a:gd name="connsiteY11" fmla="*/ 5437851 h 5437851"/>
              <a:gd name="connsiteX12" fmla="*/ 1028700 w 3158559"/>
              <a:gd name="connsiteY12" fmla="*/ 5437851 h 5437851"/>
              <a:gd name="connsiteX13" fmla="*/ 0 w 3158559"/>
              <a:gd name="connsiteY13" fmla="*/ 1269711 h 5437851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144827 h 5312967"/>
              <a:gd name="connsiteX1" fmla="*/ 477587 w 3158559"/>
              <a:gd name="connsiteY1" fmla="*/ 918633 h 5312967"/>
              <a:gd name="connsiteX2" fmla="*/ 862820 w 3158559"/>
              <a:gd name="connsiteY2" fmla="*/ 533400 h 5312967"/>
              <a:gd name="connsiteX3" fmla="*/ 1051204 w 3158559"/>
              <a:gd name="connsiteY3" fmla="*/ 198967 h 5312967"/>
              <a:gd name="connsiteX4" fmla="*/ 1391987 w 3158559"/>
              <a:gd name="connsiteY4" fmla="*/ 154517 h 5312967"/>
              <a:gd name="connsiteX5" fmla="*/ 1688320 w 3158559"/>
              <a:gd name="connsiteY5" fmla="*/ 0 h 5312967"/>
              <a:gd name="connsiteX6" fmla="*/ 2029104 w 3158559"/>
              <a:gd name="connsiteY6" fmla="*/ 148167 h 5312967"/>
              <a:gd name="connsiteX7" fmla="*/ 2602720 w 3158559"/>
              <a:gd name="connsiteY7" fmla="*/ 218016 h 5312967"/>
              <a:gd name="connsiteX8" fmla="*/ 2784753 w 3158559"/>
              <a:gd name="connsiteY8" fmla="*/ 260350 h 5312967"/>
              <a:gd name="connsiteX9" fmla="*/ 2706437 w 3158559"/>
              <a:gd name="connsiteY9" fmla="*/ 74083 h 5312967"/>
              <a:gd name="connsiteX10" fmla="*/ 3158559 w 3158559"/>
              <a:gd name="connsiteY10" fmla="*/ 192327 h 5312967"/>
              <a:gd name="connsiteX11" fmla="*/ 3158559 w 3158559"/>
              <a:gd name="connsiteY11" fmla="*/ 5312967 h 5312967"/>
              <a:gd name="connsiteX12" fmla="*/ 1028700 w 3158559"/>
              <a:gd name="connsiteY12" fmla="*/ 5312967 h 5312967"/>
              <a:gd name="connsiteX13" fmla="*/ 0 w 3158559"/>
              <a:gd name="connsiteY13" fmla="*/ 1144827 h 5312967"/>
              <a:gd name="connsiteX0" fmla="*/ 0 w 3158559"/>
              <a:gd name="connsiteY0" fmla="*/ 1144827 h 5312967"/>
              <a:gd name="connsiteX1" fmla="*/ 477587 w 3158559"/>
              <a:gd name="connsiteY1" fmla="*/ 918633 h 5312967"/>
              <a:gd name="connsiteX2" fmla="*/ 862820 w 3158559"/>
              <a:gd name="connsiteY2" fmla="*/ 533400 h 5312967"/>
              <a:gd name="connsiteX3" fmla="*/ 1051204 w 3158559"/>
              <a:gd name="connsiteY3" fmla="*/ 198967 h 5312967"/>
              <a:gd name="connsiteX4" fmla="*/ 1391987 w 3158559"/>
              <a:gd name="connsiteY4" fmla="*/ 154517 h 5312967"/>
              <a:gd name="connsiteX5" fmla="*/ 1688320 w 3158559"/>
              <a:gd name="connsiteY5" fmla="*/ 0 h 5312967"/>
              <a:gd name="connsiteX6" fmla="*/ 2029104 w 3158559"/>
              <a:gd name="connsiteY6" fmla="*/ 148167 h 5312967"/>
              <a:gd name="connsiteX7" fmla="*/ 2602720 w 3158559"/>
              <a:gd name="connsiteY7" fmla="*/ 218016 h 5312967"/>
              <a:gd name="connsiteX8" fmla="*/ 2784753 w 3158559"/>
              <a:gd name="connsiteY8" fmla="*/ 260350 h 5312967"/>
              <a:gd name="connsiteX9" fmla="*/ 3070504 w 3158559"/>
              <a:gd name="connsiteY9" fmla="*/ 179917 h 5312967"/>
              <a:gd name="connsiteX10" fmla="*/ 3158559 w 3158559"/>
              <a:gd name="connsiteY10" fmla="*/ 192327 h 5312967"/>
              <a:gd name="connsiteX11" fmla="*/ 3158559 w 3158559"/>
              <a:gd name="connsiteY11" fmla="*/ 5312967 h 5312967"/>
              <a:gd name="connsiteX12" fmla="*/ 1028700 w 3158559"/>
              <a:gd name="connsiteY12" fmla="*/ 5312967 h 5312967"/>
              <a:gd name="connsiteX13" fmla="*/ 0 w 3158559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2784753 w 3937493"/>
              <a:gd name="connsiteY8" fmla="*/ 260350 h 5312967"/>
              <a:gd name="connsiteX9" fmla="*/ 3070504 w 3937493"/>
              <a:gd name="connsiteY9" fmla="*/ 179917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2784753 w 3937493"/>
              <a:gd name="connsiteY8" fmla="*/ 2603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423882"/>
              <a:gd name="connsiteY0" fmla="*/ 1144827 h 5312967"/>
              <a:gd name="connsiteX1" fmla="*/ 477587 w 3423882"/>
              <a:gd name="connsiteY1" fmla="*/ 918633 h 5312967"/>
              <a:gd name="connsiteX2" fmla="*/ 862820 w 3423882"/>
              <a:gd name="connsiteY2" fmla="*/ 533400 h 5312967"/>
              <a:gd name="connsiteX3" fmla="*/ 1051204 w 3423882"/>
              <a:gd name="connsiteY3" fmla="*/ 198967 h 5312967"/>
              <a:gd name="connsiteX4" fmla="*/ 1391987 w 3423882"/>
              <a:gd name="connsiteY4" fmla="*/ 154517 h 5312967"/>
              <a:gd name="connsiteX5" fmla="*/ 1688320 w 3423882"/>
              <a:gd name="connsiteY5" fmla="*/ 0 h 5312967"/>
              <a:gd name="connsiteX6" fmla="*/ 2029104 w 3423882"/>
              <a:gd name="connsiteY6" fmla="*/ 148167 h 5312967"/>
              <a:gd name="connsiteX7" fmla="*/ 2602720 w 3423882"/>
              <a:gd name="connsiteY7" fmla="*/ 218016 h 5312967"/>
              <a:gd name="connsiteX8" fmla="*/ 3106487 w 3423882"/>
              <a:gd name="connsiteY8" fmla="*/ 146050 h 5312967"/>
              <a:gd name="connsiteX9" fmla="*/ 3413404 w 3423882"/>
              <a:gd name="connsiteY9" fmla="*/ 501650 h 5312967"/>
              <a:gd name="connsiteX10" fmla="*/ 2794493 w 3423882"/>
              <a:gd name="connsiteY10" fmla="*/ 1187160 h 5312967"/>
              <a:gd name="connsiteX11" fmla="*/ 3158559 w 3423882"/>
              <a:gd name="connsiteY11" fmla="*/ 5312967 h 5312967"/>
              <a:gd name="connsiteX12" fmla="*/ 1028700 w 3423882"/>
              <a:gd name="connsiteY12" fmla="*/ 5312967 h 5312967"/>
              <a:gd name="connsiteX13" fmla="*/ 0 w 3423882"/>
              <a:gd name="connsiteY13" fmla="*/ 1144827 h 5312967"/>
              <a:gd name="connsiteX0" fmla="*/ 0 w 3423790"/>
              <a:gd name="connsiteY0" fmla="*/ 1144827 h 5312967"/>
              <a:gd name="connsiteX1" fmla="*/ 477587 w 3423790"/>
              <a:gd name="connsiteY1" fmla="*/ 918633 h 5312967"/>
              <a:gd name="connsiteX2" fmla="*/ 862820 w 3423790"/>
              <a:gd name="connsiteY2" fmla="*/ 533400 h 5312967"/>
              <a:gd name="connsiteX3" fmla="*/ 1051204 w 3423790"/>
              <a:gd name="connsiteY3" fmla="*/ 198967 h 5312967"/>
              <a:gd name="connsiteX4" fmla="*/ 1391987 w 3423790"/>
              <a:gd name="connsiteY4" fmla="*/ 154517 h 5312967"/>
              <a:gd name="connsiteX5" fmla="*/ 1688320 w 3423790"/>
              <a:gd name="connsiteY5" fmla="*/ 0 h 5312967"/>
              <a:gd name="connsiteX6" fmla="*/ 2029104 w 3423790"/>
              <a:gd name="connsiteY6" fmla="*/ 148167 h 5312967"/>
              <a:gd name="connsiteX7" fmla="*/ 2602720 w 3423790"/>
              <a:gd name="connsiteY7" fmla="*/ 218016 h 5312967"/>
              <a:gd name="connsiteX8" fmla="*/ 3106487 w 3423790"/>
              <a:gd name="connsiteY8" fmla="*/ 146050 h 5312967"/>
              <a:gd name="connsiteX9" fmla="*/ 3413404 w 3423790"/>
              <a:gd name="connsiteY9" fmla="*/ 501650 h 5312967"/>
              <a:gd name="connsiteX10" fmla="*/ 2786026 w 3423790"/>
              <a:gd name="connsiteY10" fmla="*/ 1178694 h 5312967"/>
              <a:gd name="connsiteX11" fmla="*/ 3158559 w 3423790"/>
              <a:gd name="connsiteY11" fmla="*/ 5312967 h 5312967"/>
              <a:gd name="connsiteX12" fmla="*/ 1028700 w 3423790"/>
              <a:gd name="connsiteY12" fmla="*/ 5312967 h 5312967"/>
              <a:gd name="connsiteX13" fmla="*/ 0 w 3423790"/>
              <a:gd name="connsiteY13" fmla="*/ 1144827 h 5312967"/>
              <a:gd name="connsiteX0" fmla="*/ 0 w 3413404"/>
              <a:gd name="connsiteY0" fmla="*/ 1144827 h 5312967"/>
              <a:gd name="connsiteX1" fmla="*/ 477587 w 3413404"/>
              <a:gd name="connsiteY1" fmla="*/ 918633 h 5312967"/>
              <a:gd name="connsiteX2" fmla="*/ 862820 w 3413404"/>
              <a:gd name="connsiteY2" fmla="*/ 533400 h 5312967"/>
              <a:gd name="connsiteX3" fmla="*/ 1051204 w 3413404"/>
              <a:gd name="connsiteY3" fmla="*/ 198967 h 5312967"/>
              <a:gd name="connsiteX4" fmla="*/ 1391987 w 3413404"/>
              <a:gd name="connsiteY4" fmla="*/ 154517 h 5312967"/>
              <a:gd name="connsiteX5" fmla="*/ 1688320 w 3413404"/>
              <a:gd name="connsiteY5" fmla="*/ 0 h 5312967"/>
              <a:gd name="connsiteX6" fmla="*/ 2029104 w 3413404"/>
              <a:gd name="connsiteY6" fmla="*/ 148167 h 5312967"/>
              <a:gd name="connsiteX7" fmla="*/ 2602720 w 3413404"/>
              <a:gd name="connsiteY7" fmla="*/ 218016 h 5312967"/>
              <a:gd name="connsiteX8" fmla="*/ 3106487 w 3413404"/>
              <a:gd name="connsiteY8" fmla="*/ 146050 h 5312967"/>
              <a:gd name="connsiteX9" fmla="*/ 3413404 w 3413404"/>
              <a:gd name="connsiteY9" fmla="*/ 501650 h 5312967"/>
              <a:gd name="connsiteX10" fmla="*/ 2786026 w 3413404"/>
              <a:gd name="connsiteY10" fmla="*/ 1178694 h 5312967"/>
              <a:gd name="connsiteX11" fmla="*/ 3158559 w 3413404"/>
              <a:gd name="connsiteY11" fmla="*/ 5312967 h 5312967"/>
              <a:gd name="connsiteX12" fmla="*/ 1028700 w 3413404"/>
              <a:gd name="connsiteY12" fmla="*/ 5312967 h 5312967"/>
              <a:gd name="connsiteX13" fmla="*/ 0 w 3413404"/>
              <a:gd name="connsiteY13" fmla="*/ 1144827 h 5312967"/>
              <a:gd name="connsiteX0" fmla="*/ 0 w 3413404"/>
              <a:gd name="connsiteY0" fmla="*/ 1144827 h 5312967"/>
              <a:gd name="connsiteX1" fmla="*/ 477587 w 3413404"/>
              <a:gd name="connsiteY1" fmla="*/ 918633 h 5312967"/>
              <a:gd name="connsiteX2" fmla="*/ 862820 w 3413404"/>
              <a:gd name="connsiteY2" fmla="*/ 533400 h 5312967"/>
              <a:gd name="connsiteX3" fmla="*/ 1051204 w 3413404"/>
              <a:gd name="connsiteY3" fmla="*/ 198967 h 5312967"/>
              <a:gd name="connsiteX4" fmla="*/ 1391987 w 3413404"/>
              <a:gd name="connsiteY4" fmla="*/ 154517 h 5312967"/>
              <a:gd name="connsiteX5" fmla="*/ 1688320 w 3413404"/>
              <a:gd name="connsiteY5" fmla="*/ 0 h 5312967"/>
              <a:gd name="connsiteX6" fmla="*/ 2029104 w 3413404"/>
              <a:gd name="connsiteY6" fmla="*/ 148167 h 5312967"/>
              <a:gd name="connsiteX7" fmla="*/ 2602720 w 3413404"/>
              <a:gd name="connsiteY7" fmla="*/ 218016 h 5312967"/>
              <a:gd name="connsiteX8" fmla="*/ 3106487 w 3413404"/>
              <a:gd name="connsiteY8" fmla="*/ 146050 h 5312967"/>
              <a:gd name="connsiteX9" fmla="*/ 3413404 w 3413404"/>
              <a:gd name="connsiteY9" fmla="*/ 501650 h 5312967"/>
              <a:gd name="connsiteX10" fmla="*/ 2786026 w 3413404"/>
              <a:gd name="connsiteY10" fmla="*/ 1178694 h 5312967"/>
              <a:gd name="connsiteX11" fmla="*/ 2261092 w 3413404"/>
              <a:gd name="connsiteY11" fmla="*/ 2747567 h 5312967"/>
              <a:gd name="connsiteX12" fmla="*/ 1028700 w 3413404"/>
              <a:gd name="connsiteY12" fmla="*/ 5312967 h 5312967"/>
              <a:gd name="connsiteX13" fmla="*/ 0 w 3413404"/>
              <a:gd name="connsiteY13" fmla="*/ 1144827 h 5312967"/>
              <a:gd name="connsiteX0" fmla="*/ 0 w 3413404"/>
              <a:gd name="connsiteY0" fmla="*/ 1144827 h 2747567"/>
              <a:gd name="connsiteX1" fmla="*/ 477587 w 3413404"/>
              <a:gd name="connsiteY1" fmla="*/ 918633 h 2747567"/>
              <a:gd name="connsiteX2" fmla="*/ 862820 w 3413404"/>
              <a:gd name="connsiteY2" fmla="*/ 533400 h 2747567"/>
              <a:gd name="connsiteX3" fmla="*/ 1051204 w 3413404"/>
              <a:gd name="connsiteY3" fmla="*/ 198967 h 2747567"/>
              <a:gd name="connsiteX4" fmla="*/ 1391987 w 3413404"/>
              <a:gd name="connsiteY4" fmla="*/ 154517 h 2747567"/>
              <a:gd name="connsiteX5" fmla="*/ 1688320 w 3413404"/>
              <a:gd name="connsiteY5" fmla="*/ 0 h 2747567"/>
              <a:gd name="connsiteX6" fmla="*/ 2029104 w 3413404"/>
              <a:gd name="connsiteY6" fmla="*/ 148167 h 2747567"/>
              <a:gd name="connsiteX7" fmla="*/ 2602720 w 3413404"/>
              <a:gd name="connsiteY7" fmla="*/ 218016 h 2747567"/>
              <a:gd name="connsiteX8" fmla="*/ 3106487 w 3413404"/>
              <a:gd name="connsiteY8" fmla="*/ 146050 h 2747567"/>
              <a:gd name="connsiteX9" fmla="*/ 3413404 w 3413404"/>
              <a:gd name="connsiteY9" fmla="*/ 501650 h 2747567"/>
              <a:gd name="connsiteX10" fmla="*/ 2786026 w 3413404"/>
              <a:gd name="connsiteY10" fmla="*/ 1178694 h 2747567"/>
              <a:gd name="connsiteX11" fmla="*/ 2261092 w 3413404"/>
              <a:gd name="connsiteY11" fmla="*/ 2747567 h 2747567"/>
              <a:gd name="connsiteX12" fmla="*/ 901700 w 3413404"/>
              <a:gd name="connsiteY12" fmla="*/ 1773900 h 2747567"/>
              <a:gd name="connsiteX13" fmla="*/ 0 w 3413404"/>
              <a:gd name="connsiteY13" fmla="*/ 1144827 h 2747567"/>
              <a:gd name="connsiteX0" fmla="*/ 0 w 3413404"/>
              <a:gd name="connsiteY0" fmla="*/ 1144827 h 2772967"/>
              <a:gd name="connsiteX1" fmla="*/ 477587 w 3413404"/>
              <a:gd name="connsiteY1" fmla="*/ 918633 h 2772967"/>
              <a:gd name="connsiteX2" fmla="*/ 862820 w 3413404"/>
              <a:gd name="connsiteY2" fmla="*/ 533400 h 2772967"/>
              <a:gd name="connsiteX3" fmla="*/ 1051204 w 3413404"/>
              <a:gd name="connsiteY3" fmla="*/ 198967 h 2772967"/>
              <a:gd name="connsiteX4" fmla="*/ 1391987 w 3413404"/>
              <a:gd name="connsiteY4" fmla="*/ 154517 h 2772967"/>
              <a:gd name="connsiteX5" fmla="*/ 1688320 w 3413404"/>
              <a:gd name="connsiteY5" fmla="*/ 0 h 2772967"/>
              <a:gd name="connsiteX6" fmla="*/ 2029104 w 3413404"/>
              <a:gd name="connsiteY6" fmla="*/ 148167 h 2772967"/>
              <a:gd name="connsiteX7" fmla="*/ 2602720 w 3413404"/>
              <a:gd name="connsiteY7" fmla="*/ 218016 h 2772967"/>
              <a:gd name="connsiteX8" fmla="*/ 3106487 w 3413404"/>
              <a:gd name="connsiteY8" fmla="*/ 146050 h 2772967"/>
              <a:gd name="connsiteX9" fmla="*/ 3413404 w 3413404"/>
              <a:gd name="connsiteY9" fmla="*/ 501650 h 2772967"/>
              <a:gd name="connsiteX10" fmla="*/ 2786026 w 3413404"/>
              <a:gd name="connsiteY10" fmla="*/ 1178694 h 2772967"/>
              <a:gd name="connsiteX11" fmla="*/ 2244159 w 3413404"/>
              <a:gd name="connsiteY11" fmla="*/ 2772967 h 2772967"/>
              <a:gd name="connsiteX12" fmla="*/ 901700 w 3413404"/>
              <a:gd name="connsiteY12" fmla="*/ 1773900 h 2772967"/>
              <a:gd name="connsiteX13" fmla="*/ 0 w 3413404"/>
              <a:gd name="connsiteY13" fmla="*/ 1144827 h 2772967"/>
              <a:gd name="connsiteX0" fmla="*/ 130715 w 2942986"/>
              <a:gd name="connsiteY0" fmla="*/ 1364961 h 2772967"/>
              <a:gd name="connsiteX1" fmla="*/ 7169 w 2942986"/>
              <a:gd name="connsiteY1" fmla="*/ 918633 h 2772967"/>
              <a:gd name="connsiteX2" fmla="*/ 392402 w 2942986"/>
              <a:gd name="connsiteY2" fmla="*/ 533400 h 2772967"/>
              <a:gd name="connsiteX3" fmla="*/ 580786 w 2942986"/>
              <a:gd name="connsiteY3" fmla="*/ 198967 h 2772967"/>
              <a:gd name="connsiteX4" fmla="*/ 921569 w 2942986"/>
              <a:gd name="connsiteY4" fmla="*/ 154517 h 2772967"/>
              <a:gd name="connsiteX5" fmla="*/ 1217902 w 2942986"/>
              <a:gd name="connsiteY5" fmla="*/ 0 h 2772967"/>
              <a:gd name="connsiteX6" fmla="*/ 1558686 w 2942986"/>
              <a:gd name="connsiteY6" fmla="*/ 148167 h 2772967"/>
              <a:gd name="connsiteX7" fmla="*/ 2132302 w 2942986"/>
              <a:gd name="connsiteY7" fmla="*/ 218016 h 2772967"/>
              <a:gd name="connsiteX8" fmla="*/ 2636069 w 2942986"/>
              <a:gd name="connsiteY8" fmla="*/ 146050 h 2772967"/>
              <a:gd name="connsiteX9" fmla="*/ 2942986 w 2942986"/>
              <a:gd name="connsiteY9" fmla="*/ 501650 h 2772967"/>
              <a:gd name="connsiteX10" fmla="*/ 2315608 w 2942986"/>
              <a:gd name="connsiteY10" fmla="*/ 1178694 h 2772967"/>
              <a:gd name="connsiteX11" fmla="*/ 1773741 w 2942986"/>
              <a:gd name="connsiteY11" fmla="*/ 2772967 h 2772967"/>
              <a:gd name="connsiteX12" fmla="*/ 431282 w 2942986"/>
              <a:gd name="connsiteY12" fmla="*/ 1773900 h 2772967"/>
              <a:gd name="connsiteX13" fmla="*/ 130715 w 2942986"/>
              <a:gd name="connsiteY13" fmla="*/ 1364961 h 2772967"/>
              <a:gd name="connsiteX0" fmla="*/ 424113 w 2935817"/>
              <a:gd name="connsiteY0" fmla="*/ 177390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424113 w 2935817"/>
              <a:gd name="connsiteY12" fmla="*/ 1773900 h 2772967"/>
              <a:gd name="connsiteX0" fmla="*/ 424113 w 2935817"/>
              <a:gd name="connsiteY0" fmla="*/ 177390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424113 w 2935817"/>
              <a:gd name="connsiteY12" fmla="*/ 1773900 h 2772967"/>
              <a:gd name="connsiteX0" fmla="*/ 388553 w 2935817"/>
              <a:gd name="connsiteY0" fmla="*/ 178406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388553 w 2935817"/>
              <a:gd name="connsiteY12" fmla="*/ 1784060 h 2772967"/>
              <a:gd name="connsiteX0" fmla="*/ 388553 w 2935817"/>
              <a:gd name="connsiteY0" fmla="*/ 178406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388553 w 293581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593937 w 2956137"/>
              <a:gd name="connsiteY3" fmla="*/ 19896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593937 w 2956137"/>
              <a:gd name="connsiteY3" fmla="*/ 19896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08439 w 2956137"/>
              <a:gd name="connsiteY10" fmla="*/ 116853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08439 w 2956137"/>
              <a:gd name="connsiteY10" fmla="*/ 116853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956137 w 2956137"/>
              <a:gd name="connsiteY8" fmla="*/ 501650 h 2772967"/>
              <a:gd name="connsiteX9" fmla="*/ 2308439 w 2956137"/>
              <a:gd name="connsiteY9" fmla="*/ 1168534 h 2772967"/>
              <a:gd name="connsiteX10" fmla="*/ 1786892 w 2956137"/>
              <a:gd name="connsiteY10" fmla="*/ 2772967 h 2772967"/>
              <a:gd name="connsiteX11" fmla="*/ 408873 w 2956137"/>
              <a:gd name="connsiteY11" fmla="*/ 1784060 h 2772967"/>
              <a:gd name="connsiteX0" fmla="*/ 408873 w 2326232"/>
              <a:gd name="connsiteY0" fmla="*/ 1784060 h 2772967"/>
              <a:gd name="connsiteX1" fmla="*/ 0 w 2326232"/>
              <a:gd name="connsiteY1" fmla="*/ 938953 h 2772967"/>
              <a:gd name="connsiteX2" fmla="*/ 405553 w 2326232"/>
              <a:gd name="connsiteY2" fmla="*/ 533400 h 2772967"/>
              <a:gd name="connsiteX3" fmla="*/ 1122257 w 2326232"/>
              <a:gd name="connsiteY3" fmla="*/ 773007 h 2772967"/>
              <a:gd name="connsiteX4" fmla="*/ 934720 w 2326232"/>
              <a:gd name="connsiteY4" fmla="*/ 154517 h 2772967"/>
              <a:gd name="connsiteX5" fmla="*/ 1231053 w 2326232"/>
              <a:gd name="connsiteY5" fmla="*/ 0 h 2772967"/>
              <a:gd name="connsiteX6" fmla="*/ 1571837 w 2326232"/>
              <a:gd name="connsiteY6" fmla="*/ 148167 h 2772967"/>
              <a:gd name="connsiteX7" fmla="*/ 2145453 w 2326232"/>
              <a:gd name="connsiteY7" fmla="*/ 218016 h 2772967"/>
              <a:gd name="connsiteX8" fmla="*/ 2308439 w 2326232"/>
              <a:gd name="connsiteY8" fmla="*/ 1168534 h 2772967"/>
              <a:gd name="connsiteX9" fmla="*/ 1786892 w 2326232"/>
              <a:gd name="connsiteY9" fmla="*/ 2772967 h 2772967"/>
              <a:gd name="connsiteX10" fmla="*/ 408873 w 2326232"/>
              <a:gd name="connsiteY10" fmla="*/ 1784060 h 2772967"/>
              <a:gd name="connsiteX0" fmla="*/ 408873 w 2308439"/>
              <a:gd name="connsiteY0" fmla="*/ 1784060 h 2772967"/>
              <a:gd name="connsiteX1" fmla="*/ 0 w 2308439"/>
              <a:gd name="connsiteY1" fmla="*/ 938953 h 2772967"/>
              <a:gd name="connsiteX2" fmla="*/ 405553 w 2308439"/>
              <a:gd name="connsiteY2" fmla="*/ 533400 h 2772967"/>
              <a:gd name="connsiteX3" fmla="*/ 1122257 w 2308439"/>
              <a:gd name="connsiteY3" fmla="*/ 773007 h 2772967"/>
              <a:gd name="connsiteX4" fmla="*/ 934720 w 2308439"/>
              <a:gd name="connsiteY4" fmla="*/ 154517 h 2772967"/>
              <a:gd name="connsiteX5" fmla="*/ 1231053 w 2308439"/>
              <a:gd name="connsiteY5" fmla="*/ 0 h 2772967"/>
              <a:gd name="connsiteX6" fmla="*/ 1571837 w 2308439"/>
              <a:gd name="connsiteY6" fmla="*/ 148167 h 2772967"/>
              <a:gd name="connsiteX7" fmla="*/ 2308439 w 2308439"/>
              <a:gd name="connsiteY7" fmla="*/ 1168534 h 2772967"/>
              <a:gd name="connsiteX8" fmla="*/ 1786892 w 2308439"/>
              <a:gd name="connsiteY8" fmla="*/ 2772967 h 2772967"/>
              <a:gd name="connsiteX9" fmla="*/ 408873 w 2308439"/>
              <a:gd name="connsiteY9" fmla="*/ 1784060 h 2772967"/>
              <a:gd name="connsiteX0" fmla="*/ 408873 w 2308439"/>
              <a:gd name="connsiteY0" fmla="*/ 1784060 h 2772967"/>
              <a:gd name="connsiteX1" fmla="*/ 0 w 2308439"/>
              <a:gd name="connsiteY1" fmla="*/ 938953 h 2772967"/>
              <a:gd name="connsiteX2" fmla="*/ 405553 w 2308439"/>
              <a:gd name="connsiteY2" fmla="*/ 533400 h 2772967"/>
              <a:gd name="connsiteX3" fmla="*/ 1122257 w 2308439"/>
              <a:gd name="connsiteY3" fmla="*/ 773007 h 2772967"/>
              <a:gd name="connsiteX4" fmla="*/ 934720 w 2308439"/>
              <a:gd name="connsiteY4" fmla="*/ 154517 h 2772967"/>
              <a:gd name="connsiteX5" fmla="*/ 1231053 w 2308439"/>
              <a:gd name="connsiteY5" fmla="*/ 0 h 2772967"/>
              <a:gd name="connsiteX6" fmla="*/ 2308439 w 2308439"/>
              <a:gd name="connsiteY6" fmla="*/ 1168534 h 2772967"/>
              <a:gd name="connsiteX7" fmla="*/ 1786892 w 2308439"/>
              <a:gd name="connsiteY7" fmla="*/ 2772967 h 2772967"/>
              <a:gd name="connsiteX8" fmla="*/ 408873 w 2308439"/>
              <a:gd name="connsiteY8" fmla="*/ 1784060 h 2772967"/>
              <a:gd name="connsiteX0" fmla="*/ 408873 w 2308439"/>
              <a:gd name="connsiteY0" fmla="*/ 1788157 h 2777064"/>
              <a:gd name="connsiteX1" fmla="*/ 0 w 2308439"/>
              <a:gd name="connsiteY1" fmla="*/ 943050 h 2777064"/>
              <a:gd name="connsiteX2" fmla="*/ 405553 w 2308439"/>
              <a:gd name="connsiteY2" fmla="*/ 537497 h 2777064"/>
              <a:gd name="connsiteX3" fmla="*/ 1122257 w 2308439"/>
              <a:gd name="connsiteY3" fmla="*/ 777104 h 2777064"/>
              <a:gd name="connsiteX4" fmla="*/ 1231053 w 2308439"/>
              <a:gd name="connsiteY4" fmla="*/ 4097 h 2777064"/>
              <a:gd name="connsiteX5" fmla="*/ 2308439 w 2308439"/>
              <a:gd name="connsiteY5" fmla="*/ 1172631 h 2777064"/>
              <a:gd name="connsiteX6" fmla="*/ 1786892 w 2308439"/>
              <a:gd name="connsiteY6" fmla="*/ 2777064 h 2777064"/>
              <a:gd name="connsiteX7" fmla="*/ 408873 w 2308439"/>
              <a:gd name="connsiteY7" fmla="*/ 1788157 h 2777064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  <a:gd name="connsiteX0" fmla="*/ 408873 w 2308439"/>
              <a:gd name="connsiteY0" fmla="*/ 1250660 h 2239567"/>
              <a:gd name="connsiteX1" fmla="*/ 0 w 2308439"/>
              <a:gd name="connsiteY1" fmla="*/ 405553 h 2239567"/>
              <a:gd name="connsiteX2" fmla="*/ 405553 w 2308439"/>
              <a:gd name="connsiteY2" fmla="*/ 0 h 2239567"/>
              <a:gd name="connsiteX3" fmla="*/ 1122257 w 2308439"/>
              <a:gd name="connsiteY3" fmla="*/ 239607 h 2239567"/>
              <a:gd name="connsiteX4" fmla="*/ 2308439 w 2308439"/>
              <a:gd name="connsiteY4" fmla="*/ 635134 h 2239567"/>
              <a:gd name="connsiteX5" fmla="*/ 1786892 w 2308439"/>
              <a:gd name="connsiteY5" fmla="*/ 2239567 h 2239567"/>
              <a:gd name="connsiteX6" fmla="*/ 408873 w 2308439"/>
              <a:gd name="connsiteY6" fmla="*/ 1250660 h 223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439" h="2239567">
                <a:moveTo>
                  <a:pt x="408873" y="1250660"/>
                </a:moveTo>
                <a:cubicBezTo>
                  <a:pt x="299675" y="901224"/>
                  <a:pt x="185398" y="694029"/>
                  <a:pt x="0" y="405553"/>
                </a:cubicBezTo>
                <a:cubicBezTo>
                  <a:pt x="172731" y="313879"/>
                  <a:pt x="237278" y="295275"/>
                  <a:pt x="405553" y="0"/>
                </a:cubicBezTo>
                <a:cubicBezTo>
                  <a:pt x="580390" y="179281"/>
                  <a:pt x="836931" y="194733"/>
                  <a:pt x="1122257" y="239607"/>
                </a:cubicBezTo>
                <a:cubicBezTo>
                  <a:pt x="1662925" y="457223"/>
                  <a:pt x="1445827" y="576127"/>
                  <a:pt x="2308439" y="635134"/>
                </a:cubicBezTo>
                <a:lnTo>
                  <a:pt x="1786892" y="2239567"/>
                </a:lnTo>
                <a:lnTo>
                  <a:pt x="408873" y="1250660"/>
                </a:lnTo>
                <a:close/>
              </a:path>
            </a:pathLst>
          </a:custGeom>
          <a:solidFill>
            <a:schemeClr val="accent1">
              <a:alpha val="69000"/>
            </a:schemeClr>
          </a:solidFill>
          <a:ln w="254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91482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32D712-1125-47D4-B186-DA25440BC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480" y="190500"/>
            <a:ext cx="6172200" cy="6172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7C67A89-4E69-45EE-84AB-52AC1BE15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4887" y="-481258"/>
            <a:ext cx="4140413" cy="433092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EE92B65-1137-4680-A81B-FD083F7BE008}"/>
              </a:ext>
            </a:extLst>
          </p:cNvPr>
          <p:cNvGrpSpPr/>
          <p:nvPr/>
        </p:nvGrpSpPr>
        <p:grpSpPr>
          <a:xfrm>
            <a:off x="-1440182" y="4292359"/>
            <a:ext cx="5534662" cy="5610502"/>
            <a:chOff x="4300444" y="420750"/>
            <a:chExt cx="5534662" cy="5610502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BA5534E5-EAF2-40B6-ABC7-A815CAEB6463}"/>
                </a:ext>
              </a:extLst>
            </p:cNvPr>
            <p:cNvSpPr/>
            <p:nvPr/>
          </p:nvSpPr>
          <p:spPr>
            <a:xfrm>
              <a:off x="5310716" y="420750"/>
              <a:ext cx="3045985" cy="2844722"/>
            </a:xfrm>
            <a:custGeom>
              <a:avLst/>
              <a:gdLst>
                <a:gd name="connsiteX0" fmla="*/ 0 w 2129859"/>
                <a:gd name="connsiteY0" fmla="*/ 0 h 5120640"/>
                <a:gd name="connsiteX1" fmla="*/ 2129859 w 2129859"/>
                <a:gd name="connsiteY1" fmla="*/ 0 h 5120640"/>
                <a:gd name="connsiteX2" fmla="*/ 2129859 w 2129859"/>
                <a:gd name="connsiteY2" fmla="*/ 5120640 h 5120640"/>
                <a:gd name="connsiteX3" fmla="*/ 0 w 2129859"/>
                <a:gd name="connsiteY3" fmla="*/ 5120640 h 5120640"/>
                <a:gd name="connsiteX4" fmla="*/ 0 w 2129859"/>
                <a:gd name="connsiteY4" fmla="*/ 0 h 5120640"/>
                <a:gd name="connsiteX0" fmla="*/ 0 w 2129859"/>
                <a:gd name="connsiteY0" fmla="*/ 283344 h 5403984"/>
                <a:gd name="connsiteX1" fmla="*/ 1220537 w 2129859"/>
                <a:gd name="connsiteY1" fmla="*/ 0 h 5403984"/>
                <a:gd name="connsiteX2" fmla="*/ 2129859 w 2129859"/>
                <a:gd name="connsiteY2" fmla="*/ 283344 h 5403984"/>
                <a:gd name="connsiteX3" fmla="*/ 2129859 w 2129859"/>
                <a:gd name="connsiteY3" fmla="*/ 5403984 h 5403984"/>
                <a:gd name="connsiteX4" fmla="*/ 0 w 2129859"/>
                <a:gd name="connsiteY4" fmla="*/ 5403984 h 5403984"/>
                <a:gd name="connsiteX5" fmla="*/ 0 w 2129859"/>
                <a:gd name="connsiteY5" fmla="*/ 283344 h 5403984"/>
                <a:gd name="connsiteX0" fmla="*/ 0 w 2129859"/>
                <a:gd name="connsiteY0" fmla="*/ 283344 h 5403984"/>
                <a:gd name="connsiteX1" fmla="*/ 1220537 w 2129859"/>
                <a:gd name="connsiteY1" fmla="*/ 0 h 5403984"/>
                <a:gd name="connsiteX2" fmla="*/ 1677737 w 2129859"/>
                <a:gd name="connsiteY2" fmla="*/ 165100 h 5403984"/>
                <a:gd name="connsiteX3" fmla="*/ 2129859 w 2129859"/>
                <a:gd name="connsiteY3" fmla="*/ 283344 h 5403984"/>
                <a:gd name="connsiteX4" fmla="*/ 2129859 w 2129859"/>
                <a:gd name="connsiteY4" fmla="*/ 5403984 h 5403984"/>
                <a:gd name="connsiteX5" fmla="*/ 0 w 2129859"/>
                <a:gd name="connsiteY5" fmla="*/ 5403984 h 5403984"/>
                <a:gd name="connsiteX6" fmla="*/ 0 w 2129859"/>
                <a:gd name="connsiteY6" fmla="*/ 283344 h 5403984"/>
                <a:gd name="connsiteX0" fmla="*/ 0 w 3158559"/>
                <a:gd name="connsiteY0" fmla="*/ 1235844 h 5403984"/>
                <a:gd name="connsiteX1" fmla="*/ 2249237 w 3158559"/>
                <a:gd name="connsiteY1" fmla="*/ 0 h 5403984"/>
                <a:gd name="connsiteX2" fmla="*/ 2706437 w 3158559"/>
                <a:gd name="connsiteY2" fmla="*/ 165100 h 5403984"/>
                <a:gd name="connsiteX3" fmla="*/ 3158559 w 3158559"/>
                <a:gd name="connsiteY3" fmla="*/ 283344 h 5403984"/>
                <a:gd name="connsiteX4" fmla="*/ 3158559 w 3158559"/>
                <a:gd name="connsiteY4" fmla="*/ 5403984 h 5403984"/>
                <a:gd name="connsiteX5" fmla="*/ 1028700 w 3158559"/>
                <a:gd name="connsiteY5" fmla="*/ 5403984 h 5403984"/>
                <a:gd name="connsiteX6" fmla="*/ 0 w 3158559"/>
                <a:gd name="connsiteY6" fmla="*/ 1235844 h 5403984"/>
                <a:gd name="connsiteX0" fmla="*/ 22550 w 3181109"/>
                <a:gd name="connsiteY0" fmla="*/ 1235844 h 5403984"/>
                <a:gd name="connsiteX1" fmla="*/ 500137 w 3181109"/>
                <a:gd name="connsiteY1" fmla="*/ 1009650 h 5403984"/>
                <a:gd name="connsiteX2" fmla="*/ 2271787 w 3181109"/>
                <a:gd name="connsiteY2" fmla="*/ 0 h 5403984"/>
                <a:gd name="connsiteX3" fmla="*/ 2728987 w 3181109"/>
                <a:gd name="connsiteY3" fmla="*/ 165100 h 5403984"/>
                <a:gd name="connsiteX4" fmla="*/ 3181109 w 3181109"/>
                <a:gd name="connsiteY4" fmla="*/ 283344 h 5403984"/>
                <a:gd name="connsiteX5" fmla="*/ 3181109 w 3181109"/>
                <a:gd name="connsiteY5" fmla="*/ 5403984 h 5403984"/>
                <a:gd name="connsiteX6" fmla="*/ 1051250 w 3181109"/>
                <a:gd name="connsiteY6" fmla="*/ 5403984 h 5403984"/>
                <a:gd name="connsiteX7" fmla="*/ 22550 w 3181109"/>
                <a:gd name="connsiteY7" fmla="*/ 1235844 h 5403984"/>
                <a:gd name="connsiteX0" fmla="*/ 11116 w 3169675"/>
                <a:gd name="connsiteY0" fmla="*/ 1235844 h 5403984"/>
                <a:gd name="connsiteX1" fmla="*/ 488703 w 3169675"/>
                <a:gd name="connsiteY1" fmla="*/ 1009650 h 5403984"/>
                <a:gd name="connsiteX2" fmla="*/ 2260353 w 3169675"/>
                <a:gd name="connsiteY2" fmla="*/ 0 h 5403984"/>
                <a:gd name="connsiteX3" fmla="*/ 2717553 w 3169675"/>
                <a:gd name="connsiteY3" fmla="*/ 165100 h 5403984"/>
                <a:gd name="connsiteX4" fmla="*/ 3169675 w 3169675"/>
                <a:gd name="connsiteY4" fmla="*/ 283344 h 5403984"/>
                <a:gd name="connsiteX5" fmla="*/ 3169675 w 3169675"/>
                <a:gd name="connsiteY5" fmla="*/ 5403984 h 5403984"/>
                <a:gd name="connsiteX6" fmla="*/ 1039816 w 3169675"/>
                <a:gd name="connsiteY6" fmla="*/ 5403984 h 5403984"/>
                <a:gd name="connsiteX7" fmla="*/ 11116 w 3169675"/>
                <a:gd name="connsiteY7" fmla="*/ 1235844 h 5403984"/>
                <a:gd name="connsiteX0" fmla="*/ 11116 w 3169675"/>
                <a:gd name="connsiteY0" fmla="*/ 1235844 h 5403984"/>
                <a:gd name="connsiteX1" fmla="*/ 488703 w 3169675"/>
                <a:gd name="connsiteY1" fmla="*/ 1009650 h 5403984"/>
                <a:gd name="connsiteX2" fmla="*/ 2260353 w 3169675"/>
                <a:gd name="connsiteY2" fmla="*/ 0 h 5403984"/>
                <a:gd name="connsiteX3" fmla="*/ 2717553 w 3169675"/>
                <a:gd name="connsiteY3" fmla="*/ 165100 h 5403984"/>
                <a:gd name="connsiteX4" fmla="*/ 3169675 w 3169675"/>
                <a:gd name="connsiteY4" fmla="*/ 283344 h 5403984"/>
                <a:gd name="connsiteX5" fmla="*/ 3169675 w 3169675"/>
                <a:gd name="connsiteY5" fmla="*/ 5403984 h 5403984"/>
                <a:gd name="connsiteX6" fmla="*/ 1039816 w 3169675"/>
                <a:gd name="connsiteY6" fmla="*/ 5403984 h 5403984"/>
                <a:gd name="connsiteX7" fmla="*/ 11116 w 3169675"/>
                <a:gd name="connsiteY7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2249237 w 3158559"/>
                <a:gd name="connsiteY2" fmla="*/ 0 h 5403984"/>
                <a:gd name="connsiteX3" fmla="*/ 2706437 w 3158559"/>
                <a:gd name="connsiteY3" fmla="*/ 165100 h 5403984"/>
                <a:gd name="connsiteX4" fmla="*/ 3158559 w 3158559"/>
                <a:gd name="connsiteY4" fmla="*/ 283344 h 5403984"/>
                <a:gd name="connsiteX5" fmla="*/ 3158559 w 3158559"/>
                <a:gd name="connsiteY5" fmla="*/ 5403984 h 5403984"/>
                <a:gd name="connsiteX6" fmla="*/ 1028700 w 3158559"/>
                <a:gd name="connsiteY6" fmla="*/ 5403984 h 5403984"/>
                <a:gd name="connsiteX7" fmla="*/ 0 w 3158559"/>
                <a:gd name="connsiteY7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90337 w 3158559"/>
                <a:gd name="connsiteY2" fmla="*/ 635016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90337 w 3158559"/>
                <a:gd name="connsiteY2" fmla="*/ 635016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62820 w 3158559"/>
                <a:gd name="connsiteY2" fmla="*/ 624433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62820 w 3158559"/>
                <a:gd name="connsiteY2" fmla="*/ 624433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1 h 5404001"/>
                <a:gd name="connsiteX1" fmla="*/ 477587 w 3158559"/>
                <a:gd name="connsiteY1" fmla="*/ 1009667 h 5404001"/>
                <a:gd name="connsiteX2" fmla="*/ 862820 w 3158559"/>
                <a:gd name="connsiteY2" fmla="*/ 624434 h 5404001"/>
                <a:gd name="connsiteX3" fmla="*/ 1051204 w 3158559"/>
                <a:gd name="connsiteY3" fmla="*/ 290001 h 5404001"/>
                <a:gd name="connsiteX4" fmla="*/ 2249237 w 3158559"/>
                <a:gd name="connsiteY4" fmla="*/ 17 h 5404001"/>
                <a:gd name="connsiteX5" fmla="*/ 2706437 w 3158559"/>
                <a:gd name="connsiteY5" fmla="*/ 165117 h 5404001"/>
                <a:gd name="connsiteX6" fmla="*/ 3158559 w 3158559"/>
                <a:gd name="connsiteY6" fmla="*/ 283361 h 5404001"/>
                <a:gd name="connsiteX7" fmla="*/ 3158559 w 3158559"/>
                <a:gd name="connsiteY7" fmla="*/ 5404001 h 5404001"/>
                <a:gd name="connsiteX8" fmla="*/ 1028700 w 3158559"/>
                <a:gd name="connsiteY8" fmla="*/ 5404001 h 5404001"/>
                <a:gd name="connsiteX9" fmla="*/ 0 w 3158559"/>
                <a:gd name="connsiteY9" fmla="*/ 1235861 h 5404001"/>
                <a:gd name="connsiteX0" fmla="*/ 0 w 3158559"/>
                <a:gd name="connsiteY0" fmla="*/ 1235861 h 5404001"/>
                <a:gd name="connsiteX1" fmla="*/ 477587 w 3158559"/>
                <a:gd name="connsiteY1" fmla="*/ 1009667 h 5404001"/>
                <a:gd name="connsiteX2" fmla="*/ 862820 w 3158559"/>
                <a:gd name="connsiteY2" fmla="*/ 624434 h 5404001"/>
                <a:gd name="connsiteX3" fmla="*/ 1051204 w 3158559"/>
                <a:gd name="connsiteY3" fmla="*/ 290001 h 5404001"/>
                <a:gd name="connsiteX4" fmla="*/ 2249237 w 3158559"/>
                <a:gd name="connsiteY4" fmla="*/ 17 h 5404001"/>
                <a:gd name="connsiteX5" fmla="*/ 2706437 w 3158559"/>
                <a:gd name="connsiteY5" fmla="*/ 165117 h 5404001"/>
                <a:gd name="connsiteX6" fmla="*/ 3158559 w 3158559"/>
                <a:gd name="connsiteY6" fmla="*/ 283361 h 5404001"/>
                <a:gd name="connsiteX7" fmla="*/ 3158559 w 3158559"/>
                <a:gd name="connsiteY7" fmla="*/ 5404001 h 5404001"/>
                <a:gd name="connsiteX8" fmla="*/ 1028700 w 3158559"/>
                <a:gd name="connsiteY8" fmla="*/ 5404001 h 5404001"/>
                <a:gd name="connsiteX9" fmla="*/ 0 w 3158559"/>
                <a:gd name="connsiteY9" fmla="*/ 1235861 h 5404001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8001 h 5406141"/>
                <a:gd name="connsiteX1" fmla="*/ 477587 w 3158559"/>
                <a:gd name="connsiteY1" fmla="*/ 1011807 h 5406141"/>
                <a:gd name="connsiteX2" fmla="*/ 862820 w 3158559"/>
                <a:gd name="connsiteY2" fmla="*/ 626574 h 5406141"/>
                <a:gd name="connsiteX3" fmla="*/ 1051204 w 3158559"/>
                <a:gd name="connsiteY3" fmla="*/ 292141 h 5406141"/>
                <a:gd name="connsiteX4" fmla="*/ 1391987 w 3158559"/>
                <a:gd name="connsiteY4" fmla="*/ 247691 h 5406141"/>
                <a:gd name="connsiteX5" fmla="*/ 1688320 w 3158559"/>
                <a:gd name="connsiteY5" fmla="*/ 93174 h 5406141"/>
                <a:gd name="connsiteX6" fmla="*/ 2249237 w 3158559"/>
                <a:gd name="connsiteY6" fmla="*/ 2157 h 5406141"/>
                <a:gd name="connsiteX7" fmla="*/ 2706437 w 3158559"/>
                <a:gd name="connsiteY7" fmla="*/ 167257 h 5406141"/>
                <a:gd name="connsiteX8" fmla="*/ 3158559 w 3158559"/>
                <a:gd name="connsiteY8" fmla="*/ 285501 h 5406141"/>
                <a:gd name="connsiteX9" fmla="*/ 3158559 w 3158559"/>
                <a:gd name="connsiteY9" fmla="*/ 5406141 h 5406141"/>
                <a:gd name="connsiteX10" fmla="*/ 1028700 w 3158559"/>
                <a:gd name="connsiteY10" fmla="*/ 5406141 h 5406141"/>
                <a:gd name="connsiteX11" fmla="*/ 0 w 3158559"/>
                <a:gd name="connsiteY11" fmla="*/ 1238001 h 5406141"/>
                <a:gd name="connsiteX0" fmla="*/ 0 w 3158559"/>
                <a:gd name="connsiteY0" fmla="*/ 1238001 h 5406141"/>
                <a:gd name="connsiteX1" fmla="*/ 477587 w 3158559"/>
                <a:gd name="connsiteY1" fmla="*/ 1011807 h 5406141"/>
                <a:gd name="connsiteX2" fmla="*/ 862820 w 3158559"/>
                <a:gd name="connsiteY2" fmla="*/ 626574 h 5406141"/>
                <a:gd name="connsiteX3" fmla="*/ 1051204 w 3158559"/>
                <a:gd name="connsiteY3" fmla="*/ 292141 h 5406141"/>
                <a:gd name="connsiteX4" fmla="*/ 1391987 w 3158559"/>
                <a:gd name="connsiteY4" fmla="*/ 247691 h 5406141"/>
                <a:gd name="connsiteX5" fmla="*/ 1688320 w 3158559"/>
                <a:gd name="connsiteY5" fmla="*/ 93174 h 5406141"/>
                <a:gd name="connsiteX6" fmla="*/ 2249237 w 3158559"/>
                <a:gd name="connsiteY6" fmla="*/ 2157 h 5406141"/>
                <a:gd name="connsiteX7" fmla="*/ 2706437 w 3158559"/>
                <a:gd name="connsiteY7" fmla="*/ 167257 h 5406141"/>
                <a:gd name="connsiteX8" fmla="*/ 3158559 w 3158559"/>
                <a:gd name="connsiteY8" fmla="*/ 285501 h 5406141"/>
                <a:gd name="connsiteX9" fmla="*/ 3158559 w 3158559"/>
                <a:gd name="connsiteY9" fmla="*/ 5406141 h 5406141"/>
                <a:gd name="connsiteX10" fmla="*/ 1028700 w 3158559"/>
                <a:gd name="connsiteY10" fmla="*/ 5406141 h 5406141"/>
                <a:gd name="connsiteX11" fmla="*/ 0 w 3158559"/>
                <a:gd name="connsiteY11" fmla="*/ 1238001 h 5406141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71198 h 5439338"/>
                <a:gd name="connsiteX1" fmla="*/ 477587 w 3158559"/>
                <a:gd name="connsiteY1" fmla="*/ 1045004 h 5439338"/>
                <a:gd name="connsiteX2" fmla="*/ 862820 w 3158559"/>
                <a:gd name="connsiteY2" fmla="*/ 659771 h 5439338"/>
                <a:gd name="connsiteX3" fmla="*/ 1051204 w 3158559"/>
                <a:gd name="connsiteY3" fmla="*/ 325338 h 5439338"/>
                <a:gd name="connsiteX4" fmla="*/ 1391987 w 3158559"/>
                <a:gd name="connsiteY4" fmla="*/ 280888 h 5439338"/>
                <a:gd name="connsiteX5" fmla="*/ 1688320 w 3158559"/>
                <a:gd name="connsiteY5" fmla="*/ 126371 h 5439338"/>
                <a:gd name="connsiteX6" fmla="*/ 2029104 w 3158559"/>
                <a:gd name="connsiteY6" fmla="*/ 274538 h 5439338"/>
                <a:gd name="connsiteX7" fmla="*/ 2242887 w 3158559"/>
                <a:gd name="connsiteY7" fmla="*/ 1487 h 5439338"/>
                <a:gd name="connsiteX8" fmla="*/ 2706437 w 3158559"/>
                <a:gd name="connsiteY8" fmla="*/ 200454 h 5439338"/>
                <a:gd name="connsiteX9" fmla="*/ 3158559 w 3158559"/>
                <a:gd name="connsiteY9" fmla="*/ 318698 h 5439338"/>
                <a:gd name="connsiteX10" fmla="*/ 3158559 w 3158559"/>
                <a:gd name="connsiteY10" fmla="*/ 5439338 h 5439338"/>
                <a:gd name="connsiteX11" fmla="*/ 1028700 w 3158559"/>
                <a:gd name="connsiteY11" fmla="*/ 5439338 h 5439338"/>
                <a:gd name="connsiteX12" fmla="*/ 0 w 3158559"/>
                <a:gd name="connsiteY12" fmla="*/ 1271198 h 5439338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706437 w 3158559"/>
                <a:gd name="connsiteY8" fmla="*/ 198967 h 5437851"/>
                <a:gd name="connsiteX9" fmla="*/ 3158559 w 3158559"/>
                <a:gd name="connsiteY9" fmla="*/ 317211 h 5437851"/>
                <a:gd name="connsiteX10" fmla="*/ 3158559 w 3158559"/>
                <a:gd name="connsiteY10" fmla="*/ 5437851 h 5437851"/>
                <a:gd name="connsiteX11" fmla="*/ 1028700 w 3158559"/>
                <a:gd name="connsiteY11" fmla="*/ 5437851 h 5437851"/>
                <a:gd name="connsiteX12" fmla="*/ 0 w 3158559"/>
                <a:gd name="connsiteY12" fmla="*/ 1269711 h 5437851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706437 w 3158559"/>
                <a:gd name="connsiteY8" fmla="*/ 198967 h 5437851"/>
                <a:gd name="connsiteX9" fmla="*/ 3158559 w 3158559"/>
                <a:gd name="connsiteY9" fmla="*/ 317211 h 5437851"/>
                <a:gd name="connsiteX10" fmla="*/ 3158559 w 3158559"/>
                <a:gd name="connsiteY10" fmla="*/ 5437851 h 5437851"/>
                <a:gd name="connsiteX11" fmla="*/ 1028700 w 3158559"/>
                <a:gd name="connsiteY11" fmla="*/ 5437851 h 5437851"/>
                <a:gd name="connsiteX12" fmla="*/ 0 w 3158559"/>
                <a:gd name="connsiteY12" fmla="*/ 1269711 h 5437851"/>
                <a:gd name="connsiteX0" fmla="*/ 0 w 3158559"/>
                <a:gd name="connsiteY0" fmla="*/ 1283724 h 5451864"/>
                <a:gd name="connsiteX1" fmla="*/ 477587 w 3158559"/>
                <a:gd name="connsiteY1" fmla="*/ 1057530 h 5451864"/>
                <a:gd name="connsiteX2" fmla="*/ 862820 w 3158559"/>
                <a:gd name="connsiteY2" fmla="*/ 672297 h 5451864"/>
                <a:gd name="connsiteX3" fmla="*/ 1051204 w 3158559"/>
                <a:gd name="connsiteY3" fmla="*/ 337864 h 5451864"/>
                <a:gd name="connsiteX4" fmla="*/ 1391987 w 3158559"/>
                <a:gd name="connsiteY4" fmla="*/ 293414 h 5451864"/>
                <a:gd name="connsiteX5" fmla="*/ 1688320 w 3158559"/>
                <a:gd name="connsiteY5" fmla="*/ 138897 h 5451864"/>
                <a:gd name="connsiteX6" fmla="*/ 2029104 w 3158559"/>
                <a:gd name="connsiteY6" fmla="*/ 287064 h 5451864"/>
                <a:gd name="connsiteX7" fmla="*/ 2242887 w 3158559"/>
                <a:gd name="connsiteY7" fmla="*/ 14013 h 5451864"/>
                <a:gd name="connsiteX8" fmla="*/ 2463020 w 3158559"/>
                <a:gd name="connsiteY8" fmla="*/ 35180 h 5451864"/>
                <a:gd name="connsiteX9" fmla="*/ 2706437 w 3158559"/>
                <a:gd name="connsiteY9" fmla="*/ 212980 h 5451864"/>
                <a:gd name="connsiteX10" fmla="*/ 3158559 w 3158559"/>
                <a:gd name="connsiteY10" fmla="*/ 331224 h 5451864"/>
                <a:gd name="connsiteX11" fmla="*/ 3158559 w 3158559"/>
                <a:gd name="connsiteY11" fmla="*/ 5451864 h 5451864"/>
                <a:gd name="connsiteX12" fmla="*/ 1028700 w 3158559"/>
                <a:gd name="connsiteY12" fmla="*/ 5451864 h 5451864"/>
                <a:gd name="connsiteX13" fmla="*/ 0 w 3158559"/>
                <a:gd name="connsiteY13" fmla="*/ 1283724 h 5451864"/>
                <a:gd name="connsiteX0" fmla="*/ 0 w 3158559"/>
                <a:gd name="connsiteY0" fmla="*/ 1273476 h 5441616"/>
                <a:gd name="connsiteX1" fmla="*/ 477587 w 3158559"/>
                <a:gd name="connsiteY1" fmla="*/ 1047282 h 5441616"/>
                <a:gd name="connsiteX2" fmla="*/ 862820 w 3158559"/>
                <a:gd name="connsiteY2" fmla="*/ 662049 h 5441616"/>
                <a:gd name="connsiteX3" fmla="*/ 1051204 w 3158559"/>
                <a:gd name="connsiteY3" fmla="*/ 327616 h 5441616"/>
                <a:gd name="connsiteX4" fmla="*/ 1391987 w 3158559"/>
                <a:gd name="connsiteY4" fmla="*/ 283166 h 5441616"/>
                <a:gd name="connsiteX5" fmla="*/ 1688320 w 3158559"/>
                <a:gd name="connsiteY5" fmla="*/ 128649 h 5441616"/>
                <a:gd name="connsiteX6" fmla="*/ 2029104 w 3158559"/>
                <a:gd name="connsiteY6" fmla="*/ 276816 h 5441616"/>
                <a:gd name="connsiteX7" fmla="*/ 2242887 w 3158559"/>
                <a:gd name="connsiteY7" fmla="*/ 3765 h 5441616"/>
                <a:gd name="connsiteX8" fmla="*/ 2463020 w 3158559"/>
                <a:gd name="connsiteY8" fmla="*/ 24932 h 5441616"/>
                <a:gd name="connsiteX9" fmla="*/ 2706437 w 3158559"/>
                <a:gd name="connsiteY9" fmla="*/ 202732 h 5441616"/>
                <a:gd name="connsiteX10" fmla="*/ 3158559 w 3158559"/>
                <a:gd name="connsiteY10" fmla="*/ 320976 h 5441616"/>
                <a:gd name="connsiteX11" fmla="*/ 3158559 w 3158559"/>
                <a:gd name="connsiteY11" fmla="*/ 5441616 h 5441616"/>
                <a:gd name="connsiteX12" fmla="*/ 1028700 w 3158559"/>
                <a:gd name="connsiteY12" fmla="*/ 5441616 h 5441616"/>
                <a:gd name="connsiteX13" fmla="*/ 0 w 3158559"/>
                <a:gd name="connsiteY13" fmla="*/ 1273476 h 5441616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463020 w 3158559"/>
                <a:gd name="connsiteY8" fmla="*/ 21167 h 5437851"/>
                <a:gd name="connsiteX9" fmla="*/ 2706437 w 3158559"/>
                <a:gd name="connsiteY9" fmla="*/ 198967 h 5437851"/>
                <a:gd name="connsiteX10" fmla="*/ 3158559 w 3158559"/>
                <a:gd name="connsiteY10" fmla="*/ 317211 h 5437851"/>
                <a:gd name="connsiteX11" fmla="*/ 3158559 w 3158559"/>
                <a:gd name="connsiteY11" fmla="*/ 5437851 h 5437851"/>
                <a:gd name="connsiteX12" fmla="*/ 1028700 w 3158559"/>
                <a:gd name="connsiteY12" fmla="*/ 5437851 h 5437851"/>
                <a:gd name="connsiteX13" fmla="*/ 0 w 3158559"/>
                <a:gd name="connsiteY13" fmla="*/ 1269711 h 5437851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463020 w 3158559"/>
                <a:gd name="connsiteY8" fmla="*/ 21167 h 5437851"/>
                <a:gd name="connsiteX9" fmla="*/ 2706437 w 3158559"/>
                <a:gd name="connsiteY9" fmla="*/ 198967 h 5437851"/>
                <a:gd name="connsiteX10" fmla="*/ 3158559 w 3158559"/>
                <a:gd name="connsiteY10" fmla="*/ 317211 h 5437851"/>
                <a:gd name="connsiteX11" fmla="*/ 3158559 w 3158559"/>
                <a:gd name="connsiteY11" fmla="*/ 5437851 h 5437851"/>
                <a:gd name="connsiteX12" fmla="*/ 1028700 w 3158559"/>
                <a:gd name="connsiteY12" fmla="*/ 5437851 h 5437851"/>
                <a:gd name="connsiteX13" fmla="*/ 0 w 3158559"/>
                <a:gd name="connsiteY13" fmla="*/ 1269711 h 5437851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144827 h 5312967"/>
                <a:gd name="connsiteX1" fmla="*/ 477587 w 3158559"/>
                <a:gd name="connsiteY1" fmla="*/ 918633 h 5312967"/>
                <a:gd name="connsiteX2" fmla="*/ 862820 w 3158559"/>
                <a:gd name="connsiteY2" fmla="*/ 533400 h 5312967"/>
                <a:gd name="connsiteX3" fmla="*/ 1051204 w 3158559"/>
                <a:gd name="connsiteY3" fmla="*/ 198967 h 5312967"/>
                <a:gd name="connsiteX4" fmla="*/ 1391987 w 3158559"/>
                <a:gd name="connsiteY4" fmla="*/ 154517 h 5312967"/>
                <a:gd name="connsiteX5" fmla="*/ 1688320 w 3158559"/>
                <a:gd name="connsiteY5" fmla="*/ 0 h 5312967"/>
                <a:gd name="connsiteX6" fmla="*/ 2029104 w 3158559"/>
                <a:gd name="connsiteY6" fmla="*/ 148167 h 5312967"/>
                <a:gd name="connsiteX7" fmla="*/ 2602720 w 3158559"/>
                <a:gd name="connsiteY7" fmla="*/ 218016 h 5312967"/>
                <a:gd name="connsiteX8" fmla="*/ 2784753 w 3158559"/>
                <a:gd name="connsiteY8" fmla="*/ 260350 h 5312967"/>
                <a:gd name="connsiteX9" fmla="*/ 2706437 w 3158559"/>
                <a:gd name="connsiteY9" fmla="*/ 74083 h 5312967"/>
                <a:gd name="connsiteX10" fmla="*/ 3158559 w 3158559"/>
                <a:gd name="connsiteY10" fmla="*/ 192327 h 5312967"/>
                <a:gd name="connsiteX11" fmla="*/ 3158559 w 3158559"/>
                <a:gd name="connsiteY11" fmla="*/ 5312967 h 5312967"/>
                <a:gd name="connsiteX12" fmla="*/ 1028700 w 3158559"/>
                <a:gd name="connsiteY12" fmla="*/ 5312967 h 5312967"/>
                <a:gd name="connsiteX13" fmla="*/ 0 w 3158559"/>
                <a:gd name="connsiteY13" fmla="*/ 1144827 h 5312967"/>
                <a:gd name="connsiteX0" fmla="*/ 0 w 3158559"/>
                <a:gd name="connsiteY0" fmla="*/ 1144827 h 5312967"/>
                <a:gd name="connsiteX1" fmla="*/ 477587 w 3158559"/>
                <a:gd name="connsiteY1" fmla="*/ 918633 h 5312967"/>
                <a:gd name="connsiteX2" fmla="*/ 862820 w 3158559"/>
                <a:gd name="connsiteY2" fmla="*/ 533400 h 5312967"/>
                <a:gd name="connsiteX3" fmla="*/ 1051204 w 3158559"/>
                <a:gd name="connsiteY3" fmla="*/ 198967 h 5312967"/>
                <a:gd name="connsiteX4" fmla="*/ 1391987 w 3158559"/>
                <a:gd name="connsiteY4" fmla="*/ 154517 h 5312967"/>
                <a:gd name="connsiteX5" fmla="*/ 1688320 w 3158559"/>
                <a:gd name="connsiteY5" fmla="*/ 0 h 5312967"/>
                <a:gd name="connsiteX6" fmla="*/ 2029104 w 3158559"/>
                <a:gd name="connsiteY6" fmla="*/ 148167 h 5312967"/>
                <a:gd name="connsiteX7" fmla="*/ 2602720 w 3158559"/>
                <a:gd name="connsiteY7" fmla="*/ 218016 h 5312967"/>
                <a:gd name="connsiteX8" fmla="*/ 2784753 w 3158559"/>
                <a:gd name="connsiteY8" fmla="*/ 260350 h 5312967"/>
                <a:gd name="connsiteX9" fmla="*/ 3070504 w 3158559"/>
                <a:gd name="connsiteY9" fmla="*/ 179917 h 5312967"/>
                <a:gd name="connsiteX10" fmla="*/ 3158559 w 3158559"/>
                <a:gd name="connsiteY10" fmla="*/ 192327 h 5312967"/>
                <a:gd name="connsiteX11" fmla="*/ 3158559 w 3158559"/>
                <a:gd name="connsiteY11" fmla="*/ 5312967 h 5312967"/>
                <a:gd name="connsiteX12" fmla="*/ 1028700 w 3158559"/>
                <a:gd name="connsiteY12" fmla="*/ 5312967 h 5312967"/>
                <a:gd name="connsiteX13" fmla="*/ 0 w 3158559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2784753 w 3937493"/>
                <a:gd name="connsiteY8" fmla="*/ 260350 h 5312967"/>
                <a:gd name="connsiteX9" fmla="*/ 3070504 w 3937493"/>
                <a:gd name="connsiteY9" fmla="*/ 179917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2784753 w 3937493"/>
                <a:gd name="connsiteY8" fmla="*/ 2603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423882"/>
                <a:gd name="connsiteY0" fmla="*/ 1144827 h 5312967"/>
                <a:gd name="connsiteX1" fmla="*/ 477587 w 3423882"/>
                <a:gd name="connsiteY1" fmla="*/ 918633 h 5312967"/>
                <a:gd name="connsiteX2" fmla="*/ 862820 w 3423882"/>
                <a:gd name="connsiteY2" fmla="*/ 533400 h 5312967"/>
                <a:gd name="connsiteX3" fmla="*/ 1051204 w 3423882"/>
                <a:gd name="connsiteY3" fmla="*/ 198967 h 5312967"/>
                <a:gd name="connsiteX4" fmla="*/ 1391987 w 3423882"/>
                <a:gd name="connsiteY4" fmla="*/ 154517 h 5312967"/>
                <a:gd name="connsiteX5" fmla="*/ 1688320 w 3423882"/>
                <a:gd name="connsiteY5" fmla="*/ 0 h 5312967"/>
                <a:gd name="connsiteX6" fmla="*/ 2029104 w 3423882"/>
                <a:gd name="connsiteY6" fmla="*/ 148167 h 5312967"/>
                <a:gd name="connsiteX7" fmla="*/ 2602720 w 3423882"/>
                <a:gd name="connsiteY7" fmla="*/ 218016 h 5312967"/>
                <a:gd name="connsiteX8" fmla="*/ 3106487 w 3423882"/>
                <a:gd name="connsiteY8" fmla="*/ 146050 h 5312967"/>
                <a:gd name="connsiteX9" fmla="*/ 3413404 w 3423882"/>
                <a:gd name="connsiteY9" fmla="*/ 501650 h 5312967"/>
                <a:gd name="connsiteX10" fmla="*/ 2794493 w 3423882"/>
                <a:gd name="connsiteY10" fmla="*/ 1187160 h 5312967"/>
                <a:gd name="connsiteX11" fmla="*/ 3158559 w 3423882"/>
                <a:gd name="connsiteY11" fmla="*/ 5312967 h 5312967"/>
                <a:gd name="connsiteX12" fmla="*/ 1028700 w 3423882"/>
                <a:gd name="connsiteY12" fmla="*/ 5312967 h 5312967"/>
                <a:gd name="connsiteX13" fmla="*/ 0 w 3423882"/>
                <a:gd name="connsiteY13" fmla="*/ 1144827 h 5312967"/>
                <a:gd name="connsiteX0" fmla="*/ 0 w 3423790"/>
                <a:gd name="connsiteY0" fmla="*/ 1144827 h 5312967"/>
                <a:gd name="connsiteX1" fmla="*/ 477587 w 3423790"/>
                <a:gd name="connsiteY1" fmla="*/ 918633 h 5312967"/>
                <a:gd name="connsiteX2" fmla="*/ 862820 w 3423790"/>
                <a:gd name="connsiteY2" fmla="*/ 533400 h 5312967"/>
                <a:gd name="connsiteX3" fmla="*/ 1051204 w 3423790"/>
                <a:gd name="connsiteY3" fmla="*/ 198967 h 5312967"/>
                <a:gd name="connsiteX4" fmla="*/ 1391987 w 3423790"/>
                <a:gd name="connsiteY4" fmla="*/ 154517 h 5312967"/>
                <a:gd name="connsiteX5" fmla="*/ 1688320 w 3423790"/>
                <a:gd name="connsiteY5" fmla="*/ 0 h 5312967"/>
                <a:gd name="connsiteX6" fmla="*/ 2029104 w 3423790"/>
                <a:gd name="connsiteY6" fmla="*/ 148167 h 5312967"/>
                <a:gd name="connsiteX7" fmla="*/ 2602720 w 3423790"/>
                <a:gd name="connsiteY7" fmla="*/ 218016 h 5312967"/>
                <a:gd name="connsiteX8" fmla="*/ 3106487 w 3423790"/>
                <a:gd name="connsiteY8" fmla="*/ 146050 h 5312967"/>
                <a:gd name="connsiteX9" fmla="*/ 3413404 w 3423790"/>
                <a:gd name="connsiteY9" fmla="*/ 501650 h 5312967"/>
                <a:gd name="connsiteX10" fmla="*/ 2786026 w 3423790"/>
                <a:gd name="connsiteY10" fmla="*/ 1178694 h 5312967"/>
                <a:gd name="connsiteX11" fmla="*/ 3158559 w 3423790"/>
                <a:gd name="connsiteY11" fmla="*/ 5312967 h 5312967"/>
                <a:gd name="connsiteX12" fmla="*/ 1028700 w 3423790"/>
                <a:gd name="connsiteY12" fmla="*/ 5312967 h 5312967"/>
                <a:gd name="connsiteX13" fmla="*/ 0 w 3423790"/>
                <a:gd name="connsiteY13" fmla="*/ 1144827 h 5312967"/>
                <a:gd name="connsiteX0" fmla="*/ 0 w 3413404"/>
                <a:gd name="connsiteY0" fmla="*/ 1144827 h 5312967"/>
                <a:gd name="connsiteX1" fmla="*/ 477587 w 3413404"/>
                <a:gd name="connsiteY1" fmla="*/ 918633 h 5312967"/>
                <a:gd name="connsiteX2" fmla="*/ 862820 w 3413404"/>
                <a:gd name="connsiteY2" fmla="*/ 533400 h 5312967"/>
                <a:gd name="connsiteX3" fmla="*/ 1051204 w 3413404"/>
                <a:gd name="connsiteY3" fmla="*/ 198967 h 5312967"/>
                <a:gd name="connsiteX4" fmla="*/ 1391987 w 3413404"/>
                <a:gd name="connsiteY4" fmla="*/ 154517 h 5312967"/>
                <a:gd name="connsiteX5" fmla="*/ 1688320 w 3413404"/>
                <a:gd name="connsiteY5" fmla="*/ 0 h 5312967"/>
                <a:gd name="connsiteX6" fmla="*/ 2029104 w 3413404"/>
                <a:gd name="connsiteY6" fmla="*/ 148167 h 5312967"/>
                <a:gd name="connsiteX7" fmla="*/ 2602720 w 3413404"/>
                <a:gd name="connsiteY7" fmla="*/ 218016 h 5312967"/>
                <a:gd name="connsiteX8" fmla="*/ 3106487 w 3413404"/>
                <a:gd name="connsiteY8" fmla="*/ 146050 h 5312967"/>
                <a:gd name="connsiteX9" fmla="*/ 3413404 w 3413404"/>
                <a:gd name="connsiteY9" fmla="*/ 501650 h 5312967"/>
                <a:gd name="connsiteX10" fmla="*/ 2786026 w 3413404"/>
                <a:gd name="connsiteY10" fmla="*/ 1178694 h 5312967"/>
                <a:gd name="connsiteX11" fmla="*/ 3158559 w 3413404"/>
                <a:gd name="connsiteY11" fmla="*/ 5312967 h 5312967"/>
                <a:gd name="connsiteX12" fmla="*/ 1028700 w 3413404"/>
                <a:gd name="connsiteY12" fmla="*/ 5312967 h 5312967"/>
                <a:gd name="connsiteX13" fmla="*/ 0 w 3413404"/>
                <a:gd name="connsiteY13" fmla="*/ 1144827 h 5312967"/>
                <a:gd name="connsiteX0" fmla="*/ 0 w 3413404"/>
                <a:gd name="connsiteY0" fmla="*/ 1144827 h 5312967"/>
                <a:gd name="connsiteX1" fmla="*/ 477587 w 3413404"/>
                <a:gd name="connsiteY1" fmla="*/ 918633 h 5312967"/>
                <a:gd name="connsiteX2" fmla="*/ 862820 w 3413404"/>
                <a:gd name="connsiteY2" fmla="*/ 533400 h 5312967"/>
                <a:gd name="connsiteX3" fmla="*/ 1051204 w 3413404"/>
                <a:gd name="connsiteY3" fmla="*/ 198967 h 5312967"/>
                <a:gd name="connsiteX4" fmla="*/ 1391987 w 3413404"/>
                <a:gd name="connsiteY4" fmla="*/ 154517 h 5312967"/>
                <a:gd name="connsiteX5" fmla="*/ 1688320 w 3413404"/>
                <a:gd name="connsiteY5" fmla="*/ 0 h 5312967"/>
                <a:gd name="connsiteX6" fmla="*/ 2029104 w 3413404"/>
                <a:gd name="connsiteY6" fmla="*/ 148167 h 5312967"/>
                <a:gd name="connsiteX7" fmla="*/ 2602720 w 3413404"/>
                <a:gd name="connsiteY7" fmla="*/ 218016 h 5312967"/>
                <a:gd name="connsiteX8" fmla="*/ 3106487 w 3413404"/>
                <a:gd name="connsiteY8" fmla="*/ 146050 h 5312967"/>
                <a:gd name="connsiteX9" fmla="*/ 3413404 w 3413404"/>
                <a:gd name="connsiteY9" fmla="*/ 501650 h 5312967"/>
                <a:gd name="connsiteX10" fmla="*/ 2786026 w 3413404"/>
                <a:gd name="connsiteY10" fmla="*/ 1178694 h 5312967"/>
                <a:gd name="connsiteX11" fmla="*/ 2261092 w 3413404"/>
                <a:gd name="connsiteY11" fmla="*/ 2747567 h 5312967"/>
                <a:gd name="connsiteX12" fmla="*/ 1028700 w 3413404"/>
                <a:gd name="connsiteY12" fmla="*/ 5312967 h 5312967"/>
                <a:gd name="connsiteX13" fmla="*/ 0 w 3413404"/>
                <a:gd name="connsiteY13" fmla="*/ 1144827 h 5312967"/>
                <a:gd name="connsiteX0" fmla="*/ 0 w 3413404"/>
                <a:gd name="connsiteY0" fmla="*/ 1144827 h 2747567"/>
                <a:gd name="connsiteX1" fmla="*/ 477587 w 3413404"/>
                <a:gd name="connsiteY1" fmla="*/ 918633 h 2747567"/>
                <a:gd name="connsiteX2" fmla="*/ 862820 w 3413404"/>
                <a:gd name="connsiteY2" fmla="*/ 533400 h 2747567"/>
                <a:gd name="connsiteX3" fmla="*/ 1051204 w 3413404"/>
                <a:gd name="connsiteY3" fmla="*/ 198967 h 2747567"/>
                <a:gd name="connsiteX4" fmla="*/ 1391987 w 3413404"/>
                <a:gd name="connsiteY4" fmla="*/ 154517 h 2747567"/>
                <a:gd name="connsiteX5" fmla="*/ 1688320 w 3413404"/>
                <a:gd name="connsiteY5" fmla="*/ 0 h 2747567"/>
                <a:gd name="connsiteX6" fmla="*/ 2029104 w 3413404"/>
                <a:gd name="connsiteY6" fmla="*/ 148167 h 2747567"/>
                <a:gd name="connsiteX7" fmla="*/ 2602720 w 3413404"/>
                <a:gd name="connsiteY7" fmla="*/ 218016 h 2747567"/>
                <a:gd name="connsiteX8" fmla="*/ 3106487 w 3413404"/>
                <a:gd name="connsiteY8" fmla="*/ 146050 h 2747567"/>
                <a:gd name="connsiteX9" fmla="*/ 3413404 w 3413404"/>
                <a:gd name="connsiteY9" fmla="*/ 501650 h 2747567"/>
                <a:gd name="connsiteX10" fmla="*/ 2786026 w 3413404"/>
                <a:gd name="connsiteY10" fmla="*/ 1178694 h 2747567"/>
                <a:gd name="connsiteX11" fmla="*/ 2261092 w 3413404"/>
                <a:gd name="connsiteY11" fmla="*/ 2747567 h 2747567"/>
                <a:gd name="connsiteX12" fmla="*/ 901700 w 3413404"/>
                <a:gd name="connsiteY12" fmla="*/ 1773900 h 2747567"/>
                <a:gd name="connsiteX13" fmla="*/ 0 w 3413404"/>
                <a:gd name="connsiteY13" fmla="*/ 1144827 h 2747567"/>
                <a:gd name="connsiteX0" fmla="*/ 0 w 3413404"/>
                <a:gd name="connsiteY0" fmla="*/ 1144827 h 2772967"/>
                <a:gd name="connsiteX1" fmla="*/ 477587 w 3413404"/>
                <a:gd name="connsiteY1" fmla="*/ 918633 h 2772967"/>
                <a:gd name="connsiteX2" fmla="*/ 862820 w 3413404"/>
                <a:gd name="connsiteY2" fmla="*/ 533400 h 2772967"/>
                <a:gd name="connsiteX3" fmla="*/ 1051204 w 3413404"/>
                <a:gd name="connsiteY3" fmla="*/ 198967 h 2772967"/>
                <a:gd name="connsiteX4" fmla="*/ 1391987 w 3413404"/>
                <a:gd name="connsiteY4" fmla="*/ 154517 h 2772967"/>
                <a:gd name="connsiteX5" fmla="*/ 1688320 w 3413404"/>
                <a:gd name="connsiteY5" fmla="*/ 0 h 2772967"/>
                <a:gd name="connsiteX6" fmla="*/ 2029104 w 3413404"/>
                <a:gd name="connsiteY6" fmla="*/ 148167 h 2772967"/>
                <a:gd name="connsiteX7" fmla="*/ 2602720 w 3413404"/>
                <a:gd name="connsiteY7" fmla="*/ 218016 h 2772967"/>
                <a:gd name="connsiteX8" fmla="*/ 3106487 w 3413404"/>
                <a:gd name="connsiteY8" fmla="*/ 146050 h 2772967"/>
                <a:gd name="connsiteX9" fmla="*/ 3413404 w 3413404"/>
                <a:gd name="connsiteY9" fmla="*/ 501650 h 2772967"/>
                <a:gd name="connsiteX10" fmla="*/ 2786026 w 3413404"/>
                <a:gd name="connsiteY10" fmla="*/ 1178694 h 2772967"/>
                <a:gd name="connsiteX11" fmla="*/ 2244159 w 3413404"/>
                <a:gd name="connsiteY11" fmla="*/ 2772967 h 2772967"/>
                <a:gd name="connsiteX12" fmla="*/ 901700 w 3413404"/>
                <a:gd name="connsiteY12" fmla="*/ 1773900 h 2772967"/>
                <a:gd name="connsiteX13" fmla="*/ 0 w 3413404"/>
                <a:gd name="connsiteY13" fmla="*/ 1144827 h 2772967"/>
                <a:gd name="connsiteX0" fmla="*/ 130715 w 2942986"/>
                <a:gd name="connsiteY0" fmla="*/ 1364961 h 2772967"/>
                <a:gd name="connsiteX1" fmla="*/ 7169 w 2942986"/>
                <a:gd name="connsiteY1" fmla="*/ 918633 h 2772967"/>
                <a:gd name="connsiteX2" fmla="*/ 392402 w 2942986"/>
                <a:gd name="connsiteY2" fmla="*/ 533400 h 2772967"/>
                <a:gd name="connsiteX3" fmla="*/ 580786 w 2942986"/>
                <a:gd name="connsiteY3" fmla="*/ 198967 h 2772967"/>
                <a:gd name="connsiteX4" fmla="*/ 921569 w 2942986"/>
                <a:gd name="connsiteY4" fmla="*/ 154517 h 2772967"/>
                <a:gd name="connsiteX5" fmla="*/ 1217902 w 2942986"/>
                <a:gd name="connsiteY5" fmla="*/ 0 h 2772967"/>
                <a:gd name="connsiteX6" fmla="*/ 1558686 w 2942986"/>
                <a:gd name="connsiteY6" fmla="*/ 148167 h 2772967"/>
                <a:gd name="connsiteX7" fmla="*/ 2132302 w 2942986"/>
                <a:gd name="connsiteY7" fmla="*/ 218016 h 2772967"/>
                <a:gd name="connsiteX8" fmla="*/ 2636069 w 2942986"/>
                <a:gd name="connsiteY8" fmla="*/ 146050 h 2772967"/>
                <a:gd name="connsiteX9" fmla="*/ 2942986 w 2942986"/>
                <a:gd name="connsiteY9" fmla="*/ 501650 h 2772967"/>
                <a:gd name="connsiteX10" fmla="*/ 2315608 w 2942986"/>
                <a:gd name="connsiteY10" fmla="*/ 1178694 h 2772967"/>
                <a:gd name="connsiteX11" fmla="*/ 1773741 w 2942986"/>
                <a:gd name="connsiteY11" fmla="*/ 2772967 h 2772967"/>
                <a:gd name="connsiteX12" fmla="*/ 431282 w 2942986"/>
                <a:gd name="connsiteY12" fmla="*/ 1773900 h 2772967"/>
                <a:gd name="connsiteX13" fmla="*/ 130715 w 2942986"/>
                <a:gd name="connsiteY13" fmla="*/ 1364961 h 2772967"/>
                <a:gd name="connsiteX0" fmla="*/ 424113 w 2935817"/>
                <a:gd name="connsiteY0" fmla="*/ 177390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424113 w 2935817"/>
                <a:gd name="connsiteY12" fmla="*/ 1773900 h 2772967"/>
                <a:gd name="connsiteX0" fmla="*/ 424113 w 2935817"/>
                <a:gd name="connsiteY0" fmla="*/ 177390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424113 w 2935817"/>
                <a:gd name="connsiteY12" fmla="*/ 1773900 h 2772967"/>
                <a:gd name="connsiteX0" fmla="*/ 388553 w 2935817"/>
                <a:gd name="connsiteY0" fmla="*/ 178406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388553 w 2935817"/>
                <a:gd name="connsiteY12" fmla="*/ 1784060 h 2772967"/>
                <a:gd name="connsiteX0" fmla="*/ 388553 w 2935817"/>
                <a:gd name="connsiteY0" fmla="*/ 178406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388553 w 293581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593937 w 2956137"/>
                <a:gd name="connsiteY3" fmla="*/ 19896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593937 w 2956137"/>
                <a:gd name="connsiteY3" fmla="*/ 19896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08439 w 2956137"/>
                <a:gd name="connsiteY10" fmla="*/ 116853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08439 w 2956137"/>
                <a:gd name="connsiteY10" fmla="*/ 116853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13082 w 2960346"/>
                <a:gd name="connsiteY0" fmla="*/ 1784060 h 2772967"/>
                <a:gd name="connsiteX1" fmla="*/ 4209 w 2960346"/>
                <a:gd name="connsiteY1" fmla="*/ 938953 h 2772967"/>
                <a:gd name="connsiteX2" fmla="*/ 130261 w 2960346"/>
                <a:gd name="connsiteY2" fmla="*/ 448310 h 2772967"/>
                <a:gd name="connsiteX3" fmla="*/ 409762 w 2960346"/>
                <a:gd name="connsiteY3" fmla="*/ 533400 h 2772967"/>
                <a:gd name="connsiteX4" fmla="*/ 1126466 w 2960346"/>
                <a:gd name="connsiteY4" fmla="*/ 773007 h 2772967"/>
                <a:gd name="connsiteX5" fmla="*/ 938929 w 2960346"/>
                <a:gd name="connsiteY5" fmla="*/ 154517 h 2772967"/>
                <a:gd name="connsiteX6" fmla="*/ 1235262 w 2960346"/>
                <a:gd name="connsiteY6" fmla="*/ 0 h 2772967"/>
                <a:gd name="connsiteX7" fmla="*/ 1576046 w 2960346"/>
                <a:gd name="connsiteY7" fmla="*/ 148167 h 2772967"/>
                <a:gd name="connsiteX8" fmla="*/ 2149662 w 2960346"/>
                <a:gd name="connsiteY8" fmla="*/ 218016 h 2772967"/>
                <a:gd name="connsiteX9" fmla="*/ 2653429 w 2960346"/>
                <a:gd name="connsiteY9" fmla="*/ 146050 h 2772967"/>
                <a:gd name="connsiteX10" fmla="*/ 2960346 w 2960346"/>
                <a:gd name="connsiteY10" fmla="*/ 501650 h 2772967"/>
                <a:gd name="connsiteX11" fmla="*/ 2312648 w 2960346"/>
                <a:gd name="connsiteY11" fmla="*/ 1168534 h 2772967"/>
                <a:gd name="connsiteX12" fmla="*/ 1791101 w 2960346"/>
                <a:gd name="connsiteY12" fmla="*/ 2772967 h 2772967"/>
                <a:gd name="connsiteX13" fmla="*/ 413082 w 2960346"/>
                <a:gd name="connsiteY13" fmla="*/ 1784060 h 2772967"/>
                <a:gd name="connsiteX0" fmla="*/ 503556 w 3050820"/>
                <a:gd name="connsiteY0" fmla="*/ 1784060 h 2772967"/>
                <a:gd name="connsiteX1" fmla="*/ 94683 w 3050820"/>
                <a:gd name="connsiteY1" fmla="*/ 938953 h 2772967"/>
                <a:gd name="connsiteX2" fmla="*/ 4835 w 3050820"/>
                <a:gd name="connsiteY2" fmla="*/ 579543 h 2772967"/>
                <a:gd name="connsiteX3" fmla="*/ 220735 w 3050820"/>
                <a:gd name="connsiteY3" fmla="*/ 448310 h 2772967"/>
                <a:gd name="connsiteX4" fmla="*/ 500236 w 3050820"/>
                <a:gd name="connsiteY4" fmla="*/ 533400 h 2772967"/>
                <a:gd name="connsiteX5" fmla="*/ 1216940 w 3050820"/>
                <a:gd name="connsiteY5" fmla="*/ 773007 h 2772967"/>
                <a:gd name="connsiteX6" fmla="*/ 1029403 w 3050820"/>
                <a:gd name="connsiteY6" fmla="*/ 154517 h 2772967"/>
                <a:gd name="connsiteX7" fmla="*/ 1325736 w 3050820"/>
                <a:gd name="connsiteY7" fmla="*/ 0 h 2772967"/>
                <a:gd name="connsiteX8" fmla="*/ 1666520 w 3050820"/>
                <a:gd name="connsiteY8" fmla="*/ 148167 h 2772967"/>
                <a:gd name="connsiteX9" fmla="*/ 2240136 w 3050820"/>
                <a:gd name="connsiteY9" fmla="*/ 218016 h 2772967"/>
                <a:gd name="connsiteX10" fmla="*/ 2743903 w 3050820"/>
                <a:gd name="connsiteY10" fmla="*/ 146050 h 2772967"/>
                <a:gd name="connsiteX11" fmla="*/ 3050820 w 3050820"/>
                <a:gd name="connsiteY11" fmla="*/ 501650 h 2772967"/>
                <a:gd name="connsiteX12" fmla="*/ 2403122 w 3050820"/>
                <a:gd name="connsiteY12" fmla="*/ 1168534 h 2772967"/>
                <a:gd name="connsiteX13" fmla="*/ 1881575 w 3050820"/>
                <a:gd name="connsiteY13" fmla="*/ 2772967 h 2772967"/>
                <a:gd name="connsiteX14" fmla="*/ 503556 w 3050820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215900 w 3045985"/>
                <a:gd name="connsiteY3" fmla="*/ 44831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215900 w 3045985"/>
                <a:gd name="connsiteY3" fmla="*/ 44831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693945 w 3045985"/>
                <a:gd name="connsiteY5" fmla="*/ 2142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693945 w 3045985"/>
                <a:gd name="connsiteY5" fmla="*/ 2142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69083 h 2857990"/>
                <a:gd name="connsiteX1" fmla="*/ 89848 w 3045985"/>
                <a:gd name="connsiteY1" fmla="*/ 1023976 h 2857990"/>
                <a:gd name="connsiteX2" fmla="*/ 0 w 3045985"/>
                <a:gd name="connsiteY2" fmla="*/ 664566 h 2857990"/>
                <a:gd name="connsiteX3" fmla="*/ 165100 w 3045985"/>
                <a:gd name="connsiteY3" fmla="*/ 526983 h 2857990"/>
                <a:gd name="connsiteX4" fmla="*/ 495401 w 3045985"/>
                <a:gd name="connsiteY4" fmla="*/ 618423 h 2857990"/>
                <a:gd name="connsiteX5" fmla="*/ 693945 w 3045985"/>
                <a:gd name="connsiteY5" fmla="*/ 299230 h 2857990"/>
                <a:gd name="connsiteX6" fmla="*/ 1024568 w 3045985"/>
                <a:gd name="connsiteY6" fmla="*/ 239540 h 2857990"/>
                <a:gd name="connsiteX7" fmla="*/ 1320901 w 3045985"/>
                <a:gd name="connsiteY7" fmla="*/ 85023 h 2857990"/>
                <a:gd name="connsiteX8" fmla="*/ 1661685 w 3045985"/>
                <a:gd name="connsiteY8" fmla="*/ 233190 h 2857990"/>
                <a:gd name="connsiteX9" fmla="*/ 2235301 w 3045985"/>
                <a:gd name="connsiteY9" fmla="*/ 303039 h 2857990"/>
                <a:gd name="connsiteX10" fmla="*/ 2406650 w 3045985"/>
                <a:gd name="connsiteY10" fmla="*/ 16443 h 2857990"/>
                <a:gd name="connsiteX11" fmla="*/ 2578100 w 3045985"/>
                <a:gd name="connsiteY11" fmla="*/ 38033 h 2857990"/>
                <a:gd name="connsiteX12" fmla="*/ 2739068 w 3045985"/>
                <a:gd name="connsiteY12" fmla="*/ 231073 h 2857990"/>
                <a:gd name="connsiteX13" fmla="*/ 3045985 w 3045985"/>
                <a:gd name="connsiteY13" fmla="*/ 586673 h 2857990"/>
                <a:gd name="connsiteX14" fmla="*/ 2398287 w 3045985"/>
                <a:gd name="connsiteY14" fmla="*/ 1253557 h 2857990"/>
                <a:gd name="connsiteX15" fmla="*/ 1876740 w 3045985"/>
                <a:gd name="connsiteY15" fmla="*/ 2857990 h 2857990"/>
                <a:gd name="connsiteX16" fmla="*/ 498721 w 3045985"/>
                <a:gd name="connsiteY16" fmla="*/ 1869083 h 2857990"/>
                <a:gd name="connsiteX0" fmla="*/ 498721 w 3045985"/>
                <a:gd name="connsiteY0" fmla="*/ 1869083 h 2857990"/>
                <a:gd name="connsiteX1" fmla="*/ 89848 w 3045985"/>
                <a:gd name="connsiteY1" fmla="*/ 1023976 h 2857990"/>
                <a:gd name="connsiteX2" fmla="*/ 0 w 3045985"/>
                <a:gd name="connsiteY2" fmla="*/ 664566 h 2857990"/>
                <a:gd name="connsiteX3" fmla="*/ 165100 w 3045985"/>
                <a:gd name="connsiteY3" fmla="*/ 526983 h 2857990"/>
                <a:gd name="connsiteX4" fmla="*/ 495401 w 3045985"/>
                <a:gd name="connsiteY4" fmla="*/ 618423 h 2857990"/>
                <a:gd name="connsiteX5" fmla="*/ 693945 w 3045985"/>
                <a:gd name="connsiteY5" fmla="*/ 299230 h 2857990"/>
                <a:gd name="connsiteX6" fmla="*/ 1024568 w 3045985"/>
                <a:gd name="connsiteY6" fmla="*/ 239540 h 2857990"/>
                <a:gd name="connsiteX7" fmla="*/ 1320901 w 3045985"/>
                <a:gd name="connsiteY7" fmla="*/ 85023 h 2857990"/>
                <a:gd name="connsiteX8" fmla="*/ 1661685 w 3045985"/>
                <a:gd name="connsiteY8" fmla="*/ 233190 h 2857990"/>
                <a:gd name="connsiteX9" fmla="*/ 2235301 w 3045985"/>
                <a:gd name="connsiteY9" fmla="*/ 303039 h 2857990"/>
                <a:gd name="connsiteX10" fmla="*/ 2406650 w 3045985"/>
                <a:gd name="connsiteY10" fmla="*/ 16443 h 2857990"/>
                <a:gd name="connsiteX11" fmla="*/ 2578100 w 3045985"/>
                <a:gd name="connsiteY11" fmla="*/ 38033 h 2857990"/>
                <a:gd name="connsiteX12" fmla="*/ 2739068 w 3045985"/>
                <a:gd name="connsiteY12" fmla="*/ 231073 h 2857990"/>
                <a:gd name="connsiteX13" fmla="*/ 3045985 w 3045985"/>
                <a:gd name="connsiteY13" fmla="*/ 586673 h 2857990"/>
                <a:gd name="connsiteX14" fmla="*/ 2398287 w 3045985"/>
                <a:gd name="connsiteY14" fmla="*/ 1253557 h 2857990"/>
                <a:gd name="connsiteX15" fmla="*/ 1876740 w 3045985"/>
                <a:gd name="connsiteY15" fmla="*/ 2857990 h 2857990"/>
                <a:gd name="connsiteX16" fmla="*/ 498721 w 3045985"/>
                <a:gd name="connsiteY16" fmla="*/ 1869083 h 2857990"/>
                <a:gd name="connsiteX0" fmla="*/ 498721 w 3045985"/>
                <a:gd name="connsiteY0" fmla="*/ 1859425 h 2848332"/>
                <a:gd name="connsiteX1" fmla="*/ 89848 w 3045985"/>
                <a:gd name="connsiteY1" fmla="*/ 1014318 h 2848332"/>
                <a:gd name="connsiteX2" fmla="*/ 0 w 3045985"/>
                <a:gd name="connsiteY2" fmla="*/ 654908 h 2848332"/>
                <a:gd name="connsiteX3" fmla="*/ 165100 w 3045985"/>
                <a:gd name="connsiteY3" fmla="*/ 517325 h 2848332"/>
                <a:gd name="connsiteX4" fmla="*/ 495401 w 3045985"/>
                <a:gd name="connsiteY4" fmla="*/ 608765 h 2848332"/>
                <a:gd name="connsiteX5" fmla="*/ 693945 w 3045985"/>
                <a:gd name="connsiteY5" fmla="*/ 289572 h 2848332"/>
                <a:gd name="connsiteX6" fmla="*/ 1024568 w 3045985"/>
                <a:gd name="connsiteY6" fmla="*/ 229882 h 2848332"/>
                <a:gd name="connsiteX7" fmla="*/ 1320901 w 3045985"/>
                <a:gd name="connsiteY7" fmla="*/ 75365 h 2848332"/>
                <a:gd name="connsiteX8" fmla="*/ 1661685 w 3045985"/>
                <a:gd name="connsiteY8" fmla="*/ 223532 h 2848332"/>
                <a:gd name="connsiteX9" fmla="*/ 2235301 w 3045985"/>
                <a:gd name="connsiteY9" fmla="*/ 293381 h 2848332"/>
                <a:gd name="connsiteX10" fmla="*/ 2406650 w 3045985"/>
                <a:gd name="connsiteY10" fmla="*/ 6785 h 2848332"/>
                <a:gd name="connsiteX11" fmla="*/ 2578100 w 3045985"/>
                <a:gd name="connsiteY11" fmla="*/ 28375 h 2848332"/>
                <a:gd name="connsiteX12" fmla="*/ 2739068 w 3045985"/>
                <a:gd name="connsiteY12" fmla="*/ 221415 h 2848332"/>
                <a:gd name="connsiteX13" fmla="*/ 3045985 w 3045985"/>
                <a:gd name="connsiteY13" fmla="*/ 577015 h 2848332"/>
                <a:gd name="connsiteX14" fmla="*/ 2398287 w 3045985"/>
                <a:gd name="connsiteY14" fmla="*/ 1243899 h 2848332"/>
                <a:gd name="connsiteX15" fmla="*/ 1876740 w 3045985"/>
                <a:gd name="connsiteY15" fmla="*/ 2848332 h 2848332"/>
                <a:gd name="connsiteX16" fmla="*/ 498721 w 3045985"/>
                <a:gd name="connsiteY16" fmla="*/ 1859425 h 2848332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39068 w 3045985"/>
                <a:gd name="connsiteY12" fmla="*/ 214630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45985" h="2844722">
                  <a:moveTo>
                    <a:pt x="498721" y="1855815"/>
                  </a:moveTo>
                  <a:cubicBezTo>
                    <a:pt x="389523" y="1506379"/>
                    <a:pt x="275246" y="1299184"/>
                    <a:pt x="89848" y="1010708"/>
                  </a:cubicBezTo>
                  <a:cubicBezTo>
                    <a:pt x="58233" y="863578"/>
                    <a:pt x="65774" y="783872"/>
                    <a:pt x="0" y="651298"/>
                  </a:cubicBezTo>
                  <a:cubicBezTo>
                    <a:pt x="88743" y="633024"/>
                    <a:pt x="145680" y="550687"/>
                    <a:pt x="165100" y="513715"/>
                  </a:cubicBezTo>
                  <a:cubicBezTo>
                    <a:pt x="273419" y="586810"/>
                    <a:pt x="352650" y="598664"/>
                    <a:pt x="495401" y="605155"/>
                  </a:cubicBezTo>
                  <a:cubicBezTo>
                    <a:pt x="685478" y="428836"/>
                    <a:pt x="606739" y="515408"/>
                    <a:pt x="693945" y="285962"/>
                  </a:cubicBezTo>
                  <a:cubicBezTo>
                    <a:pt x="901237" y="273545"/>
                    <a:pt x="874003" y="327943"/>
                    <a:pt x="1024568" y="226272"/>
                  </a:cubicBezTo>
                  <a:cubicBezTo>
                    <a:pt x="1165326" y="190641"/>
                    <a:pt x="1163209" y="226977"/>
                    <a:pt x="1320901" y="71755"/>
                  </a:cubicBezTo>
                  <a:cubicBezTo>
                    <a:pt x="1435554" y="135608"/>
                    <a:pt x="1487765" y="211809"/>
                    <a:pt x="1661685" y="219922"/>
                  </a:cubicBezTo>
                  <a:cubicBezTo>
                    <a:pt x="1835605" y="323287"/>
                    <a:pt x="2035629" y="394545"/>
                    <a:pt x="2235301" y="289771"/>
                  </a:cubicBezTo>
                  <a:cubicBezTo>
                    <a:pt x="2339988" y="143368"/>
                    <a:pt x="2344914" y="148519"/>
                    <a:pt x="2390775" y="0"/>
                  </a:cubicBezTo>
                  <a:cubicBezTo>
                    <a:pt x="2466958" y="32032"/>
                    <a:pt x="2481422" y="55668"/>
                    <a:pt x="2578100" y="24765"/>
                  </a:cubicBezTo>
                  <a:cubicBezTo>
                    <a:pt x="2614453" y="174837"/>
                    <a:pt x="2642037" y="148590"/>
                    <a:pt x="2720018" y="227330"/>
                  </a:cubicBezTo>
                  <a:cubicBezTo>
                    <a:pt x="2775051" y="430883"/>
                    <a:pt x="2933237" y="538881"/>
                    <a:pt x="3045985" y="573405"/>
                  </a:cubicBezTo>
                  <a:cubicBezTo>
                    <a:pt x="2748241" y="917902"/>
                    <a:pt x="2832345" y="838219"/>
                    <a:pt x="2398287" y="1240289"/>
                  </a:cubicBezTo>
                  <a:lnTo>
                    <a:pt x="1876740" y="2844722"/>
                  </a:lnTo>
                  <a:lnTo>
                    <a:pt x="498721" y="1855815"/>
                  </a:lnTo>
                  <a:close/>
                </a:path>
              </a:pathLst>
            </a:custGeom>
            <a:solidFill>
              <a:schemeClr val="accent1">
                <a:alpha val="69000"/>
              </a:schemeClr>
            </a:solidFill>
            <a:ln w="2540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576996EC-6D6E-4215-A173-D38C3238AAD2}"/>
                </a:ext>
              </a:extLst>
            </p:cNvPr>
            <p:cNvSpPr/>
            <p:nvPr/>
          </p:nvSpPr>
          <p:spPr>
            <a:xfrm rot="4320000">
              <a:off x="6889752" y="1087651"/>
              <a:ext cx="3045985" cy="2844722"/>
            </a:xfrm>
            <a:custGeom>
              <a:avLst/>
              <a:gdLst>
                <a:gd name="connsiteX0" fmla="*/ 0 w 2129859"/>
                <a:gd name="connsiteY0" fmla="*/ 0 h 5120640"/>
                <a:gd name="connsiteX1" fmla="*/ 2129859 w 2129859"/>
                <a:gd name="connsiteY1" fmla="*/ 0 h 5120640"/>
                <a:gd name="connsiteX2" fmla="*/ 2129859 w 2129859"/>
                <a:gd name="connsiteY2" fmla="*/ 5120640 h 5120640"/>
                <a:gd name="connsiteX3" fmla="*/ 0 w 2129859"/>
                <a:gd name="connsiteY3" fmla="*/ 5120640 h 5120640"/>
                <a:gd name="connsiteX4" fmla="*/ 0 w 2129859"/>
                <a:gd name="connsiteY4" fmla="*/ 0 h 5120640"/>
                <a:gd name="connsiteX0" fmla="*/ 0 w 2129859"/>
                <a:gd name="connsiteY0" fmla="*/ 283344 h 5403984"/>
                <a:gd name="connsiteX1" fmla="*/ 1220537 w 2129859"/>
                <a:gd name="connsiteY1" fmla="*/ 0 h 5403984"/>
                <a:gd name="connsiteX2" fmla="*/ 2129859 w 2129859"/>
                <a:gd name="connsiteY2" fmla="*/ 283344 h 5403984"/>
                <a:gd name="connsiteX3" fmla="*/ 2129859 w 2129859"/>
                <a:gd name="connsiteY3" fmla="*/ 5403984 h 5403984"/>
                <a:gd name="connsiteX4" fmla="*/ 0 w 2129859"/>
                <a:gd name="connsiteY4" fmla="*/ 5403984 h 5403984"/>
                <a:gd name="connsiteX5" fmla="*/ 0 w 2129859"/>
                <a:gd name="connsiteY5" fmla="*/ 283344 h 5403984"/>
                <a:gd name="connsiteX0" fmla="*/ 0 w 2129859"/>
                <a:gd name="connsiteY0" fmla="*/ 283344 h 5403984"/>
                <a:gd name="connsiteX1" fmla="*/ 1220537 w 2129859"/>
                <a:gd name="connsiteY1" fmla="*/ 0 h 5403984"/>
                <a:gd name="connsiteX2" fmla="*/ 1677737 w 2129859"/>
                <a:gd name="connsiteY2" fmla="*/ 165100 h 5403984"/>
                <a:gd name="connsiteX3" fmla="*/ 2129859 w 2129859"/>
                <a:gd name="connsiteY3" fmla="*/ 283344 h 5403984"/>
                <a:gd name="connsiteX4" fmla="*/ 2129859 w 2129859"/>
                <a:gd name="connsiteY4" fmla="*/ 5403984 h 5403984"/>
                <a:gd name="connsiteX5" fmla="*/ 0 w 2129859"/>
                <a:gd name="connsiteY5" fmla="*/ 5403984 h 5403984"/>
                <a:gd name="connsiteX6" fmla="*/ 0 w 2129859"/>
                <a:gd name="connsiteY6" fmla="*/ 283344 h 5403984"/>
                <a:gd name="connsiteX0" fmla="*/ 0 w 3158559"/>
                <a:gd name="connsiteY0" fmla="*/ 1235844 h 5403984"/>
                <a:gd name="connsiteX1" fmla="*/ 2249237 w 3158559"/>
                <a:gd name="connsiteY1" fmla="*/ 0 h 5403984"/>
                <a:gd name="connsiteX2" fmla="*/ 2706437 w 3158559"/>
                <a:gd name="connsiteY2" fmla="*/ 165100 h 5403984"/>
                <a:gd name="connsiteX3" fmla="*/ 3158559 w 3158559"/>
                <a:gd name="connsiteY3" fmla="*/ 283344 h 5403984"/>
                <a:gd name="connsiteX4" fmla="*/ 3158559 w 3158559"/>
                <a:gd name="connsiteY4" fmla="*/ 5403984 h 5403984"/>
                <a:gd name="connsiteX5" fmla="*/ 1028700 w 3158559"/>
                <a:gd name="connsiteY5" fmla="*/ 5403984 h 5403984"/>
                <a:gd name="connsiteX6" fmla="*/ 0 w 3158559"/>
                <a:gd name="connsiteY6" fmla="*/ 1235844 h 5403984"/>
                <a:gd name="connsiteX0" fmla="*/ 22550 w 3181109"/>
                <a:gd name="connsiteY0" fmla="*/ 1235844 h 5403984"/>
                <a:gd name="connsiteX1" fmla="*/ 500137 w 3181109"/>
                <a:gd name="connsiteY1" fmla="*/ 1009650 h 5403984"/>
                <a:gd name="connsiteX2" fmla="*/ 2271787 w 3181109"/>
                <a:gd name="connsiteY2" fmla="*/ 0 h 5403984"/>
                <a:gd name="connsiteX3" fmla="*/ 2728987 w 3181109"/>
                <a:gd name="connsiteY3" fmla="*/ 165100 h 5403984"/>
                <a:gd name="connsiteX4" fmla="*/ 3181109 w 3181109"/>
                <a:gd name="connsiteY4" fmla="*/ 283344 h 5403984"/>
                <a:gd name="connsiteX5" fmla="*/ 3181109 w 3181109"/>
                <a:gd name="connsiteY5" fmla="*/ 5403984 h 5403984"/>
                <a:gd name="connsiteX6" fmla="*/ 1051250 w 3181109"/>
                <a:gd name="connsiteY6" fmla="*/ 5403984 h 5403984"/>
                <a:gd name="connsiteX7" fmla="*/ 22550 w 3181109"/>
                <a:gd name="connsiteY7" fmla="*/ 1235844 h 5403984"/>
                <a:gd name="connsiteX0" fmla="*/ 11116 w 3169675"/>
                <a:gd name="connsiteY0" fmla="*/ 1235844 h 5403984"/>
                <a:gd name="connsiteX1" fmla="*/ 488703 w 3169675"/>
                <a:gd name="connsiteY1" fmla="*/ 1009650 h 5403984"/>
                <a:gd name="connsiteX2" fmla="*/ 2260353 w 3169675"/>
                <a:gd name="connsiteY2" fmla="*/ 0 h 5403984"/>
                <a:gd name="connsiteX3" fmla="*/ 2717553 w 3169675"/>
                <a:gd name="connsiteY3" fmla="*/ 165100 h 5403984"/>
                <a:gd name="connsiteX4" fmla="*/ 3169675 w 3169675"/>
                <a:gd name="connsiteY4" fmla="*/ 283344 h 5403984"/>
                <a:gd name="connsiteX5" fmla="*/ 3169675 w 3169675"/>
                <a:gd name="connsiteY5" fmla="*/ 5403984 h 5403984"/>
                <a:gd name="connsiteX6" fmla="*/ 1039816 w 3169675"/>
                <a:gd name="connsiteY6" fmla="*/ 5403984 h 5403984"/>
                <a:gd name="connsiteX7" fmla="*/ 11116 w 3169675"/>
                <a:gd name="connsiteY7" fmla="*/ 1235844 h 5403984"/>
                <a:gd name="connsiteX0" fmla="*/ 11116 w 3169675"/>
                <a:gd name="connsiteY0" fmla="*/ 1235844 h 5403984"/>
                <a:gd name="connsiteX1" fmla="*/ 488703 w 3169675"/>
                <a:gd name="connsiteY1" fmla="*/ 1009650 h 5403984"/>
                <a:gd name="connsiteX2" fmla="*/ 2260353 w 3169675"/>
                <a:gd name="connsiteY2" fmla="*/ 0 h 5403984"/>
                <a:gd name="connsiteX3" fmla="*/ 2717553 w 3169675"/>
                <a:gd name="connsiteY3" fmla="*/ 165100 h 5403984"/>
                <a:gd name="connsiteX4" fmla="*/ 3169675 w 3169675"/>
                <a:gd name="connsiteY4" fmla="*/ 283344 h 5403984"/>
                <a:gd name="connsiteX5" fmla="*/ 3169675 w 3169675"/>
                <a:gd name="connsiteY5" fmla="*/ 5403984 h 5403984"/>
                <a:gd name="connsiteX6" fmla="*/ 1039816 w 3169675"/>
                <a:gd name="connsiteY6" fmla="*/ 5403984 h 5403984"/>
                <a:gd name="connsiteX7" fmla="*/ 11116 w 3169675"/>
                <a:gd name="connsiteY7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2249237 w 3158559"/>
                <a:gd name="connsiteY2" fmla="*/ 0 h 5403984"/>
                <a:gd name="connsiteX3" fmla="*/ 2706437 w 3158559"/>
                <a:gd name="connsiteY3" fmla="*/ 165100 h 5403984"/>
                <a:gd name="connsiteX4" fmla="*/ 3158559 w 3158559"/>
                <a:gd name="connsiteY4" fmla="*/ 283344 h 5403984"/>
                <a:gd name="connsiteX5" fmla="*/ 3158559 w 3158559"/>
                <a:gd name="connsiteY5" fmla="*/ 5403984 h 5403984"/>
                <a:gd name="connsiteX6" fmla="*/ 1028700 w 3158559"/>
                <a:gd name="connsiteY6" fmla="*/ 5403984 h 5403984"/>
                <a:gd name="connsiteX7" fmla="*/ 0 w 3158559"/>
                <a:gd name="connsiteY7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90337 w 3158559"/>
                <a:gd name="connsiteY2" fmla="*/ 635016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90337 w 3158559"/>
                <a:gd name="connsiteY2" fmla="*/ 635016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62820 w 3158559"/>
                <a:gd name="connsiteY2" fmla="*/ 624433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62820 w 3158559"/>
                <a:gd name="connsiteY2" fmla="*/ 624433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1 h 5404001"/>
                <a:gd name="connsiteX1" fmla="*/ 477587 w 3158559"/>
                <a:gd name="connsiteY1" fmla="*/ 1009667 h 5404001"/>
                <a:gd name="connsiteX2" fmla="*/ 862820 w 3158559"/>
                <a:gd name="connsiteY2" fmla="*/ 624434 h 5404001"/>
                <a:gd name="connsiteX3" fmla="*/ 1051204 w 3158559"/>
                <a:gd name="connsiteY3" fmla="*/ 290001 h 5404001"/>
                <a:gd name="connsiteX4" fmla="*/ 2249237 w 3158559"/>
                <a:gd name="connsiteY4" fmla="*/ 17 h 5404001"/>
                <a:gd name="connsiteX5" fmla="*/ 2706437 w 3158559"/>
                <a:gd name="connsiteY5" fmla="*/ 165117 h 5404001"/>
                <a:gd name="connsiteX6" fmla="*/ 3158559 w 3158559"/>
                <a:gd name="connsiteY6" fmla="*/ 283361 h 5404001"/>
                <a:gd name="connsiteX7" fmla="*/ 3158559 w 3158559"/>
                <a:gd name="connsiteY7" fmla="*/ 5404001 h 5404001"/>
                <a:gd name="connsiteX8" fmla="*/ 1028700 w 3158559"/>
                <a:gd name="connsiteY8" fmla="*/ 5404001 h 5404001"/>
                <a:gd name="connsiteX9" fmla="*/ 0 w 3158559"/>
                <a:gd name="connsiteY9" fmla="*/ 1235861 h 5404001"/>
                <a:gd name="connsiteX0" fmla="*/ 0 w 3158559"/>
                <a:gd name="connsiteY0" fmla="*/ 1235861 h 5404001"/>
                <a:gd name="connsiteX1" fmla="*/ 477587 w 3158559"/>
                <a:gd name="connsiteY1" fmla="*/ 1009667 h 5404001"/>
                <a:gd name="connsiteX2" fmla="*/ 862820 w 3158559"/>
                <a:gd name="connsiteY2" fmla="*/ 624434 h 5404001"/>
                <a:gd name="connsiteX3" fmla="*/ 1051204 w 3158559"/>
                <a:gd name="connsiteY3" fmla="*/ 290001 h 5404001"/>
                <a:gd name="connsiteX4" fmla="*/ 2249237 w 3158559"/>
                <a:gd name="connsiteY4" fmla="*/ 17 h 5404001"/>
                <a:gd name="connsiteX5" fmla="*/ 2706437 w 3158559"/>
                <a:gd name="connsiteY5" fmla="*/ 165117 h 5404001"/>
                <a:gd name="connsiteX6" fmla="*/ 3158559 w 3158559"/>
                <a:gd name="connsiteY6" fmla="*/ 283361 h 5404001"/>
                <a:gd name="connsiteX7" fmla="*/ 3158559 w 3158559"/>
                <a:gd name="connsiteY7" fmla="*/ 5404001 h 5404001"/>
                <a:gd name="connsiteX8" fmla="*/ 1028700 w 3158559"/>
                <a:gd name="connsiteY8" fmla="*/ 5404001 h 5404001"/>
                <a:gd name="connsiteX9" fmla="*/ 0 w 3158559"/>
                <a:gd name="connsiteY9" fmla="*/ 1235861 h 5404001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8001 h 5406141"/>
                <a:gd name="connsiteX1" fmla="*/ 477587 w 3158559"/>
                <a:gd name="connsiteY1" fmla="*/ 1011807 h 5406141"/>
                <a:gd name="connsiteX2" fmla="*/ 862820 w 3158559"/>
                <a:gd name="connsiteY2" fmla="*/ 626574 h 5406141"/>
                <a:gd name="connsiteX3" fmla="*/ 1051204 w 3158559"/>
                <a:gd name="connsiteY3" fmla="*/ 292141 h 5406141"/>
                <a:gd name="connsiteX4" fmla="*/ 1391987 w 3158559"/>
                <a:gd name="connsiteY4" fmla="*/ 247691 h 5406141"/>
                <a:gd name="connsiteX5" fmla="*/ 1688320 w 3158559"/>
                <a:gd name="connsiteY5" fmla="*/ 93174 h 5406141"/>
                <a:gd name="connsiteX6" fmla="*/ 2249237 w 3158559"/>
                <a:gd name="connsiteY6" fmla="*/ 2157 h 5406141"/>
                <a:gd name="connsiteX7" fmla="*/ 2706437 w 3158559"/>
                <a:gd name="connsiteY7" fmla="*/ 167257 h 5406141"/>
                <a:gd name="connsiteX8" fmla="*/ 3158559 w 3158559"/>
                <a:gd name="connsiteY8" fmla="*/ 285501 h 5406141"/>
                <a:gd name="connsiteX9" fmla="*/ 3158559 w 3158559"/>
                <a:gd name="connsiteY9" fmla="*/ 5406141 h 5406141"/>
                <a:gd name="connsiteX10" fmla="*/ 1028700 w 3158559"/>
                <a:gd name="connsiteY10" fmla="*/ 5406141 h 5406141"/>
                <a:gd name="connsiteX11" fmla="*/ 0 w 3158559"/>
                <a:gd name="connsiteY11" fmla="*/ 1238001 h 5406141"/>
                <a:gd name="connsiteX0" fmla="*/ 0 w 3158559"/>
                <a:gd name="connsiteY0" fmla="*/ 1238001 h 5406141"/>
                <a:gd name="connsiteX1" fmla="*/ 477587 w 3158559"/>
                <a:gd name="connsiteY1" fmla="*/ 1011807 h 5406141"/>
                <a:gd name="connsiteX2" fmla="*/ 862820 w 3158559"/>
                <a:gd name="connsiteY2" fmla="*/ 626574 h 5406141"/>
                <a:gd name="connsiteX3" fmla="*/ 1051204 w 3158559"/>
                <a:gd name="connsiteY3" fmla="*/ 292141 h 5406141"/>
                <a:gd name="connsiteX4" fmla="*/ 1391987 w 3158559"/>
                <a:gd name="connsiteY4" fmla="*/ 247691 h 5406141"/>
                <a:gd name="connsiteX5" fmla="*/ 1688320 w 3158559"/>
                <a:gd name="connsiteY5" fmla="*/ 93174 h 5406141"/>
                <a:gd name="connsiteX6" fmla="*/ 2249237 w 3158559"/>
                <a:gd name="connsiteY6" fmla="*/ 2157 h 5406141"/>
                <a:gd name="connsiteX7" fmla="*/ 2706437 w 3158559"/>
                <a:gd name="connsiteY7" fmla="*/ 167257 h 5406141"/>
                <a:gd name="connsiteX8" fmla="*/ 3158559 w 3158559"/>
                <a:gd name="connsiteY8" fmla="*/ 285501 h 5406141"/>
                <a:gd name="connsiteX9" fmla="*/ 3158559 w 3158559"/>
                <a:gd name="connsiteY9" fmla="*/ 5406141 h 5406141"/>
                <a:gd name="connsiteX10" fmla="*/ 1028700 w 3158559"/>
                <a:gd name="connsiteY10" fmla="*/ 5406141 h 5406141"/>
                <a:gd name="connsiteX11" fmla="*/ 0 w 3158559"/>
                <a:gd name="connsiteY11" fmla="*/ 1238001 h 5406141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71198 h 5439338"/>
                <a:gd name="connsiteX1" fmla="*/ 477587 w 3158559"/>
                <a:gd name="connsiteY1" fmla="*/ 1045004 h 5439338"/>
                <a:gd name="connsiteX2" fmla="*/ 862820 w 3158559"/>
                <a:gd name="connsiteY2" fmla="*/ 659771 h 5439338"/>
                <a:gd name="connsiteX3" fmla="*/ 1051204 w 3158559"/>
                <a:gd name="connsiteY3" fmla="*/ 325338 h 5439338"/>
                <a:gd name="connsiteX4" fmla="*/ 1391987 w 3158559"/>
                <a:gd name="connsiteY4" fmla="*/ 280888 h 5439338"/>
                <a:gd name="connsiteX5" fmla="*/ 1688320 w 3158559"/>
                <a:gd name="connsiteY5" fmla="*/ 126371 h 5439338"/>
                <a:gd name="connsiteX6" fmla="*/ 2029104 w 3158559"/>
                <a:gd name="connsiteY6" fmla="*/ 274538 h 5439338"/>
                <a:gd name="connsiteX7" fmla="*/ 2242887 w 3158559"/>
                <a:gd name="connsiteY7" fmla="*/ 1487 h 5439338"/>
                <a:gd name="connsiteX8" fmla="*/ 2706437 w 3158559"/>
                <a:gd name="connsiteY8" fmla="*/ 200454 h 5439338"/>
                <a:gd name="connsiteX9" fmla="*/ 3158559 w 3158559"/>
                <a:gd name="connsiteY9" fmla="*/ 318698 h 5439338"/>
                <a:gd name="connsiteX10" fmla="*/ 3158559 w 3158559"/>
                <a:gd name="connsiteY10" fmla="*/ 5439338 h 5439338"/>
                <a:gd name="connsiteX11" fmla="*/ 1028700 w 3158559"/>
                <a:gd name="connsiteY11" fmla="*/ 5439338 h 5439338"/>
                <a:gd name="connsiteX12" fmla="*/ 0 w 3158559"/>
                <a:gd name="connsiteY12" fmla="*/ 1271198 h 5439338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706437 w 3158559"/>
                <a:gd name="connsiteY8" fmla="*/ 198967 h 5437851"/>
                <a:gd name="connsiteX9" fmla="*/ 3158559 w 3158559"/>
                <a:gd name="connsiteY9" fmla="*/ 317211 h 5437851"/>
                <a:gd name="connsiteX10" fmla="*/ 3158559 w 3158559"/>
                <a:gd name="connsiteY10" fmla="*/ 5437851 h 5437851"/>
                <a:gd name="connsiteX11" fmla="*/ 1028700 w 3158559"/>
                <a:gd name="connsiteY11" fmla="*/ 5437851 h 5437851"/>
                <a:gd name="connsiteX12" fmla="*/ 0 w 3158559"/>
                <a:gd name="connsiteY12" fmla="*/ 1269711 h 5437851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706437 w 3158559"/>
                <a:gd name="connsiteY8" fmla="*/ 198967 h 5437851"/>
                <a:gd name="connsiteX9" fmla="*/ 3158559 w 3158559"/>
                <a:gd name="connsiteY9" fmla="*/ 317211 h 5437851"/>
                <a:gd name="connsiteX10" fmla="*/ 3158559 w 3158559"/>
                <a:gd name="connsiteY10" fmla="*/ 5437851 h 5437851"/>
                <a:gd name="connsiteX11" fmla="*/ 1028700 w 3158559"/>
                <a:gd name="connsiteY11" fmla="*/ 5437851 h 5437851"/>
                <a:gd name="connsiteX12" fmla="*/ 0 w 3158559"/>
                <a:gd name="connsiteY12" fmla="*/ 1269711 h 5437851"/>
                <a:gd name="connsiteX0" fmla="*/ 0 w 3158559"/>
                <a:gd name="connsiteY0" fmla="*/ 1283724 h 5451864"/>
                <a:gd name="connsiteX1" fmla="*/ 477587 w 3158559"/>
                <a:gd name="connsiteY1" fmla="*/ 1057530 h 5451864"/>
                <a:gd name="connsiteX2" fmla="*/ 862820 w 3158559"/>
                <a:gd name="connsiteY2" fmla="*/ 672297 h 5451864"/>
                <a:gd name="connsiteX3" fmla="*/ 1051204 w 3158559"/>
                <a:gd name="connsiteY3" fmla="*/ 337864 h 5451864"/>
                <a:gd name="connsiteX4" fmla="*/ 1391987 w 3158559"/>
                <a:gd name="connsiteY4" fmla="*/ 293414 h 5451864"/>
                <a:gd name="connsiteX5" fmla="*/ 1688320 w 3158559"/>
                <a:gd name="connsiteY5" fmla="*/ 138897 h 5451864"/>
                <a:gd name="connsiteX6" fmla="*/ 2029104 w 3158559"/>
                <a:gd name="connsiteY6" fmla="*/ 287064 h 5451864"/>
                <a:gd name="connsiteX7" fmla="*/ 2242887 w 3158559"/>
                <a:gd name="connsiteY7" fmla="*/ 14013 h 5451864"/>
                <a:gd name="connsiteX8" fmla="*/ 2463020 w 3158559"/>
                <a:gd name="connsiteY8" fmla="*/ 35180 h 5451864"/>
                <a:gd name="connsiteX9" fmla="*/ 2706437 w 3158559"/>
                <a:gd name="connsiteY9" fmla="*/ 212980 h 5451864"/>
                <a:gd name="connsiteX10" fmla="*/ 3158559 w 3158559"/>
                <a:gd name="connsiteY10" fmla="*/ 331224 h 5451864"/>
                <a:gd name="connsiteX11" fmla="*/ 3158559 w 3158559"/>
                <a:gd name="connsiteY11" fmla="*/ 5451864 h 5451864"/>
                <a:gd name="connsiteX12" fmla="*/ 1028700 w 3158559"/>
                <a:gd name="connsiteY12" fmla="*/ 5451864 h 5451864"/>
                <a:gd name="connsiteX13" fmla="*/ 0 w 3158559"/>
                <a:gd name="connsiteY13" fmla="*/ 1283724 h 5451864"/>
                <a:gd name="connsiteX0" fmla="*/ 0 w 3158559"/>
                <a:gd name="connsiteY0" fmla="*/ 1273476 h 5441616"/>
                <a:gd name="connsiteX1" fmla="*/ 477587 w 3158559"/>
                <a:gd name="connsiteY1" fmla="*/ 1047282 h 5441616"/>
                <a:gd name="connsiteX2" fmla="*/ 862820 w 3158559"/>
                <a:gd name="connsiteY2" fmla="*/ 662049 h 5441616"/>
                <a:gd name="connsiteX3" fmla="*/ 1051204 w 3158559"/>
                <a:gd name="connsiteY3" fmla="*/ 327616 h 5441616"/>
                <a:gd name="connsiteX4" fmla="*/ 1391987 w 3158559"/>
                <a:gd name="connsiteY4" fmla="*/ 283166 h 5441616"/>
                <a:gd name="connsiteX5" fmla="*/ 1688320 w 3158559"/>
                <a:gd name="connsiteY5" fmla="*/ 128649 h 5441616"/>
                <a:gd name="connsiteX6" fmla="*/ 2029104 w 3158559"/>
                <a:gd name="connsiteY6" fmla="*/ 276816 h 5441616"/>
                <a:gd name="connsiteX7" fmla="*/ 2242887 w 3158559"/>
                <a:gd name="connsiteY7" fmla="*/ 3765 h 5441616"/>
                <a:gd name="connsiteX8" fmla="*/ 2463020 w 3158559"/>
                <a:gd name="connsiteY8" fmla="*/ 24932 h 5441616"/>
                <a:gd name="connsiteX9" fmla="*/ 2706437 w 3158559"/>
                <a:gd name="connsiteY9" fmla="*/ 202732 h 5441616"/>
                <a:gd name="connsiteX10" fmla="*/ 3158559 w 3158559"/>
                <a:gd name="connsiteY10" fmla="*/ 320976 h 5441616"/>
                <a:gd name="connsiteX11" fmla="*/ 3158559 w 3158559"/>
                <a:gd name="connsiteY11" fmla="*/ 5441616 h 5441616"/>
                <a:gd name="connsiteX12" fmla="*/ 1028700 w 3158559"/>
                <a:gd name="connsiteY12" fmla="*/ 5441616 h 5441616"/>
                <a:gd name="connsiteX13" fmla="*/ 0 w 3158559"/>
                <a:gd name="connsiteY13" fmla="*/ 1273476 h 5441616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463020 w 3158559"/>
                <a:gd name="connsiteY8" fmla="*/ 21167 h 5437851"/>
                <a:gd name="connsiteX9" fmla="*/ 2706437 w 3158559"/>
                <a:gd name="connsiteY9" fmla="*/ 198967 h 5437851"/>
                <a:gd name="connsiteX10" fmla="*/ 3158559 w 3158559"/>
                <a:gd name="connsiteY10" fmla="*/ 317211 h 5437851"/>
                <a:gd name="connsiteX11" fmla="*/ 3158559 w 3158559"/>
                <a:gd name="connsiteY11" fmla="*/ 5437851 h 5437851"/>
                <a:gd name="connsiteX12" fmla="*/ 1028700 w 3158559"/>
                <a:gd name="connsiteY12" fmla="*/ 5437851 h 5437851"/>
                <a:gd name="connsiteX13" fmla="*/ 0 w 3158559"/>
                <a:gd name="connsiteY13" fmla="*/ 1269711 h 5437851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463020 w 3158559"/>
                <a:gd name="connsiteY8" fmla="*/ 21167 h 5437851"/>
                <a:gd name="connsiteX9" fmla="*/ 2706437 w 3158559"/>
                <a:gd name="connsiteY9" fmla="*/ 198967 h 5437851"/>
                <a:gd name="connsiteX10" fmla="*/ 3158559 w 3158559"/>
                <a:gd name="connsiteY10" fmla="*/ 317211 h 5437851"/>
                <a:gd name="connsiteX11" fmla="*/ 3158559 w 3158559"/>
                <a:gd name="connsiteY11" fmla="*/ 5437851 h 5437851"/>
                <a:gd name="connsiteX12" fmla="*/ 1028700 w 3158559"/>
                <a:gd name="connsiteY12" fmla="*/ 5437851 h 5437851"/>
                <a:gd name="connsiteX13" fmla="*/ 0 w 3158559"/>
                <a:gd name="connsiteY13" fmla="*/ 1269711 h 5437851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144827 h 5312967"/>
                <a:gd name="connsiteX1" fmla="*/ 477587 w 3158559"/>
                <a:gd name="connsiteY1" fmla="*/ 918633 h 5312967"/>
                <a:gd name="connsiteX2" fmla="*/ 862820 w 3158559"/>
                <a:gd name="connsiteY2" fmla="*/ 533400 h 5312967"/>
                <a:gd name="connsiteX3" fmla="*/ 1051204 w 3158559"/>
                <a:gd name="connsiteY3" fmla="*/ 198967 h 5312967"/>
                <a:gd name="connsiteX4" fmla="*/ 1391987 w 3158559"/>
                <a:gd name="connsiteY4" fmla="*/ 154517 h 5312967"/>
                <a:gd name="connsiteX5" fmla="*/ 1688320 w 3158559"/>
                <a:gd name="connsiteY5" fmla="*/ 0 h 5312967"/>
                <a:gd name="connsiteX6" fmla="*/ 2029104 w 3158559"/>
                <a:gd name="connsiteY6" fmla="*/ 148167 h 5312967"/>
                <a:gd name="connsiteX7" fmla="*/ 2602720 w 3158559"/>
                <a:gd name="connsiteY7" fmla="*/ 218016 h 5312967"/>
                <a:gd name="connsiteX8" fmla="*/ 2784753 w 3158559"/>
                <a:gd name="connsiteY8" fmla="*/ 260350 h 5312967"/>
                <a:gd name="connsiteX9" fmla="*/ 2706437 w 3158559"/>
                <a:gd name="connsiteY9" fmla="*/ 74083 h 5312967"/>
                <a:gd name="connsiteX10" fmla="*/ 3158559 w 3158559"/>
                <a:gd name="connsiteY10" fmla="*/ 192327 h 5312967"/>
                <a:gd name="connsiteX11" fmla="*/ 3158559 w 3158559"/>
                <a:gd name="connsiteY11" fmla="*/ 5312967 h 5312967"/>
                <a:gd name="connsiteX12" fmla="*/ 1028700 w 3158559"/>
                <a:gd name="connsiteY12" fmla="*/ 5312967 h 5312967"/>
                <a:gd name="connsiteX13" fmla="*/ 0 w 3158559"/>
                <a:gd name="connsiteY13" fmla="*/ 1144827 h 5312967"/>
                <a:gd name="connsiteX0" fmla="*/ 0 w 3158559"/>
                <a:gd name="connsiteY0" fmla="*/ 1144827 h 5312967"/>
                <a:gd name="connsiteX1" fmla="*/ 477587 w 3158559"/>
                <a:gd name="connsiteY1" fmla="*/ 918633 h 5312967"/>
                <a:gd name="connsiteX2" fmla="*/ 862820 w 3158559"/>
                <a:gd name="connsiteY2" fmla="*/ 533400 h 5312967"/>
                <a:gd name="connsiteX3" fmla="*/ 1051204 w 3158559"/>
                <a:gd name="connsiteY3" fmla="*/ 198967 h 5312967"/>
                <a:gd name="connsiteX4" fmla="*/ 1391987 w 3158559"/>
                <a:gd name="connsiteY4" fmla="*/ 154517 h 5312967"/>
                <a:gd name="connsiteX5" fmla="*/ 1688320 w 3158559"/>
                <a:gd name="connsiteY5" fmla="*/ 0 h 5312967"/>
                <a:gd name="connsiteX6" fmla="*/ 2029104 w 3158559"/>
                <a:gd name="connsiteY6" fmla="*/ 148167 h 5312967"/>
                <a:gd name="connsiteX7" fmla="*/ 2602720 w 3158559"/>
                <a:gd name="connsiteY7" fmla="*/ 218016 h 5312967"/>
                <a:gd name="connsiteX8" fmla="*/ 2784753 w 3158559"/>
                <a:gd name="connsiteY8" fmla="*/ 260350 h 5312967"/>
                <a:gd name="connsiteX9" fmla="*/ 3070504 w 3158559"/>
                <a:gd name="connsiteY9" fmla="*/ 179917 h 5312967"/>
                <a:gd name="connsiteX10" fmla="*/ 3158559 w 3158559"/>
                <a:gd name="connsiteY10" fmla="*/ 192327 h 5312967"/>
                <a:gd name="connsiteX11" fmla="*/ 3158559 w 3158559"/>
                <a:gd name="connsiteY11" fmla="*/ 5312967 h 5312967"/>
                <a:gd name="connsiteX12" fmla="*/ 1028700 w 3158559"/>
                <a:gd name="connsiteY12" fmla="*/ 5312967 h 5312967"/>
                <a:gd name="connsiteX13" fmla="*/ 0 w 3158559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2784753 w 3937493"/>
                <a:gd name="connsiteY8" fmla="*/ 260350 h 5312967"/>
                <a:gd name="connsiteX9" fmla="*/ 3070504 w 3937493"/>
                <a:gd name="connsiteY9" fmla="*/ 179917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2784753 w 3937493"/>
                <a:gd name="connsiteY8" fmla="*/ 2603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423882"/>
                <a:gd name="connsiteY0" fmla="*/ 1144827 h 5312967"/>
                <a:gd name="connsiteX1" fmla="*/ 477587 w 3423882"/>
                <a:gd name="connsiteY1" fmla="*/ 918633 h 5312967"/>
                <a:gd name="connsiteX2" fmla="*/ 862820 w 3423882"/>
                <a:gd name="connsiteY2" fmla="*/ 533400 h 5312967"/>
                <a:gd name="connsiteX3" fmla="*/ 1051204 w 3423882"/>
                <a:gd name="connsiteY3" fmla="*/ 198967 h 5312967"/>
                <a:gd name="connsiteX4" fmla="*/ 1391987 w 3423882"/>
                <a:gd name="connsiteY4" fmla="*/ 154517 h 5312967"/>
                <a:gd name="connsiteX5" fmla="*/ 1688320 w 3423882"/>
                <a:gd name="connsiteY5" fmla="*/ 0 h 5312967"/>
                <a:gd name="connsiteX6" fmla="*/ 2029104 w 3423882"/>
                <a:gd name="connsiteY6" fmla="*/ 148167 h 5312967"/>
                <a:gd name="connsiteX7" fmla="*/ 2602720 w 3423882"/>
                <a:gd name="connsiteY7" fmla="*/ 218016 h 5312967"/>
                <a:gd name="connsiteX8" fmla="*/ 3106487 w 3423882"/>
                <a:gd name="connsiteY8" fmla="*/ 146050 h 5312967"/>
                <a:gd name="connsiteX9" fmla="*/ 3413404 w 3423882"/>
                <a:gd name="connsiteY9" fmla="*/ 501650 h 5312967"/>
                <a:gd name="connsiteX10" fmla="*/ 2794493 w 3423882"/>
                <a:gd name="connsiteY10" fmla="*/ 1187160 h 5312967"/>
                <a:gd name="connsiteX11" fmla="*/ 3158559 w 3423882"/>
                <a:gd name="connsiteY11" fmla="*/ 5312967 h 5312967"/>
                <a:gd name="connsiteX12" fmla="*/ 1028700 w 3423882"/>
                <a:gd name="connsiteY12" fmla="*/ 5312967 h 5312967"/>
                <a:gd name="connsiteX13" fmla="*/ 0 w 3423882"/>
                <a:gd name="connsiteY13" fmla="*/ 1144827 h 5312967"/>
                <a:gd name="connsiteX0" fmla="*/ 0 w 3423790"/>
                <a:gd name="connsiteY0" fmla="*/ 1144827 h 5312967"/>
                <a:gd name="connsiteX1" fmla="*/ 477587 w 3423790"/>
                <a:gd name="connsiteY1" fmla="*/ 918633 h 5312967"/>
                <a:gd name="connsiteX2" fmla="*/ 862820 w 3423790"/>
                <a:gd name="connsiteY2" fmla="*/ 533400 h 5312967"/>
                <a:gd name="connsiteX3" fmla="*/ 1051204 w 3423790"/>
                <a:gd name="connsiteY3" fmla="*/ 198967 h 5312967"/>
                <a:gd name="connsiteX4" fmla="*/ 1391987 w 3423790"/>
                <a:gd name="connsiteY4" fmla="*/ 154517 h 5312967"/>
                <a:gd name="connsiteX5" fmla="*/ 1688320 w 3423790"/>
                <a:gd name="connsiteY5" fmla="*/ 0 h 5312967"/>
                <a:gd name="connsiteX6" fmla="*/ 2029104 w 3423790"/>
                <a:gd name="connsiteY6" fmla="*/ 148167 h 5312967"/>
                <a:gd name="connsiteX7" fmla="*/ 2602720 w 3423790"/>
                <a:gd name="connsiteY7" fmla="*/ 218016 h 5312967"/>
                <a:gd name="connsiteX8" fmla="*/ 3106487 w 3423790"/>
                <a:gd name="connsiteY8" fmla="*/ 146050 h 5312967"/>
                <a:gd name="connsiteX9" fmla="*/ 3413404 w 3423790"/>
                <a:gd name="connsiteY9" fmla="*/ 501650 h 5312967"/>
                <a:gd name="connsiteX10" fmla="*/ 2786026 w 3423790"/>
                <a:gd name="connsiteY10" fmla="*/ 1178694 h 5312967"/>
                <a:gd name="connsiteX11" fmla="*/ 3158559 w 3423790"/>
                <a:gd name="connsiteY11" fmla="*/ 5312967 h 5312967"/>
                <a:gd name="connsiteX12" fmla="*/ 1028700 w 3423790"/>
                <a:gd name="connsiteY12" fmla="*/ 5312967 h 5312967"/>
                <a:gd name="connsiteX13" fmla="*/ 0 w 3423790"/>
                <a:gd name="connsiteY13" fmla="*/ 1144827 h 5312967"/>
                <a:gd name="connsiteX0" fmla="*/ 0 w 3413404"/>
                <a:gd name="connsiteY0" fmla="*/ 1144827 h 5312967"/>
                <a:gd name="connsiteX1" fmla="*/ 477587 w 3413404"/>
                <a:gd name="connsiteY1" fmla="*/ 918633 h 5312967"/>
                <a:gd name="connsiteX2" fmla="*/ 862820 w 3413404"/>
                <a:gd name="connsiteY2" fmla="*/ 533400 h 5312967"/>
                <a:gd name="connsiteX3" fmla="*/ 1051204 w 3413404"/>
                <a:gd name="connsiteY3" fmla="*/ 198967 h 5312967"/>
                <a:gd name="connsiteX4" fmla="*/ 1391987 w 3413404"/>
                <a:gd name="connsiteY4" fmla="*/ 154517 h 5312967"/>
                <a:gd name="connsiteX5" fmla="*/ 1688320 w 3413404"/>
                <a:gd name="connsiteY5" fmla="*/ 0 h 5312967"/>
                <a:gd name="connsiteX6" fmla="*/ 2029104 w 3413404"/>
                <a:gd name="connsiteY6" fmla="*/ 148167 h 5312967"/>
                <a:gd name="connsiteX7" fmla="*/ 2602720 w 3413404"/>
                <a:gd name="connsiteY7" fmla="*/ 218016 h 5312967"/>
                <a:gd name="connsiteX8" fmla="*/ 3106487 w 3413404"/>
                <a:gd name="connsiteY8" fmla="*/ 146050 h 5312967"/>
                <a:gd name="connsiteX9" fmla="*/ 3413404 w 3413404"/>
                <a:gd name="connsiteY9" fmla="*/ 501650 h 5312967"/>
                <a:gd name="connsiteX10" fmla="*/ 2786026 w 3413404"/>
                <a:gd name="connsiteY10" fmla="*/ 1178694 h 5312967"/>
                <a:gd name="connsiteX11" fmla="*/ 3158559 w 3413404"/>
                <a:gd name="connsiteY11" fmla="*/ 5312967 h 5312967"/>
                <a:gd name="connsiteX12" fmla="*/ 1028700 w 3413404"/>
                <a:gd name="connsiteY12" fmla="*/ 5312967 h 5312967"/>
                <a:gd name="connsiteX13" fmla="*/ 0 w 3413404"/>
                <a:gd name="connsiteY13" fmla="*/ 1144827 h 5312967"/>
                <a:gd name="connsiteX0" fmla="*/ 0 w 3413404"/>
                <a:gd name="connsiteY0" fmla="*/ 1144827 h 5312967"/>
                <a:gd name="connsiteX1" fmla="*/ 477587 w 3413404"/>
                <a:gd name="connsiteY1" fmla="*/ 918633 h 5312967"/>
                <a:gd name="connsiteX2" fmla="*/ 862820 w 3413404"/>
                <a:gd name="connsiteY2" fmla="*/ 533400 h 5312967"/>
                <a:gd name="connsiteX3" fmla="*/ 1051204 w 3413404"/>
                <a:gd name="connsiteY3" fmla="*/ 198967 h 5312967"/>
                <a:gd name="connsiteX4" fmla="*/ 1391987 w 3413404"/>
                <a:gd name="connsiteY4" fmla="*/ 154517 h 5312967"/>
                <a:gd name="connsiteX5" fmla="*/ 1688320 w 3413404"/>
                <a:gd name="connsiteY5" fmla="*/ 0 h 5312967"/>
                <a:gd name="connsiteX6" fmla="*/ 2029104 w 3413404"/>
                <a:gd name="connsiteY6" fmla="*/ 148167 h 5312967"/>
                <a:gd name="connsiteX7" fmla="*/ 2602720 w 3413404"/>
                <a:gd name="connsiteY7" fmla="*/ 218016 h 5312967"/>
                <a:gd name="connsiteX8" fmla="*/ 3106487 w 3413404"/>
                <a:gd name="connsiteY8" fmla="*/ 146050 h 5312967"/>
                <a:gd name="connsiteX9" fmla="*/ 3413404 w 3413404"/>
                <a:gd name="connsiteY9" fmla="*/ 501650 h 5312967"/>
                <a:gd name="connsiteX10" fmla="*/ 2786026 w 3413404"/>
                <a:gd name="connsiteY10" fmla="*/ 1178694 h 5312967"/>
                <a:gd name="connsiteX11" fmla="*/ 2261092 w 3413404"/>
                <a:gd name="connsiteY11" fmla="*/ 2747567 h 5312967"/>
                <a:gd name="connsiteX12" fmla="*/ 1028700 w 3413404"/>
                <a:gd name="connsiteY12" fmla="*/ 5312967 h 5312967"/>
                <a:gd name="connsiteX13" fmla="*/ 0 w 3413404"/>
                <a:gd name="connsiteY13" fmla="*/ 1144827 h 5312967"/>
                <a:gd name="connsiteX0" fmla="*/ 0 w 3413404"/>
                <a:gd name="connsiteY0" fmla="*/ 1144827 h 2747567"/>
                <a:gd name="connsiteX1" fmla="*/ 477587 w 3413404"/>
                <a:gd name="connsiteY1" fmla="*/ 918633 h 2747567"/>
                <a:gd name="connsiteX2" fmla="*/ 862820 w 3413404"/>
                <a:gd name="connsiteY2" fmla="*/ 533400 h 2747567"/>
                <a:gd name="connsiteX3" fmla="*/ 1051204 w 3413404"/>
                <a:gd name="connsiteY3" fmla="*/ 198967 h 2747567"/>
                <a:gd name="connsiteX4" fmla="*/ 1391987 w 3413404"/>
                <a:gd name="connsiteY4" fmla="*/ 154517 h 2747567"/>
                <a:gd name="connsiteX5" fmla="*/ 1688320 w 3413404"/>
                <a:gd name="connsiteY5" fmla="*/ 0 h 2747567"/>
                <a:gd name="connsiteX6" fmla="*/ 2029104 w 3413404"/>
                <a:gd name="connsiteY6" fmla="*/ 148167 h 2747567"/>
                <a:gd name="connsiteX7" fmla="*/ 2602720 w 3413404"/>
                <a:gd name="connsiteY7" fmla="*/ 218016 h 2747567"/>
                <a:gd name="connsiteX8" fmla="*/ 3106487 w 3413404"/>
                <a:gd name="connsiteY8" fmla="*/ 146050 h 2747567"/>
                <a:gd name="connsiteX9" fmla="*/ 3413404 w 3413404"/>
                <a:gd name="connsiteY9" fmla="*/ 501650 h 2747567"/>
                <a:gd name="connsiteX10" fmla="*/ 2786026 w 3413404"/>
                <a:gd name="connsiteY10" fmla="*/ 1178694 h 2747567"/>
                <a:gd name="connsiteX11" fmla="*/ 2261092 w 3413404"/>
                <a:gd name="connsiteY11" fmla="*/ 2747567 h 2747567"/>
                <a:gd name="connsiteX12" fmla="*/ 901700 w 3413404"/>
                <a:gd name="connsiteY12" fmla="*/ 1773900 h 2747567"/>
                <a:gd name="connsiteX13" fmla="*/ 0 w 3413404"/>
                <a:gd name="connsiteY13" fmla="*/ 1144827 h 2747567"/>
                <a:gd name="connsiteX0" fmla="*/ 0 w 3413404"/>
                <a:gd name="connsiteY0" fmla="*/ 1144827 h 2772967"/>
                <a:gd name="connsiteX1" fmla="*/ 477587 w 3413404"/>
                <a:gd name="connsiteY1" fmla="*/ 918633 h 2772967"/>
                <a:gd name="connsiteX2" fmla="*/ 862820 w 3413404"/>
                <a:gd name="connsiteY2" fmla="*/ 533400 h 2772967"/>
                <a:gd name="connsiteX3" fmla="*/ 1051204 w 3413404"/>
                <a:gd name="connsiteY3" fmla="*/ 198967 h 2772967"/>
                <a:gd name="connsiteX4" fmla="*/ 1391987 w 3413404"/>
                <a:gd name="connsiteY4" fmla="*/ 154517 h 2772967"/>
                <a:gd name="connsiteX5" fmla="*/ 1688320 w 3413404"/>
                <a:gd name="connsiteY5" fmla="*/ 0 h 2772967"/>
                <a:gd name="connsiteX6" fmla="*/ 2029104 w 3413404"/>
                <a:gd name="connsiteY6" fmla="*/ 148167 h 2772967"/>
                <a:gd name="connsiteX7" fmla="*/ 2602720 w 3413404"/>
                <a:gd name="connsiteY7" fmla="*/ 218016 h 2772967"/>
                <a:gd name="connsiteX8" fmla="*/ 3106487 w 3413404"/>
                <a:gd name="connsiteY8" fmla="*/ 146050 h 2772967"/>
                <a:gd name="connsiteX9" fmla="*/ 3413404 w 3413404"/>
                <a:gd name="connsiteY9" fmla="*/ 501650 h 2772967"/>
                <a:gd name="connsiteX10" fmla="*/ 2786026 w 3413404"/>
                <a:gd name="connsiteY10" fmla="*/ 1178694 h 2772967"/>
                <a:gd name="connsiteX11" fmla="*/ 2244159 w 3413404"/>
                <a:gd name="connsiteY11" fmla="*/ 2772967 h 2772967"/>
                <a:gd name="connsiteX12" fmla="*/ 901700 w 3413404"/>
                <a:gd name="connsiteY12" fmla="*/ 1773900 h 2772967"/>
                <a:gd name="connsiteX13" fmla="*/ 0 w 3413404"/>
                <a:gd name="connsiteY13" fmla="*/ 1144827 h 2772967"/>
                <a:gd name="connsiteX0" fmla="*/ 130715 w 2942986"/>
                <a:gd name="connsiteY0" fmla="*/ 1364961 h 2772967"/>
                <a:gd name="connsiteX1" fmla="*/ 7169 w 2942986"/>
                <a:gd name="connsiteY1" fmla="*/ 918633 h 2772967"/>
                <a:gd name="connsiteX2" fmla="*/ 392402 w 2942986"/>
                <a:gd name="connsiteY2" fmla="*/ 533400 h 2772967"/>
                <a:gd name="connsiteX3" fmla="*/ 580786 w 2942986"/>
                <a:gd name="connsiteY3" fmla="*/ 198967 h 2772967"/>
                <a:gd name="connsiteX4" fmla="*/ 921569 w 2942986"/>
                <a:gd name="connsiteY4" fmla="*/ 154517 h 2772967"/>
                <a:gd name="connsiteX5" fmla="*/ 1217902 w 2942986"/>
                <a:gd name="connsiteY5" fmla="*/ 0 h 2772967"/>
                <a:gd name="connsiteX6" fmla="*/ 1558686 w 2942986"/>
                <a:gd name="connsiteY6" fmla="*/ 148167 h 2772967"/>
                <a:gd name="connsiteX7" fmla="*/ 2132302 w 2942986"/>
                <a:gd name="connsiteY7" fmla="*/ 218016 h 2772967"/>
                <a:gd name="connsiteX8" fmla="*/ 2636069 w 2942986"/>
                <a:gd name="connsiteY8" fmla="*/ 146050 h 2772967"/>
                <a:gd name="connsiteX9" fmla="*/ 2942986 w 2942986"/>
                <a:gd name="connsiteY9" fmla="*/ 501650 h 2772967"/>
                <a:gd name="connsiteX10" fmla="*/ 2315608 w 2942986"/>
                <a:gd name="connsiteY10" fmla="*/ 1178694 h 2772967"/>
                <a:gd name="connsiteX11" fmla="*/ 1773741 w 2942986"/>
                <a:gd name="connsiteY11" fmla="*/ 2772967 h 2772967"/>
                <a:gd name="connsiteX12" fmla="*/ 431282 w 2942986"/>
                <a:gd name="connsiteY12" fmla="*/ 1773900 h 2772967"/>
                <a:gd name="connsiteX13" fmla="*/ 130715 w 2942986"/>
                <a:gd name="connsiteY13" fmla="*/ 1364961 h 2772967"/>
                <a:gd name="connsiteX0" fmla="*/ 424113 w 2935817"/>
                <a:gd name="connsiteY0" fmla="*/ 177390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424113 w 2935817"/>
                <a:gd name="connsiteY12" fmla="*/ 1773900 h 2772967"/>
                <a:gd name="connsiteX0" fmla="*/ 424113 w 2935817"/>
                <a:gd name="connsiteY0" fmla="*/ 177390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424113 w 2935817"/>
                <a:gd name="connsiteY12" fmla="*/ 1773900 h 2772967"/>
                <a:gd name="connsiteX0" fmla="*/ 388553 w 2935817"/>
                <a:gd name="connsiteY0" fmla="*/ 178406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388553 w 2935817"/>
                <a:gd name="connsiteY12" fmla="*/ 1784060 h 2772967"/>
                <a:gd name="connsiteX0" fmla="*/ 388553 w 2935817"/>
                <a:gd name="connsiteY0" fmla="*/ 178406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388553 w 293581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593937 w 2956137"/>
                <a:gd name="connsiteY3" fmla="*/ 19896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593937 w 2956137"/>
                <a:gd name="connsiteY3" fmla="*/ 19896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08439 w 2956137"/>
                <a:gd name="connsiteY10" fmla="*/ 116853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08439 w 2956137"/>
                <a:gd name="connsiteY10" fmla="*/ 116853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13082 w 2960346"/>
                <a:gd name="connsiteY0" fmla="*/ 1784060 h 2772967"/>
                <a:gd name="connsiteX1" fmla="*/ 4209 w 2960346"/>
                <a:gd name="connsiteY1" fmla="*/ 938953 h 2772967"/>
                <a:gd name="connsiteX2" fmla="*/ 130261 w 2960346"/>
                <a:gd name="connsiteY2" fmla="*/ 448310 h 2772967"/>
                <a:gd name="connsiteX3" fmla="*/ 409762 w 2960346"/>
                <a:gd name="connsiteY3" fmla="*/ 533400 h 2772967"/>
                <a:gd name="connsiteX4" fmla="*/ 1126466 w 2960346"/>
                <a:gd name="connsiteY4" fmla="*/ 773007 h 2772967"/>
                <a:gd name="connsiteX5" fmla="*/ 938929 w 2960346"/>
                <a:gd name="connsiteY5" fmla="*/ 154517 h 2772967"/>
                <a:gd name="connsiteX6" fmla="*/ 1235262 w 2960346"/>
                <a:gd name="connsiteY6" fmla="*/ 0 h 2772967"/>
                <a:gd name="connsiteX7" fmla="*/ 1576046 w 2960346"/>
                <a:gd name="connsiteY7" fmla="*/ 148167 h 2772967"/>
                <a:gd name="connsiteX8" fmla="*/ 2149662 w 2960346"/>
                <a:gd name="connsiteY8" fmla="*/ 218016 h 2772967"/>
                <a:gd name="connsiteX9" fmla="*/ 2653429 w 2960346"/>
                <a:gd name="connsiteY9" fmla="*/ 146050 h 2772967"/>
                <a:gd name="connsiteX10" fmla="*/ 2960346 w 2960346"/>
                <a:gd name="connsiteY10" fmla="*/ 501650 h 2772967"/>
                <a:gd name="connsiteX11" fmla="*/ 2312648 w 2960346"/>
                <a:gd name="connsiteY11" fmla="*/ 1168534 h 2772967"/>
                <a:gd name="connsiteX12" fmla="*/ 1791101 w 2960346"/>
                <a:gd name="connsiteY12" fmla="*/ 2772967 h 2772967"/>
                <a:gd name="connsiteX13" fmla="*/ 413082 w 2960346"/>
                <a:gd name="connsiteY13" fmla="*/ 1784060 h 2772967"/>
                <a:gd name="connsiteX0" fmla="*/ 503556 w 3050820"/>
                <a:gd name="connsiteY0" fmla="*/ 1784060 h 2772967"/>
                <a:gd name="connsiteX1" fmla="*/ 94683 w 3050820"/>
                <a:gd name="connsiteY1" fmla="*/ 938953 h 2772967"/>
                <a:gd name="connsiteX2" fmla="*/ 4835 w 3050820"/>
                <a:gd name="connsiteY2" fmla="*/ 579543 h 2772967"/>
                <a:gd name="connsiteX3" fmla="*/ 220735 w 3050820"/>
                <a:gd name="connsiteY3" fmla="*/ 448310 h 2772967"/>
                <a:gd name="connsiteX4" fmla="*/ 500236 w 3050820"/>
                <a:gd name="connsiteY4" fmla="*/ 533400 h 2772967"/>
                <a:gd name="connsiteX5" fmla="*/ 1216940 w 3050820"/>
                <a:gd name="connsiteY5" fmla="*/ 773007 h 2772967"/>
                <a:gd name="connsiteX6" fmla="*/ 1029403 w 3050820"/>
                <a:gd name="connsiteY6" fmla="*/ 154517 h 2772967"/>
                <a:gd name="connsiteX7" fmla="*/ 1325736 w 3050820"/>
                <a:gd name="connsiteY7" fmla="*/ 0 h 2772967"/>
                <a:gd name="connsiteX8" fmla="*/ 1666520 w 3050820"/>
                <a:gd name="connsiteY8" fmla="*/ 148167 h 2772967"/>
                <a:gd name="connsiteX9" fmla="*/ 2240136 w 3050820"/>
                <a:gd name="connsiteY9" fmla="*/ 218016 h 2772967"/>
                <a:gd name="connsiteX10" fmla="*/ 2743903 w 3050820"/>
                <a:gd name="connsiteY10" fmla="*/ 146050 h 2772967"/>
                <a:gd name="connsiteX11" fmla="*/ 3050820 w 3050820"/>
                <a:gd name="connsiteY11" fmla="*/ 501650 h 2772967"/>
                <a:gd name="connsiteX12" fmla="*/ 2403122 w 3050820"/>
                <a:gd name="connsiteY12" fmla="*/ 1168534 h 2772967"/>
                <a:gd name="connsiteX13" fmla="*/ 1881575 w 3050820"/>
                <a:gd name="connsiteY13" fmla="*/ 2772967 h 2772967"/>
                <a:gd name="connsiteX14" fmla="*/ 503556 w 3050820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215900 w 3045985"/>
                <a:gd name="connsiteY3" fmla="*/ 44831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215900 w 3045985"/>
                <a:gd name="connsiteY3" fmla="*/ 44831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693945 w 3045985"/>
                <a:gd name="connsiteY5" fmla="*/ 2142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693945 w 3045985"/>
                <a:gd name="connsiteY5" fmla="*/ 2142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69083 h 2857990"/>
                <a:gd name="connsiteX1" fmla="*/ 89848 w 3045985"/>
                <a:gd name="connsiteY1" fmla="*/ 1023976 h 2857990"/>
                <a:gd name="connsiteX2" fmla="*/ 0 w 3045985"/>
                <a:gd name="connsiteY2" fmla="*/ 664566 h 2857990"/>
                <a:gd name="connsiteX3" fmla="*/ 165100 w 3045985"/>
                <a:gd name="connsiteY3" fmla="*/ 526983 h 2857990"/>
                <a:gd name="connsiteX4" fmla="*/ 495401 w 3045985"/>
                <a:gd name="connsiteY4" fmla="*/ 618423 h 2857990"/>
                <a:gd name="connsiteX5" fmla="*/ 693945 w 3045985"/>
                <a:gd name="connsiteY5" fmla="*/ 299230 h 2857990"/>
                <a:gd name="connsiteX6" fmla="*/ 1024568 w 3045985"/>
                <a:gd name="connsiteY6" fmla="*/ 239540 h 2857990"/>
                <a:gd name="connsiteX7" fmla="*/ 1320901 w 3045985"/>
                <a:gd name="connsiteY7" fmla="*/ 85023 h 2857990"/>
                <a:gd name="connsiteX8" fmla="*/ 1661685 w 3045985"/>
                <a:gd name="connsiteY8" fmla="*/ 233190 h 2857990"/>
                <a:gd name="connsiteX9" fmla="*/ 2235301 w 3045985"/>
                <a:gd name="connsiteY9" fmla="*/ 303039 h 2857990"/>
                <a:gd name="connsiteX10" fmla="*/ 2406650 w 3045985"/>
                <a:gd name="connsiteY10" fmla="*/ 16443 h 2857990"/>
                <a:gd name="connsiteX11" fmla="*/ 2578100 w 3045985"/>
                <a:gd name="connsiteY11" fmla="*/ 38033 h 2857990"/>
                <a:gd name="connsiteX12" fmla="*/ 2739068 w 3045985"/>
                <a:gd name="connsiteY12" fmla="*/ 231073 h 2857990"/>
                <a:gd name="connsiteX13" fmla="*/ 3045985 w 3045985"/>
                <a:gd name="connsiteY13" fmla="*/ 586673 h 2857990"/>
                <a:gd name="connsiteX14" fmla="*/ 2398287 w 3045985"/>
                <a:gd name="connsiteY14" fmla="*/ 1253557 h 2857990"/>
                <a:gd name="connsiteX15" fmla="*/ 1876740 w 3045985"/>
                <a:gd name="connsiteY15" fmla="*/ 2857990 h 2857990"/>
                <a:gd name="connsiteX16" fmla="*/ 498721 w 3045985"/>
                <a:gd name="connsiteY16" fmla="*/ 1869083 h 2857990"/>
                <a:gd name="connsiteX0" fmla="*/ 498721 w 3045985"/>
                <a:gd name="connsiteY0" fmla="*/ 1869083 h 2857990"/>
                <a:gd name="connsiteX1" fmla="*/ 89848 w 3045985"/>
                <a:gd name="connsiteY1" fmla="*/ 1023976 h 2857990"/>
                <a:gd name="connsiteX2" fmla="*/ 0 w 3045985"/>
                <a:gd name="connsiteY2" fmla="*/ 664566 h 2857990"/>
                <a:gd name="connsiteX3" fmla="*/ 165100 w 3045985"/>
                <a:gd name="connsiteY3" fmla="*/ 526983 h 2857990"/>
                <a:gd name="connsiteX4" fmla="*/ 495401 w 3045985"/>
                <a:gd name="connsiteY4" fmla="*/ 618423 h 2857990"/>
                <a:gd name="connsiteX5" fmla="*/ 693945 w 3045985"/>
                <a:gd name="connsiteY5" fmla="*/ 299230 h 2857990"/>
                <a:gd name="connsiteX6" fmla="*/ 1024568 w 3045985"/>
                <a:gd name="connsiteY6" fmla="*/ 239540 h 2857990"/>
                <a:gd name="connsiteX7" fmla="*/ 1320901 w 3045985"/>
                <a:gd name="connsiteY7" fmla="*/ 85023 h 2857990"/>
                <a:gd name="connsiteX8" fmla="*/ 1661685 w 3045985"/>
                <a:gd name="connsiteY8" fmla="*/ 233190 h 2857990"/>
                <a:gd name="connsiteX9" fmla="*/ 2235301 w 3045985"/>
                <a:gd name="connsiteY9" fmla="*/ 303039 h 2857990"/>
                <a:gd name="connsiteX10" fmla="*/ 2406650 w 3045985"/>
                <a:gd name="connsiteY10" fmla="*/ 16443 h 2857990"/>
                <a:gd name="connsiteX11" fmla="*/ 2578100 w 3045985"/>
                <a:gd name="connsiteY11" fmla="*/ 38033 h 2857990"/>
                <a:gd name="connsiteX12" fmla="*/ 2739068 w 3045985"/>
                <a:gd name="connsiteY12" fmla="*/ 231073 h 2857990"/>
                <a:gd name="connsiteX13" fmla="*/ 3045985 w 3045985"/>
                <a:gd name="connsiteY13" fmla="*/ 586673 h 2857990"/>
                <a:gd name="connsiteX14" fmla="*/ 2398287 w 3045985"/>
                <a:gd name="connsiteY14" fmla="*/ 1253557 h 2857990"/>
                <a:gd name="connsiteX15" fmla="*/ 1876740 w 3045985"/>
                <a:gd name="connsiteY15" fmla="*/ 2857990 h 2857990"/>
                <a:gd name="connsiteX16" fmla="*/ 498721 w 3045985"/>
                <a:gd name="connsiteY16" fmla="*/ 1869083 h 2857990"/>
                <a:gd name="connsiteX0" fmla="*/ 498721 w 3045985"/>
                <a:gd name="connsiteY0" fmla="*/ 1859425 h 2848332"/>
                <a:gd name="connsiteX1" fmla="*/ 89848 w 3045985"/>
                <a:gd name="connsiteY1" fmla="*/ 1014318 h 2848332"/>
                <a:gd name="connsiteX2" fmla="*/ 0 w 3045985"/>
                <a:gd name="connsiteY2" fmla="*/ 654908 h 2848332"/>
                <a:gd name="connsiteX3" fmla="*/ 165100 w 3045985"/>
                <a:gd name="connsiteY3" fmla="*/ 517325 h 2848332"/>
                <a:gd name="connsiteX4" fmla="*/ 495401 w 3045985"/>
                <a:gd name="connsiteY4" fmla="*/ 608765 h 2848332"/>
                <a:gd name="connsiteX5" fmla="*/ 693945 w 3045985"/>
                <a:gd name="connsiteY5" fmla="*/ 289572 h 2848332"/>
                <a:gd name="connsiteX6" fmla="*/ 1024568 w 3045985"/>
                <a:gd name="connsiteY6" fmla="*/ 229882 h 2848332"/>
                <a:gd name="connsiteX7" fmla="*/ 1320901 w 3045985"/>
                <a:gd name="connsiteY7" fmla="*/ 75365 h 2848332"/>
                <a:gd name="connsiteX8" fmla="*/ 1661685 w 3045985"/>
                <a:gd name="connsiteY8" fmla="*/ 223532 h 2848332"/>
                <a:gd name="connsiteX9" fmla="*/ 2235301 w 3045985"/>
                <a:gd name="connsiteY9" fmla="*/ 293381 h 2848332"/>
                <a:gd name="connsiteX10" fmla="*/ 2406650 w 3045985"/>
                <a:gd name="connsiteY10" fmla="*/ 6785 h 2848332"/>
                <a:gd name="connsiteX11" fmla="*/ 2578100 w 3045985"/>
                <a:gd name="connsiteY11" fmla="*/ 28375 h 2848332"/>
                <a:gd name="connsiteX12" fmla="*/ 2739068 w 3045985"/>
                <a:gd name="connsiteY12" fmla="*/ 221415 h 2848332"/>
                <a:gd name="connsiteX13" fmla="*/ 3045985 w 3045985"/>
                <a:gd name="connsiteY13" fmla="*/ 577015 h 2848332"/>
                <a:gd name="connsiteX14" fmla="*/ 2398287 w 3045985"/>
                <a:gd name="connsiteY14" fmla="*/ 1243899 h 2848332"/>
                <a:gd name="connsiteX15" fmla="*/ 1876740 w 3045985"/>
                <a:gd name="connsiteY15" fmla="*/ 2848332 h 2848332"/>
                <a:gd name="connsiteX16" fmla="*/ 498721 w 3045985"/>
                <a:gd name="connsiteY16" fmla="*/ 1859425 h 2848332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39068 w 3045985"/>
                <a:gd name="connsiteY12" fmla="*/ 214630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45985" h="2844722">
                  <a:moveTo>
                    <a:pt x="498721" y="1855815"/>
                  </a:moveTo>
                  <a:cubicBezTo>
                    <a:pt x="389523" y="1506379"/>
                    <a:pt x="275246" y="1299184"/>
                    <a:pt x="89848" y="1010708"/>
                  </a:cubicBezTo>
                  <a:cubicBezTo>
                    <a:pt x="58233" y="863578"/>
                    <a:pt x="65774" y="783872"/>
                    <a:pt x="0" y="651298"/>
                  </a:cubicBezTo>
                  <a:cubicBezTo>
                    <a:pt x="88743" y="633024"/>
                    <a:pt x="145680" y="550687"/>
                    <a:pt x="165100" y="513715"/>
                  </a:cubicBezTo>
                  <a:cubicBezTo>
                    <a:pt x="273419" y="586810"/>
                    <a:pt x="352650" y="598664"/>
                    <a:pt x="495401" y="605155"/>
                  </a:cubicBezTo>
                  <a:cubicBezTo>
                    <a:pt x="685478" y="428836"/>
                    <a:pt x="606739" y="515408"/>
                    <a:pt x="693945" y="285962"/>
                  </a:cubicBezTo>
                  <a:cubicBezTo>
                    <a:pt x="901237" y="273545"/>
                    <a:pt x="874003" y="327943"/>
                    <a:pt x="1024568" y="226272"/>
                  </a:cubicBezTo>
                  <a:cubicBezTo>
                    <a:pt x="1165326" y="190641"/>
                    <a:pt x="1163209" y="226977"/>
                    <a:pt x="1320901" y="71755"/>
                  </a:cubicBezTo>
                  <a:cubicBezTo>
                    <a:pt x="1435554" y="135608"/>
                    <a:pt x="1487765" y="211809"/>
                    <a:pt x="1661685" y="219922"/>
                  </a:cubicBezTo>
                  <a:cubicBezTo>
                    <a:pt x="1835605" y="323287"/>
                    <a:pt x="2035629" y="394545"/>
                    <a:pt x="2235301" y="289771"/>
                  </a:cubicBezTo>
                  <a:cubicBezTo>
                    <a:pt x="2339988" y="143368"/>
                    <a:pt x="2344914" y="148519"/>
                    <a:pt x="2390775" y="0"/>
                  </a:cubicBezTo>
                  <a:cubicBezTo>
                    <a:pt x="2466958" y="32032"/>
                    <a:pt x="2481422" y="55668"/>
                    <a:pt x="2578100" y="24765"/>
                  </a:cubicBezTo>
                  <a:cubicBezTo>
                    <a:pt x="2614453" y="174837"/>
                    <a:pt x="2642037" y="148590"/>
                    <a:pt x="2720018" y="227330"/>
                  </a:cubicBezTo>
                  <a:cubicBezTo>
                    <a:pt x="2775051" y="430883"/>
                    <a:pt x="2933237" y="538881"/>
                    <a:pt x="3045985" y="573405"/>
                  </a:cubicBezTo>
                  <a:cubicBezTo>
                    <a:pt x="2748241" y="917902"/>
                    <a:pt x="2832345" y="838219"/>
                    <a:pt x="2398287" y="1240289"/>
                  </a:cubicBezTo>
                  <a:lnTo>
                    <a:pt x="1876740" y="2844722"/>
                  </a:lnTo>
                  <a:lnTo>
                    <a:pt x="498721" y="1855815"/>
                  </a:lnTo>
                  <a:close/>
                </a:path>
              </a:pathLst>
            </a:custGeom>
            <a:solidFill>
              <a:schemeClr val="accent1">
                <a:alpha val="69000"/>
              </a:schemeClr>
            </a:solidFill>
            <a:ln w="2540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8FE6B7DF-8250-48DD-AA59-6574C90C8FE5}"/>
                </a:ext>
              </a:extLst>
            </p:cNvPr>
            <p:cNvSpPr/>
            <p:nvPr/>
          </p:nvSpPr>
          <p:spPr>
            <a:xfrm rot="8634071">
              <a:off x="6766141" y="2787370"/>
              <a:ext cx="3045985" cy="2844722"/>
            </a:xfrm>
            <a:custGeom>
              <a:avLst/>
              <a:gdLst>
                <a:gd name="connsiteX0" fmla="*/ 0 w 2129859"/>
                <a:gd name="connsiteY0" fmla="*/ 0 h 5120640"/>
                <a:gd name="connsiteX1" fmla="*/ 2129859 w 2129859"/>
                <a:gd name="connsiteY1" fmla="*/ 0 h 5120640"/>
                <a:gd name="connsiteX2" fmla="*/ 2129859 w 2129859"/>
                <a:gd name="connsiteY2" fmla="*/ 5120640 h 5120640"/>
                <a:gd name="connsiteX3" fmla="*/ 0 w 2129859"/>
                <a:gd name="connsiteY3" fmla="*/ 5120640 h 5120640"/>
                <a:gd name="connsiteX4" fmla="*/ 0 w 2129859"/>
                <a:gd name="connsiteY4" fmla="*/ 0 h 5120640"/>
                <a:gd name="connsiteX0" fmla="*/ 0 w 2129859"/>
                <a:gd name="connsiteY0" fmla="*/ 283344 h 5403984"/>
                <a:gd name="connsiteX1" fmla="*/ 1220537 w 2129859"/>
                <a:gd name="connsiteY1" fmla="*/ 0 h 5403984"/>
                <a:gd name="connsiteX2" fmla="*/ 2129859 w 2129859"/>
                <a:gd name="connsiteY2" fmla="*/ 283344 h 5403984"/>
                <a:gd name="connsiteX3" fmla="*/ 2129859 w 2129859"/>
                <a:gd name="connsiteY3" fmla="*/ 5403984 h 5403984"/>
                <a:gd name="connsiteX4" fmla="*/ 0 w 2129859"/>
                <a:gd name="connsiteY4" fmla="*/ 5403984 h 5403984"/>
                <a:gd name="connsiteX5" fmla="*/ 0 w 2129859"/>
                <a:gd name="connsiteY5" fmla="*/ 283344 h 5403984"/>
                <a:gd name="connsiteX0" fmla="*/ 0 w 2129859"/>
                <a:gd name="connsiteY0" fmla="*/ 283344 h 5403984"/>
                <a:gd name="connsiteX1" fmla="*/ 1220537 w 2129859"/>
                <a:gd name="connsiteY1" fmla="*/ 0 h 5403984"/>
                <a:gd name="connsiteX2" fmla="*/ 1677737 w 2129859"/>
                <a:gd name="connsiteY2" fmla="*/ 165100 h 5403984"/>
                <a:gd name="connsiteX3" fmla="*/ 2129859 w 2129859"/>
                <a:gd name="connsiteY3" fmla="*/ 283344 h 5403984"/>
                <a:gd name="connsiteX4" fmla="*/ 2129859 w 2129859"/>
                <a:gd name="connsiteY4" fmla="*/ 5403984 h 5403984"/>
                <a:gd name="connsiteX5" fmla="*/ 0 w 2129859"/>
                <a:gd name="connsiteY5" fmla="*/ 5403984 h 5403984"/>
                <a:gd name="connsiteX6" fmla="*/ 0 w 2129859"/>
                <a:gd name="connsiteY6" fmla="*/ 283344 h 5403984"/>
                <a:gd name="connsiteX0" fmla="*/ 0 w 3158559"/>
                <a:gd name="connsiteY0" fmla="*/ 1235844 h 5403984"/>
                <a:gd name="connsiteX1" fmla="*/ 2249237 w 3158559"/>
                <a:gd name="connsiteY1" fmla="*/ 0 h 5403984"/>
                <a:gd name="connsiteX2" fmla="*/ 2706437 w 3158559"/>
                <a:gd name="connsiteY2" fmla="*/ 165100 h 5403984"/>
                <a:gd name="connsiteX3" fmla="*/ 3158559 w 3158559"/>
                <a:gd name="connsiteY3" fmla="*/ 283344 h 5403984"/>
                <a:gd name="connsiteX4" fmla="*/ 3158559 w 3158559"/>
                <a:gd name="connsiteY4" fmla="*/ 5403984 h 5403984"/>
                <a:gd name="connsiteX5" fmla="*/ 1028700 w 3158559"/>
                <a:gd name="connsiteY5" fmla="*/ 5403984 h 5403984"/>
                <a:gd name="connsiteX6" fmla="*/ 0 w 3158559"/>
                <a:gd name="connsiteY6" fmla="*/ 1235844 h 5403984"/>
                <a:gd name="connsiteX0" fmla="*/ 22550 w 3181109"/>
                <a:gd name="connsiteY0" fmla="*/ 1235844 h 5403984"/>
                <a:gd name="connsiteX1" fmla="*/ 500137 w 3181109"/>
                <a:gd name="connsiteY1" fmla="*/ 1009650 h 5403984"/>
                <a:gd name="connsiteX2" fmla="*/ 2271787 w 3181109"/>
                <a:gd name="connsiteY2" fmla="*/ 0 h 5403984"/>
                <a:gd name="connsiteX3" fmla="*/ 2728987 w 3181109"/>
                <a:gd name="connsiteY3" fmla="*/ 165100 h 5403984"/>
                <a:gd name="connsiteX4" fmla="*/ 3181109 w 3181109"/>
                <a:gd name="connsiteY4" fmla="*/ 283344 h 5403984"/>
                <a:gd name="connsiteX5" fmla="*/ 3181109 w 3181109"/>
                <a:gd name="connsiteY5" fmla="*/ 5403984 h 5403984"/>
                <a:gd name="connsiteX6" fmla="*/ 1051250 w 3181109"/>
                <a:gd name="connsiteY6" fmla="*/ 5403984 h 5403984"/>
                <a:gd name="connsiteX7" fmla="*/ 22550 w 3181109"/>
                <a:gd name="connsiteY7" fmla="*/ 1235844 h 5403984"/>
                <a:gd name="connsiteX0" fmla="*/ 11116 w 3169675"/>
                <a:gd name="connsiteY0" fmla="*/ 1235844 h 5403984"/>
                <a:gd name="connsiteX1" fmla="*/ 488703 w 3169675"/>
                <a:gd name="connsiteY1" fmla="*/ 1009650 h 5403984"/>
                <a:gd name="connsiteX2" fmla="*/ 2260353 w 3169675"/>
                <a:gd name="connsiteY2" fmla="*/ 0 h 5403984"/>
                <a:gd name="connsiteX3" fmla="*/ 2717553 w 3169675"/>
                <a:gd name="connsiteY3" fmla="*/ 165100 h 5403984"/>
                <a:gd name="connsiteX4" fmla="*/ 3169675 w 3169675"/>
                <a:gd name="connsiteY4" fmla="*/ 283344 h 5403984"/>
                <a:gd name="connsiteX5" fmla="*/ 3169675 w 3169675"/>
                <a:gd name="connsiteY5" fmla="*/ 5403984 h 5403984"/>
                <a:gd name="connsiteX6" fmla="*/ 1039816 w 3169675"/>
                <a:gd name="connsiteY6" fmla="*/ 5403984 h 5403984"/>
                <a:gd name="connsiteX7" fmla="*/ 11116 w 3169675"/>
                <a:gd name="connsiteY7" fmla="*/ 1235844 h 5403984"/>
                <a:gd name="connsiteX0" fmla="*/ 11116 w 3169675"/>
                <a:gd name="connsiteY0" fmla="*/ 1235844 h 5403984"/>
                <a:gd name="connsiteX1" fmla="*/ 488703 w 3169675"/>
                <a:gd name="connsiteY1" fmla="*/ 1009650 h 5403984"/>
                <a:gd name="connsiteX2" fmla="*/ 2260353 w 3169675"/>
                <a:gd name="connsiteY2" fmla="*/ 0 h 5403984"/>
                <a:gd name="connsiteX3" fmla="*/ 2717553 w 3169675"/>
                <a:gd name="connsiteY3" fmla="*/ 165100 h 5403984"/>
                <a:gd name="connsiteX4" fmla="*/ 3169675 w 3169675"/>
                <a:gd name="connsiteY4" fmla="*/ 283344 h 5403984"/>
                <a:gd name="connsiteX5" fmla="*/ 3169675 w 3169675"/>
                <a:gd name="connsiteY5" fmla="*/ 5403984 h 5403984"/>
                <a:gd name="connsiteX6" fmla="*/ 1039816 w 3169675"/>
                <a:gd name="connsiteY6" fmla="*/ 5403984 h 5403984"/>
                <a:gd name="connsiteX7" fmla="*/ 11116 w 3169675"/>
                <a:gd name="connsiteY7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2249237 w 3158559"/>
                <a:gd name="connsiteY2" fmla="*/ 0 h 5403984"/>
                <a:gd name="connsiteX3" fmla="*/ 2706437 w 3158559"/>
                <a:gd name="connsiteY3" fmla="*/ 165100 h 5403984"/>
                <a:gd name="connsiteX4" fmla="*/ 3158559 w 3158559"/>
                <a:gd name="connsiteY4" fmla="*/ 283344 h 5403984"/>
                <a:gd name="connsiteX5" fmla="*/ 3158559 w 3158559"/>
                <a:gd name="connsiteY5" fmla="*/ 5403984 h 5403984"/>
                <a:gd name="connsiteX6" fmla="*/ 1028700 w 3158559"/>
                <a:gd name="connsiteY6" fmla="*/ 5403984 h 5403984"/>
                <a:gd name="connsiteX7" fmla="*/ 0 w 3158559"/>
                <a:gd name="connsiteY7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90337 w 3158559"/>
                <a:gd name="connsiteY2" fmla="*/ 635016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90337 w 3158559"/>
                <a:gd name="connsiteY2" fmla="*/ 635016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62820 w 3158559"/>
                <a:gd name="connsiteY2" fmla="*/ 624433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62820 w 3158559"/>
                <a:gd name="connsiteY2" fmla="*/ 624433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1 h 5404001"/>
                <a:gd name="connsiteX1" fmla="*/ 477587 w 3158559"/>
                <a:gd name="connsiteY1" fmla="*/ 1009667 h 5404001"/>
                <a:gd name="connsiteX2" fmla="*/ 862820 w 3158559"/>
                <a:gd name="connsiteY2" fmla="*/ 624434 h 5404001"/>
                <a:gd name="connsiteX3" fmla="*/ 1051204 w 3158559"/>
                <a:gd name="connsiteY3" fmla="*/ 290001 h 5404001"/>
                <a:gd name="connsiteX4" fmla="*/ 2249237 w 3158559"/>
                <a:gd name="connsiteY4" fmla="*/ 17 h 5404001"/>
                <a:gd name="connsiteX5" fmla="*/ 2706437 w 3158559"/>
                <a:gd name="connsiteY5" fmla="*/ 165117 h 5404001"/>
                <a:gd name="connsiteX6" fmla="*/ 3158559 w 3158559"/>
                <a:gd name="connsiteY6" fmla="*/ 283361 h 5404001"/>
                <a:gd name="connsiteX7" fmla="*/ 3158559 w 3158559"/>
                <a:gd name="connsiteY7" fmla="*/ 5404001 h 5404001"/>
                <a:gd name="connsiteX8" fmla="*/ 1028700 w 3158559"/>
                <a:gd name="connsiteY8" fmla="*/ 5404001 h 5404001"/>
                <a:gd name="connsiteX9" fmla="*/ 0 w 3158559"/>
                <a:gd name="connsiteY9" fmla="*/ 1235861 h 5404001"/>
                <a:gd name="connsiteX0" fmla="*/ 0 w 3158559"/>
                <a:gd name="connsiteY0" fmla="*/ 1235861 h 5404001"/>
                <a:gd name="connsiteX1" fmla="*/ 477587 w 3158559"/>
                <a:gd name="connsiteY1" fmla="*/ 1009667 h 5404001"/>
                <a:gd name="connsiteX2" fmla="*/ 862820 w 3158559"/>
                <a:gd name="connsiteY2" fmla="*/ 624434 h 5404001"/>
                <a:gd name="connsiteX3" fmla="*/ 1051204 w 3158559"/>
                <a:gd name="connsiteY3" fmla="*/ 290001 h 5404001"/>
                <a:gd name="connsiteX4" fmla="*/ 2249237 w 3158559"/>
                <a:gd name="connsiteY4" fmla="*/ 17 h 5404001"/>
                <a:gd name="connsiteX5" fmla="*/ 2706437 w 3158559"/>
                <a:gd name="connsiteY5" fmla="*/ 165117 h 5404001"/>
                <a:gd name="connsiteX6" fmla="*/ 3158559 w 3158559"/>
                <a:gd name="connsiteY6" fmla="*/ 283361 h 5404001"/>
                <a:gd name="connsiteX7" fmla="*/ 3158559 w 3158559"/>
                <a:gd name="connsiteY7" fmla="*/ 5404001 h 5404001"/>
                <a:gd name="connsiteX8" fmla="*/ 1028700 w 3158559"/>
                <a:gd name="connsiteY8" fmla="*/ 5404001 h 5404001"/>
                <a:gd name="connsiteX9" fmla="*/ 0 w 3158559"/>
                <a:gd name="connsiteY9" fmla="*/ 1235861 h 5404001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8001 h 5406141"/>
                <a:gd name="connsiteX1" fmla="*/ 477587 w 3158559"/>
                <a:gd name="connsiteY1" fmla="*/ 1011807 h 5406141"/>
                <a:gd name="connsiteX2" fmla="*/ 862820 w 3158559"/>
                <a:gd name="connsiteY2" fmla="*/ 626574 h 5406141"/>
                <a:gd name="connsiteX3" fmla="*/ 1051204 w 3158559"/>
                <a:gd name="connsiteY3" fmla="*/ 292141 h 5406141"/>
                <a:gd name="connsiteX4" fmla="*/ 1391987 w 3158559"/>
                <a:gd name="connsiteY4" fmla="*/ 247691 h 5406141"/>
                <a:gd name="connsiteX5" fmla="*/ 1688320 w 3158559"/>
                <a:gd name="connsiteY5" fmla="*/ 93174 h 5406141"/>
                <a:gd name="connsiteX6" fmla="*/ 2249237 w 3158559"/>
                <a:gd name="connsiteY6" fmla="*/ 2157 h 5406141"/>
                <a:gd name="connsiteX7" fmla="*/ 2706437 w 3158559"/>
                <a:gd name="connsiteY7" fmla="*/ 167257 h 5406141"/>
                <a:gd name="connsiteX8" fmla="*/ 3158559 w 3158559"/>
                <a:gd name="connsiteY8" fmla="*/ 285501 h 5406141"/>
                <a:gd name="connsiteX9" fmla="*/ 3158559 w 3158559"/>
                <a:gd name="connsiteY9" fmla="*/ 5406141 h 5406141"/>
                <a:gd name="connsiteX10" fmla="*/ 1028700 w 3158559"/>
                <a:gd name="connsiteY10" fmla="*/ 5406141 h 5406141"/>
                <a:gd name="connsiteX11" fmla="*/ 0 w 3158559"/>
                <a:gd name="connsiteY11" fmla="*/ 1238001 h 5406141"/>
                <a:gd name="connsiteX0" fmla="*/ 0 w 3158559"/>
                <a:gd name="connsiteY0" fmla="*/ 1238001 h 5406141"/>
                <a:gd name="connsiteX1" fmla="*/ 477587 w 3158559"/>
                <a:gd name="connsiteY1" fmla="*/ 1011807 h 5406141"/>
                <a:gd name="connsiteX2" fmla="*/ 862820 w 3158559"/>
                <a:gd name="connsiteY2" fmla="*/ 626574 h 5406141"/>
                <a:gd name="connsiteX3" fmla="*/ 1051204 w 3158559"/>
                <a:gd name="connsiteY3" fmla="*/ 292141 h 5406141"/>
                <a:gd name="connsiteX4" fmla="*/ 1391987 w 3158559"/>
                <a:gd name="connsiteY4" fmla="*/ 247691 h 5406141"/>
                <a:gd name="connsiteX5" fmla="*/ 1688320 w 3158559"/>
                <a:gd name="connsiteY5" fmla="*/ 93174 h 5406141"/>
                <a:gd name="connsiteX6" fmla="*/ 2249237 w 3158559"/>
                <a:gd name="connsiteY6" fmla="*/ 2157 h 5406141"/>
                <a:gd name="connsiteX7" fmla="*/ 2706437 w 3158559"/>
                <a:gd name="connsiteY7" fmla="*/ 167257 h 5406141"/>
                <a:gd name="connsiteX8" fmla="*/ 3158559 w 3158559"/>
                <a:gd name="connsiteY8" fmla="*/ 285501 h 5406141"/>
                <a:gd name="connsiteX9" fmla="*/ 3158559 w 3158559"/>
                <a:gd name="connsiteY9" fmla="*/ 5406141 h 5406141"/>
                <a:gd name="connsiteX10" fmla="*/ 1028700 w 3158559"/>
                <a:gd name="connsiteY10" fmla="*/ 5406141 h 5406141"/>
                <a:gd name="connsiteX11" fmla="*/ 0 w 3158559"/>
                <a:gd name="connsiteY11" fmla="*/ 1238001 h 5406141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71198 h 5439338"/>
                <a:gd name="connsiteX1" fmla="*/ 477587 w 3158559"/>
                <a:gd name="connsiteY1" fmla="*/ 1045004 h 5439338"/>
                <a:gd name="connsiteX2" fmla="*/ 862820 w 3158559"/>
                <a:gd name="connsiteY2" fmla="*/ 659771 h 5439338"/>
                <a:gd name="connsiteX3" fmla="*/ 1051204 w 3158559"/>
                <a:gd name="connsiteY3" fmla="*/ 325338 h 5439338"/>
                <a:gd name="connsiteX4" fmla="*/ 1391987 w 3158559"/>
                <a:gd name="connsiteY4" fmla="*/ 280888 h 5439338"/>
                <a:gd name="connsiteX5" fmla="*/ 1688320 w 3158559"/>
                <a:gd name="connsiteY5" fmla="*/ 126371 h 5439338"/>
                <a:gd name="connsiteX6" fmla="*/ 2029104 w 3158559"/>
                <a:gd name="connsiteY6" fmla="*/ 274538 h 5439338"/>
                <a:gd name="connsiteX7" fmla="*/ 2242887 w 3158559"/>
                <a:gd name="connsiteY7" fmla="*/ 1487 h 5439338"/>
                <a:gd name="connsiteX8" fmla="*/ 2706437 w 3158559"/>
                <a:gd name="connsiteY8" fmla="*/ 200454 h 5439338"/>
                <a:gd name="connsiteX9" fmla="*/ 3158559 w 3158559"/>
                <a:gd name="connsiteY9" fmla="*/ 318698 h 5439338"/>
                <a:gd name="connsiteX10" fmla="*/ 3158559 w 3158559"/>
                <a:gd name="connsiteY10" fmla="*/ 5439338 h 5439338"/>
                <a:gd name="connsiteX11" fmla="*/ 1028700 w 3158559"/>
                <a:gd name="connsiteY11" fmla="*/ 5439338 h 5439338"/>
                <a:gd name="connsiteX12" fmla="*/ 0 w 3158559"/>
                <a:gd name="connsiteY12" fmla="*/ 1271198 h 5439338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706437 w 3158559"/>
                <a:gd name="connsiteY8" fmla="*/ 198967 h 5437851"/>
                <a:gd name="connsiteX9" fmla="*/ 3158559 w 3158559"/>
                <a:gd name="connsiteY9" fmla="*/ 317211 h 5437851"/>
                <a:gd name="connsiteX10" fmla="*/ 3158559 w 3158559"/>
                <a:gd name="connsiteY10" fmla="*/ 5437851 h 5437851"/>
                <a:gd name="connsiteX11" fmla="*/ 1028700 w 3158559"/>
                <a:gd name="connsiteY11" fmla="*/ 5437851 h 5437851"/>
                <a:gd name="connsiteX12" fmla="*/ 0 w 3158559"/>
                <a:gd name="connsiteY12" fmla="*/ 1269711 h 5437851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706437 w 3158559"/>
                <a:gd name="connsiteY8" fmla="*/ 198967 h 5437851"/>
                <a:gd name="connsiteX9" fmla="*/ 3158559 w 3158559"/>
                <a:gd name="connsiteY9" fmla="*/ 317211 h 5437851"/>
                <a:gd name="connsiteX10" fmla="*/ 3158559 w 3158559"/>
                <a:gd name="connsiteY10" fmla="*/ 5437851 h 5437851"/>
                <a:gd name="connsiteX11" fmla="*/ 1028700 w 3158559"/>
                <a:gd name="connsiteY11" fmla="*/ 5437851 h 5437851"/>
                <a:gd name="connsiteX12" fmla="*/ 0 w 3158559"/>
                <a:gd name="connsiteY12" fmla="*/ 1269711 h 5437851"/>
                <a:gd name="connsiteX0" fmla="*/ 0 w 3158559"/>
                <a:gd name="connsiteY0" fmla="*/ 1283724 h 5451864"/>
                <a:gd name="connsiteX1" fmla="*/ 477587 w 3158559"/>
                <a:gd name="connsiteY1" fmla="*/ 1057530 h 5451864"/>
                <a:gd name="connsiteX2" fmla="*/ 862820 w 3158559"/>
                <a:gd name="connsiteY2" fmla="*/ 672297 h 5451864"/>
                <a:gd name="connsiteX3" fmla="*/ 1051204 w 3158559"/>
                <a:gd name="connsiteY3" fmla="*/ 337864 h 5451864"/>
                <a:gd name="connsiteX4" fmla="*/ 1391987 w 3158559"/>
                <a:gd name="connsiteY4" fmla="*/ 293414 h 5451864"/>
                <a:gd name="connsiteX5" fmla="*/ 1688320 w 3158559"/>
                <a:gd name="connsiteY5" fmla="*/ 138897 h 5451864"/>
                <a:gd name="connsiteX6" fmla="*/ 2029104 w 3158559"/>
                <a:gd name="connsiteY6" fmla="*/ 287064 h 5451864"/>
                <a:gd name="connsiteX7" fmla="*/ 2242887 w 3158559"/>
                <a:gd name="connsiteY7" fmla="*/ 14013 h 5451864"/>
                <a:gd name="connsiteX8" fmla="*/ 2463020 w 3158559"/>
                <a:gd name="connsiteY8" fmla="*/ 35180 h 5451864"/>
                <a:gd name="connsiteX9" fmla="*/ 2706437 w 3158559"/>
                <a:gd name="connsiteY9" fmla="*/ 212980 h 5451864"/>
                <a:gd name="connsiteX10" fmla="*/ 3158559 w 3158559"/>
                <a:gd name="connsiteY10" fmla="*/ 331224 h 5451864"/>
                <a:gd name="connsiteX11" fmla="*/ 3158559 w 3158559"/>
                <a:gd name="connsiteY11" fmla="*/ 5451864 h 5451864"/>
                <a:gd name="connsiteX12" fmla="*/ 1028700 w 3158559"/>
                <a:gd name="connsiteY12" fmla="*/ 5451864 h 5451864"/>
                <a:gd name="connsiteX13" fmla="*/ 0 w 3158559"/>
                <a:gd name="connsiteY13" fmla="*/ 1283724 h 5451864"/>
                <a:gd name="connsiteX0" fmla="*/ 0 w 3158559"/>
                <a:gd name="connsiteY0" fmla="*/ 1273476 h 5441616"/>
                <a:gd name="connsiteX1" fmla="*/ 477587 w 3158559"/>
                <a:gd name="connsiteY1" fmla="*/ 1047282 h 5441616"/>
                <a:gd name="connsiteX2" fmla="*/ 862820 w 3158559"/>
                <a:gd name="connsiteY2" fmla="*/ 662049 h 5441616"/>
                <a:gd name="connsiteX3" fmla="*/ 1051204 w 3158559"/>
                <a:gd name="connsiteY3" fmla="*/ 327616 h 5441616"/>
                <a:gd name="connsiteX4" fmla="*/ 1391987 w 3158559"/>
                <a:gd name="connsiteY4" fmla="*/ 283166 h 5441616"/>
                <a:gd name="connsiteX5" fmla="*/ 1688320 w 3158559"/>
                <a:gd name="connsiteY5" fmla="*/ 128649 h 5441616"/>
                <a:gd name="connsiteX6" fmla="*/ 2029104 w 3158559"/>
                <a:gd name="connsiteY6" fmla="*/ 276816 h 5441616"/>
                <a:gd name="connsiteX7" fmla="*/ 2242887 w 3158559"/>
                <a:gd name="connsiteY7" fmla="*/ 3765 h 5441616"/>
                <a:gd name="connsiteX8" fmla="*/ 2463020 w 3158559"/>
                <a:gd name="connsiteY8" fmla="*/ 24932 h 5441616"/>
                <a:gd name="connsiteX9" fmla="*/ 2706437 w 3158559"/>
                <a:gd name="connsiteY9" fmla="*/ 202732 h 5441616"/>
                <a:gd name="connsiteX10" fmla="*/ 3158559 w 3158559"/>
                <a:gd name="connsiteY10" fmla="*/ 320976 h 5441616"/>
                <a:gd name="connsiteX11" fmla="*/ 3158559 w 3158559"/>
                <a:gd name="connsiteY11" fmla="*/ 5441616 h 5441616"/>
                <a:gd name="connsiteX12" fmla="*/ 1028700 w 3158559"/>
                <a:gd name="connsiteY12" fmla="*/ 5441616 h 5441616"/>
                <a:gd name="connsiteX13" fmla="*/ 0 w 3158559"/>
                <a:gd name="connsiteY13" fmla="*/ 1273476 h 5441616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463020 w 3158559"/>
                <a:gd name="connsiteY8" fmla="*/ 21167 h 5437851"/>
                <a:gd name="connsiteX9" fmla="*/ 2706437 w 3158559"/>
                <a:gd name="connsiteY9" fmla="*/ 198967 h 5437851"/>
                <a:gd name="connsiteX10" fmla="*/ 3158559 w 3158559"/>
                <a:gd name="connsiteY10" fmla="*/ 317211 h 5437851"/>
                <a:gd name="connsiteX11" fmla="*/ 3158559 w 3158559"/>
                <a:gd name="connsiteY11" fmla="*/ 5437851 h 5437851"/>
                <a:gd name="connsiteX12" fmla="*/ 1028700 w 3158559"/>
                <a:gd name="connsiteY12" fmla="*/ 5437851 h 5437851"/>
                <a:gd name="connsiteX13" fmla="*/ 0 w 3158559"/>
                <a:gd name="connsiteY13" fmla="*/ 1269711 h 5437851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463020 w 3158559"/>
                <a:gd name="connsiteY8" fmla="*/ 21167 h 5437851"/>
                <a:gd name="connsiteX9" fmla="*/ 2706437 w 3158559"/>
                <a:gd name="connsiteY9" fmla="*/ 198967 h 5437851"/>
                <a:gd name="connsiteX10" fmla="*/ 3158559 w 3158559"/>
                <a:gd name="connsiteY10" fmla="*/ 317211 h 5437851"/>
                <a:gd name="connsiteX11" fmla="*/ 3158559 w 3158559"/>
                <a:gd name="connsiteY11" fmla="*/ 5437851 h 5437851"/>
                <a:gd name="connsiteX12" fmla="*/ 1028700 w 3158559"/>
                <a:gd name="connsiteY12" fmla="*/ 5437851 h 5437851"/>
                <a:gd name="connsiteX13" fmla="*/ 0 w 3158559"/>
                <a:gd name="connsiteY13" fmla="*/ 1269711 h 5437851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144827 h 5312967"/>
                <a:gd name="connsiteX1" fmla="*/ 477587 w 3158559"/>
                <a:gd name="connsiteY1" fmla="*/ 918633 h 5312967"/>
                <a:gd name="connsiteX2" fmla="*/ 862820 w 3158559"/>
                <a:gd name="connsiteY2" fmla="*/ 533400 h 5312967"/>
                <a:gd name="connsiteX3" fmla="*/ 1051204 w 3158559"/>
                <a:gd name="connsiteY3" fmla="*/ 198967 h 5312967"/>
                <a:gd name="connsiteX4" fmla="*/ 1391987 w 3158559"/>
                <a:gd name="connsiteY4" fmla="*/ 154517 h 5312967"/>
                <a:gd name="connsiteX5" fmla="*/ 1688320 w 3158559"/>
                <a:gd name="connsiteY5" fmla="*/ 0 h 5312967"/>
                <a:gd name="connsiteX6" fmla="*/ 2029104 w 3158559"/>
                <a:gd name="connsiteY6" fmla="*/ 148167 h 5312967"/>
                <a:gd name="connsiteX7" fmla="*/ 2602720 w 3158559"/>
                <a:gd name="connsiteY7" fmla="*/ 218016 h 5312967"/>
                <a:gd name="connsiteX8" fmla="*/ 2784753 w 3158559"/>
                <a:gd name="connsiteY8" fmla="*/ 260350 h 5312967"/>
                <a:gd name="connsiteX9" fmla="*/ 2706437 w 3158559"/>
                <a:gd name="connsiteY9" fmla="*/ 74083 h 5312967"/>
                <a:gd name="connsiteX10" fmla="*/ 3158559 w 3158559"/>
                <a:gd name="connsiteY10" fmla="*/ 192327 h 5312967"/>
                <a:gd name="connsiteX11" fmla="*/ 3158559 w 3158559"/>
                <a:gd name="connsiteY11" fmla="*/ 5312967 h 5312967"/>
                <a:gd name="connsiteX12" fmla="*/ 1028700 w 3158559"/>
                <a:gd name="connsiteY12" fmla="*/ 5312967 h 5312967"/>
                <a:gd name="connsiteX13" fmla="*/ 0 w 3158559"/>
                <a:gd name="connsiteY13" fmla="*/ 1144827 h 5312967"/>
                <a:gd name="connsiteX0" fmla="*/ 0 w 3158559"/>
                <a:gd name="connsiteY0" fmla="*/ 1144827 h 5312967"/>
                <a:gd name="connsiteX1" fmla="*/ 477587 w 3158559"/>
                <a:gd name="connsiteY1" fmla="*/ 918633 h 5312967"/>
                <a:gd name="connsiteX2" fmla="*/ 862820 w 3158559"/>
                <a:gd name="connsiteY2" fmla="*/ 533400 h 5312967"/>
                <a:gd name="connsiteX3" fmla="*/ 1051204 w 3158559"/>
                <a:gd name="connsiteY3" fmla="*/ 198967 h 5312967"/>
                <a:gd name="connsiteX4" fmla="*/ 1391987 w 3158559"/>
                <a:gd name="connsiteY4" fmla="*/ 154517 h 5312967"/>
                <a:gd name="connsiteX5" fmla="*/ 1688320 w 3158559"/>
                <a:gd name="connsiteY5" fmla="*/ 0 h 5312967"/>
                <a:gd name="connsiteX6" fmla="*/ 2029104 w 3158559"/>
                <a:gd name="connsiteY6" fmla="*/ 148167 h 5312967"/>
                <a:gd name="connsiteX7" fmla="*/ 2602720 w 3158559"/>
                <a:gd name="connsiteY7" fmla="*/ 218016 h 5312967"/>
                <a:gd name="connsiteX8" fmla="*/ 2784753 w 3158559"/>
                <a:gd name="connsiteY8" fmla="*/ 260350 h 5312967"/>
                <a:gd name="connsiteX9" fmla="*/ 3070504 w 3158559"/>
                <a:gd name="connsiteY9" fmla="*/ 179917 h 5312967"/>
                <a:gd name="connsiteX10" fmla="*/ 3158559 w 3158559"/>
                <a:gd name="connsiteY10" fmla="*/ 192327 h 5312967"/>
                <a:gd name="connsiteX11" fmla="*/ 3158559 w 3158559"/>
                <a:gd name="connsiteY11" fmla="*/ 5312967 h 5312967"/>
                <a:gd name="connsiteX12" fmla="*/ 1028700 w 3158559"/>
                <a:gd name="connsiteY12" fmla="*/ 5312967 h 5312967"/>
                <a:gd name="connsiteX13" fmla="*/ 0 w 3158559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2784753 w 3937493"/>
                <a:gd name="connsiteY8" fmla="*/ 260350 h 5312967"/>
                <a:gd name="connsiteX9" fmla="*/ 3070504 w 3937493"/>
                <a:gd name="connsiteY9" fmla="*/ 179917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2784753 w 3937493"/>
                <a:gd name="connsiteY8" fmla="*/ 2603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423882"/>
                <a:gd name="connsiteY0" fmla="*/ 1144827 h 5312967"/>
                <a:gd name="connsiteX1" fmla="*/ 477587 w 3423882"/>
                <a:gd name="connsiteY1" fmla="*/ 918633 h 5312967"/>
                <a:gd name="connsiteX2" fmla="*/ 862820 w 3423882"/>
                <a:gd name="connsiteY2" fmla="*/ 533400 h 5312967"/>
                <a:gd name="connsiteX3" fmla="*/ 1051204 w 3423882"/>
                <a:gd name="connsiteY3" fmla="*/ 198967 h 5312967"/>
                <a:gd name="connsiteX4" fmla="*/ 1391987 w 3423882"/>
                <a:gd name="connsiteY4" fmla="*/ 154517 h 5312967"/>
                <a:gd name="connsiteX5" fmla="*/ 1688320 w 3423882"/>
                <a:gd name="connsiteY5" fmla="*/ 0 h 5312967"/>
                <a:gd name="connsiteX6" fmla="*/ 2029104 w 3423882"/>
                <a:gd name="connsiteY6" fmla="*/ 148167 h 5312967"/>
                <a:gd name="connsiteX7" fmla="*/ 2602720 w 3423882"/>
                <a:gd name="connsiteY7" fmla="*/ 218016 h 5312967"/>
                <a:gd name="connsiteX8" fmla="*/ 3106487 w 3423882"/>
                <a:gd name="connsiteY8" fmla="*/ 146050 h 5312967"/>
                <a:gd name="connsiteX9" fmla="*/ 3413404 w 3423882"/>
                <a:gd name="connsiteY9" fmla="*/ 501650 h 5312967"/>
                <a:gd name="connsiteX10" fmla="*/ 2794493 w 3423882"/>
                <a:gd name="connsiteY10" fmla="*/ 1187160 h 5312967"/>
                <a:gd name="connsiteX11" fmla="*/ 3158559 w 3423882"/>
                <a:gd name="connsiteY11" fmla="*/ 5312967 h 5312967"/>
                <a:gd name="connsiteX12" fmla="*/ 1028700 w 3423882"/>
                <a:gd name="connsiteY12" fmla="*/ 5312967 h 5312967"/>
                <a:gd name="connsiteX13" fmla="*/ 0 w 3423882"/>
                <a:gd name="connsiteY13" fmla="*/ 1144827 h 5312967"/>
                <a:gd name="connsiteX0" fmla="*/ 0 w 3423790"/>
                <a:gd name="connsiteY0" fmla="*/ 1144827 h 5312967"/>
                <a:gd name="connsiteX1" fmla="*/ 477587 w 3423790"/>
                <a:gd name="connsiteY1" fmla="*/ 918633 h 5312967"/>
                <a:gd name="connsiteX2" fmla="*/ 862820 w 3423790"/>
                <a:gd name="connsiteY2" fmla="*/ 533400 h 5312967"/>
                <a:gd name="connsiteX3" fmla="*/ 1051204 w 3423790"/>
                <a:gd name="connsiteY3" fmla="*/ 198967 h 5312967"/>
                <a:gd name="connsiteX4" fmla="*/ 1391987 w 3423790"/>
                <a:gd name="connsiteY4" fmla="*/ 154517 h 5312967"/>
                <a:gd name="connsiteX5" fmla="*/ 1688320 w 3423790"/>
                <a:gd name="connsiteY5" fmla="*/ 0 h 5312967"/>
                <a:gd name="connsiteX6" fmla="*/ 2029104 w 3423790"/>
                <a:gd name="connsiteY6" fmla="*/ 148167 h 5312967"/>
                <a:gd name="connsiteX7" fmla="*/ 2602720 w 3423790"/>
                <a:gd name="connsiteY7" fmla="*/ 218016 h 5312967"/>
                <a:gd name="connsiteX8" fmla="*/ 3106487 w 3423790"/>
                <a:gd name="connsiteY8" fmla="*/ 146050 h 5312967"/>
                <a:gd name="connsiteX9" fmla="*/ 3413404 w 3423790"/>
                <a:gd name="connsiteY9" fmla="*/ 501650 h 5312967"/>
                <a:gd name="connsiteX10" fmla="*/ 2786026 w 3423790"/>
                <a:gd name="connsiteY10" fmla="*/ 1178694 h 5312967"/>
                <a:gd name="connsiteX11" fmla="*/ 3158559 w 3423790"/>
                <a:gd name="connsiteY11" fmla="*/ 5312967 h 5312967"/>
                <a:gd name="connsiteX12" fmla="*/ 1028700 w 3423790"/>
                <a:gd name="connsiteY12" fmla="*/ 5312967 h 5312967"/>
                <a:gd name="connsiteX13" fmla="*/ 0 w 3423790"/>
                <a:gd name="connsiteY13" fmla="*/ 1144827 h 5312967"/>
                <a:gd name="connsiteX0" fmla="*/ 0 w 3413404"/>
                <a:gd name="connsiteY0" fmla="*/ 1144827 h 5312967"/>
                <a:gd name="connsiteX1" fmla="*/ 477587 w 3413404"/>
                <a:gd name="connsiteY1" fmla="*/ 918633 h 5312967"/>
                <a:gd name="connsiteX2" fmla="*/ 862820 w 3413404"/>
                <a:gd name="connsiteY2" fmla="*/ 533400 h 5312967"/>
                <a:gd name="connsiteX3" fmla="*/ 1051204 w 3413404"/>
                <a:gd name="connsiteY3" fmla="*/ 198967 h 5312967"/>
                <a:gd name="connsiteX4" fmla="*/ 1391987 w 3413404"/>
                <a:gd name="connsiteY4" fmla="*/ 154517 h 5312967"/>
                <a:gd name="connsiteX5" fmla="*/ 1688320 w 3413404"/>
                <a:gd name="connsiteY5" fmla="*/ 0 h 5312967"/>
                <a:gd name="connsiteX6" fmla="*/ 2029104 w 3413404"/>
                <a:gd name="connsiteY6" fmla="*/ 148167 h 5312967"/>
                <a:gd name="connsiteX7" fmla="*/ 2602720 w 3413404"/>
                <a:gd name="connsiteY7" fmla="*/ 218016 h 5312967"/>
                <a:gd name="connsiteX8" fmla="*/ 3106487 w 3413404"/>
                <a:gd name="connsiteY8" fmla="*/ 146050 h 5312967"/>
                <a:gd name="connsiteX9" fmla="*/ 3413404 w 3413404"/>
                <a:gd name="connsiteY9" fmla="*/ 501650 h 5312967"/>
                <a:gd name="connsiteX10" fmla="*/ 2786026 w 3413404"/>
                <a:gd name="connsiteY10" fmla="*/ 1178694 h 5312967"/>
                <a:gd name="connsiteX11" fmla="*/ 3158559 w 3413404"/>
                <a:gd name="connsiteY11" fmla="*/ 5312967 h 5312967"/>
                <a:gd name="connsiteX12" fmla="*/ 1028700 w 3413404"/>
                <a:gd name="connsiteY12" fmla="*/ 5312967 h 5312967"/>
                <a:gd name="connsiteX13" fmla="*/ 0 w 3413404"/>
                <a:gd name="connsiteY13" fmla="*/ 1144827 h 5312967"/>
                <a:gd name="connsiteX0" fmla="*/ 0 w 3413404"/>
                <a:gd name="connsiteY0" fmla="*/ 1144827 h 5312967"/>
                <a:gd name="connsiteX1" fmla="*/ 477587 w 3413404"/>
                <a:gd name="connsiteY1" fmla="*/ 918633 h 5312967"/>
                <a:gd name="connsiteX2" fmla="*/ 862820 w 3413404"/>
                <a:gd name="connsiteY2" fmla="*/ 533400 h 5312967"/>
                <a:gd name="connsiteX3" fmla="*/ 1051204 w 3413404"/>
                <a:gd name="connsiteY3" fmla="*/ 198967 h 5312967"/>
                <a:gd name="connsiteX4" fmla="*/ 1391987 w 3413404"/>
                <a:gd name="connsiteY4" fmla="*/ 154517 h 5312967"/>
                <a:gd name="connsiteX5" fmla="*/ 1688320 w 3413404"/>
                <a:gd name="connsiteY5" fmla="*/ 0 h 5312967"/>
                <a:gd name="connsiteX6" fmla="*/ 2029104 w 3413404"/>
                <a:gd name="connsiteY6" fmla="*/ 148167 h 5312967"/>
                <a:gd name="connsiteX7" fmla="*/ 2602720 w 3413404"/>
                <a:gd name="connsiteY7" fmla="*/ 218016 h 5312967"/>
                <a:gd name="connsiteX8" fmla="*/ 3106487 w 3413404"/>
                <a:gd name="connsiteY8" fmla="*/ 146050 h 5312967"/>
                <a:gd name="connsiteX9" fmla="*/ 3413404 w 3413404"/>
                <a:gd name="connsiteY9" fmla="*/ 501650 h 5312967"/>
                <a:gd name="connsiteX10" fmla="*/ 2786026 w 3413404"/>
                <a:gd name="connsiteY10" fmla="*/ 1178694 h 5312967"/>
                <a:gd name="connsiteX11" fmla="*/ 2261092 w 3413404"/>
                <a:gd name="connsiteY11" fmla="*/ 2747567 h 5312967"/>
                <a:gd name="connsiteX12" fmla="*/ 1028700 w 3413404"/>
                <a:gd name="connsiteY12" fmla="*/ 5312967 h 5312967"/>
                <a:gd name="connsiteX13" fmla="*/ 0 w 3413404"/>
                <a:gd name="connsiteY13" fmla="*/ 1144827 h 5312967"/>
                <a:gd name="connsiteX0" fmla="*/ 0 w 3413404"/>
                <a:gd name="connsiteY0" fmla="*/ 1144827 h 2747567"/>
                <a:gd name="connsiteX1" fmla="*/ 477587 w 3413404"/>
                <a:gd name="connsiteY1" fmla="*/ 918633 h 2747567"/>
                <a:gd name="connsiteX2" fmla="*/ 862820 w 3413404"/>
                <a:gd name="connsiteY2" fmla="*/ 533400 h 2747567"/>
                <a:gd name="connsiteX3" fmla="*/ 1051204 w 3413404"/>
                <a:gd name="connsiteY3" fmla="*/ 198967 h 2747567"/>
                <a:gd name="connsiteX4" fmla="*/ 1391987 w 3413404"/>
                <a:gd name="connsiteY4" fmla="*/ 154517 h 2747567"/>
                <a:gd name="connsiteX5" fmla="*/ 1688320 w 3413404"/>
                <a:gd name="connsiteY5" fmla="*/ 0 h 2747567"/>
                <a:gd name="connsiteX6" fmla="*/ 2029104 w 3413404"/>
                <a:gd name="connsiteY6" fmla="*/ 148167 h 2747567"/>
                <a:gd name="connsiteX7" fmla="*/ 2602720 w 3413404"/>
                <a:gd name="connsiteY7" fmla="*/ 218016 h 2747567"/>
                <a:gd name="connsiteX8" fmla="*/ 3106487 w 3413404"/>
                <a:gd name="connsiteY8" fmla="*/ 146050 h 2747567"/>
                <a:gd name="connsiteX9" fmla="*/ 3413404 w 3413404"/>
                <a:gd name="connsiteY9" fmla="*/ 501650 h 2747567"/>
                <a:gd name="connsiteX10" fmla="*/ 2786026 w 3413404"/>
                <a:gd name="connsiteY10" fmla="*/ 1178694 h 2747567"/>
                <a:gd name="connsiteX11" fmla="*/ 2261092 w 3413404"/>
                <a:gd name="connsiteY11" fmla="*/ 2747567 h 2747567"/>
                <a:gd name="connsiteX12" fmla="*/ 901700 w 3413404"/>
                <a:gd name="connsiteY12" fmla="*/ 1773900 h 2747567"/>
                <a:gd name="connsiteX13" fmla="*/ 0 w 3413404"/>
                <a:gd name="connsiteY13" fmla="*/ 1144827 h 2747567"/>
                <a:gd name="connsiteX0" fmla="*/ 0 w 3413404"/>
                <a:gd name="connsiteY0" fmla="*/ 1144827 h 2772967"/>
                <a:gd name="connsiteX1" fmla="*/ 477587 w 3413404"/>
                <a:gd name="connsiteY1" fmla="*/ 918633 h 2772967"/>
                <a:gd name="connsiteX2" fmla="*/ 862820 w 3413404"/>
                <a:gd name="connsiteY2" fmla="*/ 533400 h 2772967"/>
                <a:gd name="connsiteX3" fmla="*/ 1051204 w 3413404"/>
                <a:gd name="connsiteY3" fmla="*/ 198967 h 2772967"/>
                <a:gd name="connsiteX4" fmla="*/ 1391987 w 3413404"/>
                <a:gd name="connsiteY4" fmla="*/ 154517 h 2772967"/>
                <a:gd name="connsiteX5" fmla="*/ 1688320 w 3413404"/>
                <a:gd name="connsiteY5" fmla="*/ 0 h 2772967"/>
                <a:gd name="connsiteX6" fmla="*/ 2029104 w 3413404"/>
                <a:gd name="connsiteY6" fmla="*/ 148167 h 2772967"/>
                <a:gd name="connsiteX7" fmla="*/ 2602720 w 3413404"/>
                <a:gd name="connsiteY7" fmla="*/ 218016 h 2772967"/>
                <a:gd name="connsiteX8" fmla="*/ 3106487 w 3413404"/>
                <a:gd name="connsiteY8" fmla="*/ 146050 h 2772967"/>
                <a:gd name="connsiteX9" fmla="*/ 3413404 w 3413404"/>
                <a:gd name="connsiteY9" fmla="*/ 501650 h 2772967"/>
                <a:gd name="connsiteX10" fmla="*/ 2786026 w 3413404"/>
                <a:gd name="connsiteY10" fmla="*/ 1178694 h 2772967"/>
                <a:gd name="connsiteX11" fmla="*/ 2244159 w 3413404"/>
                <a:gd name="connsiteY11" fmla="*/ 2772967 h 2772967"/>
                <a:gd name="connsiteX12" fmla="*/ 901700 w 3413404"/>
                <a:gd name="connsiteY12" fmla="*/ 1773900 h 2772967"/>
                <a:gd name="connsiteX13" fmla="*/ 0 w 3413404"/>
                <a:gd name="connsiteY13" fmla="*/ 1144827 h 2772967"/>
                <a:gd name="connsiteX0" fmla="*/ 130715 w 2942986"/>
                <a:gd name="connsiteY0" fmla="*/ 1364961 h 2772967"/>
                <a:gd name="connsiteX1" fmla="*/ 7169 w 2942986"/>
                <a:gd name="connsiteY1" fmla="*/ 918633 h 2772967"/>
                <a:gd name="connsiteX2" fmla="*/ 392402 w 2942986"/>
                <a:gd name="connsiteY2" fmla="*/ 533400 h 2772967"/>
                <a:gd name="connsiteX3" fmla="*/ 580786 w 2942986"/>
                <a:gd name="connsiteY3" fmla="*/ 198967 h 2772967"/>
                <a:gd name="connsiteX4" fmla="*/ 921569 w 2942986"/>
                <a:gd name="connsiteY4" fmla="*/ 154517 h 2772967"/>
                <a:gd name="connsiteX5" fmla="*/ 1217902 w 2942986"/>
                <a:gd name="connsiteY5" fmla="*/ 0 h 2772967"/>
                <a:gd name="connsiteX6" fmla="*/ 1558686 w 2942986"/>
                <a:gd name="connsiteY6" fmla="*/ 148167 h 2772967"/>
                <a:gd name="connsiteX7" fmla="*/ 2132302 w 2942986"/>
                <a:gd name="connsiteY7" fmla="*/ 218016 h 2772967"/>
                <a:gd name="connsiteX8" fmla="*/ 2636069 w 2942986"/>
                <a:gd name="connsiteY8" fmla="*/ 146050 h 2772967"/>
                <a:gd name="connsiteX9" fmla="*/ 2942986 w 2942986"/>
                <a:gd name="connsiteY9" fmla="*/ 501650 h 2772967"/>
                <a:gd name="connsiteX10" fmla="*/ 2315608 w 2942986"/>
                <a:gd name="connsiteY10" fmla="*/ 1178694 h 2772967"/>
                <a:gd name="connsiteX11" fmla="*/ 1773741 w 2942986"/>
                <a:gd name="connsiteY11" fmla="*/ 2772967 h 2772967"/>
                <a:gd name="connsiteX12" fmla="*/ 431282 w 2942986"/>
                <a:gd name="connsiteY12" fmla="*/ 1773900 h 2772967"/>
                <a:gd name="connsiteX13" fmla="*/ 130715 w 2942986"/>
                <a:gd name="connsiteY13" fmla="*/ 1364961 h 2772967"/>
                <a:gd name="connsiteX0" fmla="*/ 424113 w 2935817"/>
                <a:gd name="connsiteY0" fmla="*/ 177390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424113 w 2935817"/>
                <a:gd name="connsiteY12" fmla="*/ 1773900 h 2772967"/>
                <a:gd name="connsiteX0" fmla="*/ 424113 w 2935817"/>
                <a:gd name="connsiteY0" fmla="*/ 177390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424113 w 2935817"/>
                <a:gd name="connsiteY12" fmla="*/ 1773900 h 2772967"/>
                <a:gd name="connsiteX0" fmla="*/ 388553 w 2935817"/>
                <a:gd name="connsiteY0" fmla="*/ 178406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388553 w 2935817"/>
                <a:gd name="connsiteY12" fmla="*/ 1784060 h 2772967"/>
                <a:gd name="connsiteX0" fmla="*/ 388553 w 2935817"/>
                <a:gd name="connsiteY0" fmla="*/ 178406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388553 w 293581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593937 w 2956137"/>
                <a:gd name="connsiteY3" fmla="*/ 19896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593937 w 2956137"/>
                <a:gd name="connsiteY3" fmla="*/ 19896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08439 w 2956137"/>
                <a:gd name="connsiteY10" fmla="*/ 116853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08439 w 2956137"/>
                <a:gd name="connsiteY10" fmla="*/ 116853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13082 w 2960346"/>
                <a:gd name="connsiteY0" fmla="*/ 1784060 h 2772967"/>
                <a:gd name="connsiteX1" fmla="*/ 4209 w 2960346"/>
                <a:gd name="connsiteY1" fmla="*/ 938953 h 2772967"/>
                <a:gd name="connsiteX2" fmla="*/ 130261 w 2960346"/>
                <a:gd name="connsiteY2" fmla="*/ 448310 h 2772967"/>
                <a:gd name="connsiteX3" fmla="*/ 409762 w 2960346"/>
                <a:gd name="connsiteY3" fmla="*/ 533400 h 2772967"/>
                <a:gd name="connsiteX4" fmla="*/ 1126466 w 2960346"/>
                <a:gd name="connsiteY4" fmla="*/ 773007 h 2772967"/>
                <a:gd name="connsiteX5" fmla="*/ 938929 w 2960346"/>
                <a:gd name="connsiteY5" fmla="*/ 154517 h 2772967"/>
                <a:gd name="connsiteX6" fmla="*/ 1235262 w 2960346"/>
                <a:gd name="connsiteY6" fmla="*/ 0 h 2772967"/>
                <a:gd name="connsiteX7" fmla="*/ 1576046 w 2960346"/>
                <a:gd name="connsiteY7" fmla="*/ 148167 h 2772967"/>
                <a:gd name="connsiteX8" fmla="*/ 2149662 w 2960346"/>
                <a:gd name="connsiteY8" fmla="*/ 218016 h 2772967"/>
                <a:gd name="connsiteX9" fmla="*/ 2653429 w 2960346"/>
                <a:gd name="connsiteY9" fmla="*/ 146050 h 2772967"/>
                <a:gd name="connsiteX10" fmla="*/ 2960346 w 2960346"/>
                <a:gd name="connsiteY10" fmla="*/ 501650 h 2772967"/>
                <a:gd name="connsiteX11" fmla="*/ 2312648 w 2960346"/>
                <a:gd name="connsiteY11" fmla="*/ 1168534 h 2772967"/>
                <a:gd name="connsiteX12" fmla="*/ 1791101 w 2960346"/>
                <a:gd name="connsiteY12" fmla="*/ 2772967 h 2772967"/>
                <a:gd name="connsiteX13" fmla="*/ 413082 w 2960346"/>
                <a:gd name="connsiteY13" fmla="*/ 1784060 h 2772967"/>
                <a:gd name="connsiteX0" fmla="*/ 503556 w 3050820"/>
                <a:gd name="connsiteY0" fmla="*/ 1784060 h 2772967"/>
                <a:gd name="connsiteX1" fmla="*/ 94683 w 3050820"/>
                <a:gd name="connsiteY1" fmla="*/ 938953 h 2772967"/>
                <a:gd name="connsiteX2" fmla="*/ 4835 w 3050820"/>
                <a:gd name="connsiteY2" fmla="*/ 579543 h 2772967"/>
                <a:gd name="connsiteX3" fmla="*/ 220735 w 3050820"/>
                <a:gd name="connsiteY3" fmla="*/ 448310 h 2772967"/>
                <a:gd name="connsiteX4" fmla="*/ 500236 w 3050820"/>
                <a:gd name="connsiteY4" fmla="*/ 533400 h 2772967"/>
                <a:gd name="connsiteX5" fmla="*/ 1216940 w 3050820"/>
                <a:gd name="connsiteY5" fmla="*/ 773007 h 2772967"/>
                <a:gd name="connsiteX6" fmla="*/ 1029403 w 3050820"/>
                <a:gd name="connsiteY6" fmla="*/ 154517 h 2772967"/>
                <a:gd name="connsiteX7" fmla="*/ 1325736 w 3050820"/>
                <a:gd name="connsiteY7" fmla="*/ 0 h 2772967"/>
                <a:gd name="connsiteX8" fmla="*/ 1666520 w 3050820"/>
                <a:gd name="connsiteY8" fmla="*/ 148167 h 2772967"/>
                <a:gd name="connsiteX9" fmla="*/ 2240136 w 3050820"/>
                <a:gd name="connsiteY9" fmla="*/ 218016 h 2772967"/>
                <a:gd name="connsiteX10" fmla="*/ 2743903 w 3050820"/>
                <a:gd name="connsiteY10" fmla="*/ 146050 h 2772967"/>
                <a:gd name="connsiteX11" fmla="*/ 3050820 w 3050820"/>
                <a:gd name="connsiteY11" fmla="*/ 501650 h 2772967"/>
                <a:gd name="connsiteX12" fmla="*/ 2403122 w 3050820"/>
                <a:gd name="connsiteY12" fmla="*/ 1168534 h 2772967"/>
                <a:gd name="connsiteX13" fmla="*/ 1881575 w 3050820"/>
                <a:gd name="connsiteY13" fmla="*/ 2772967 h 2772967"/>
                <a:gd name="connsiteX14" fmla="*/ 503556 w 3050820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215900 w 3045985"/>
                <a:gd name="connsiteY3" fmla="*/ 44831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215900 w 3045985"/>
                <a:gd name="connsiteY3" fmla="*/ 44831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693945 w 3045985"/>
                <a:gd name="connsiteY5" fmla="*/ 2142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693945 w 3045985"/>
                <a:gd name="connsiteY5" fmla="*/ 2142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69083 h 2857990"/>
                <a:gd name="connsiteX1" fmla="*/ 89848 w 3045985"/>
                <a:gd name="connsiteY1" fmla="*/ 1023976 h 2857990"/>
                <a:gd name="connsiteX2" fmla="*/ 0 w 3045985"/>
                <a:gd name="connsiteY2" fmla="*/ 664566 h 2857990"/>
                <a:gd name="connsiteX3" fmla="*/ 165100 w 3045985"/>
                <a:gd name="connsiteY3" fmla="*/ 526983 h 2857990"/>
                <a:gd name="connsiteX4" fmla="*/ 495401 w 3045985"/>
                <a:gd name="connsiteY4" fmla="*/ 618423 h 2857990"/>
                <a:gd name="connsiteX5" fmla="*/ 693945 w 3045985"/>
                <a:gd name="connsiteY5" fmla="*/ 299230 h 2857990"/>
                <a:gd name="connsiteX6" fmla="*/ 1024568 w 3045985"/>
                <a:gd name="connsiteY6" fmla="*/ 239540 h 2857990"/>
                <a:gd name="connsiteX7" fmla="*/ 1320901 w 3045985"/>
                <a:gd name="connsiteY7" fmla="*/ 85023 h 2857990"/>
                <a:gd name="connsiteX8" fmla="*/ 1661685 w 3045985"/>
                <a:gd name="connsiteY8" fmla="*/ 233190 h 2857990"/>
                <a:gd name="connsiteX9" fmla="*/ 2235301 w 3045985"/>
                <a:gd name="connsiteY9" fmla="*/ 303039 h 2857990"/>
                <a:gd name="connsiteX10" fmla="*/ 2406650 w 3045985"/>
                <a:gd name="connsiteY10" fmla="*/ 16443 h 2857990"/>
                <a:gd name="connsiteX11" fmla="*/ 2578100 w 3045985"/>
                <a:gd name="connsiteY11" fmla="*/ 38033 h 2857990"/>
                <a:gd name="connsiteX12" fmla="*/ 2739068 w 3045985"/>
                <a:gd name="connsiteY12" fmla="*/ 231073 h 2857990"/>
                <a:gd name="connsiteX13" fmla="*/ 3045985 w 3045985"/>
                <a:gd name="connsiteY13" fmla="*/ 586673 h 2857990"/>
                <a:gd name="connsiteX14" fmla="*/ 2398287 w 3045985"/>
                <a:gd name="connsiteY14" fmla="*/ 1253557 h 2857990"/>
                <a:gd name="connsiteX15" fmla="*/ 1876740 w 3045985"/>
                <a:gd name="connsiteY15" fmla="*/ 2857990 h 2857990"/>
                <a:gd name="connsiteX16" fmla="*/ 498721 w 3045985"/>
                <a:gd name="connsiteY16" fmla="*/ 1869083 h 2857990"/>
                <a:gd name="connsiteX0" fmla="*/ 498721 w 3045985"/>
                <a:gd name="connsiteY0" fmla="*/ 1869083 h 2857990"/>
                <a:gd name="connsiteX1" fmla="*/ 89848 w 3045985"/>
                <a:gd name="connsiteY1" fmla="*/ 1023976 h 2857990"/>
                <a:gd name="connsiteX2" fmla="*/ 0 w 3045985"/>
                <a:gd name="connsiteY2" fmla="*/ 664566 h 2857990"/>
                <a:gd name="connsiteX3" fmla="*/ 165100 w 3045985"/>
                <a:gd name="connsiteY3" fmla="*/ 526983 h 2857990"/>
                <a:gd name="connsiteX4" fmla="*/ 495401 w 3045985"/>
                <a:gd name="connsiteY4" fmla="*/ 618423 h 2857990"/>
                <a:gd name="connsiteX5" fmla="*/ 693945 w 3045985"/>
                <a:gd name="connsiteY5" fmla="*/ 299230 h 2857990"/>
                <a:gd name="connsiteX6" fmla="*/ 1024568 w 3045985"/>
                <a:gd name="connsiteY6" fmla="*/ 239540 h 2857990"/>
                <a:gd name="connsiteX7" fmla="*/ 1320901 w 3045985"/>
                <a:gd name="connsiteY7" fmla="*/ 85023 h 2857990"/>
                <a:gd name="connsiteX8" fmla="*/ 1661685 w 3045985"/>
                <a:gd name="connsiteY8" fmla="*/ 233190 h 2857990"/>
                <a:gd name="connsiteX9" fmla="*/ 2235301 w 3045985"/>
                <a:gd name="connsiteY9" fmla="*/ 303039 h 2857990"/>
                <a:gd name="connsiteX10" fmla="*/ 2406650 w 3045985"/>
                <a:gd name="connsiteY10" fmla="*/ 16443 h 2857990"/>
                <a:gd name="connsiteX11" fmla="*/ 2578100 w 3045985"/>
                <a:gd name="connsiteY11" fmla="*/ 38033 h 2857990"/>
                <a:gd name="connsiteX12" fmla="*/ 2739068 w 3045985"/>
                <a:gd name="connsiteY12" fmla="*/ 231073 h 2857990"/>
                <a:gd name="connsiteX13" fmla="*/ 3045985 w 3045985"/>
                <a:gd name="connsiteY13" fmla="*/ 586673 h 2857990"/>
                <a:gd name="connsiteX14" fmla="*/ 2398287 w 3045985"/>
                <a:gd name="connsiteY14" fmla="*/ 1253557 h 2857990"/>
                <a:gd name="connsiteX15" fmla="*/ 1876740 w 3045985"/>
                <a:gd name="connsiteY15" fmla="*/ 2857990 h 2857990"/>
                <a:gd name="connsiteX16" fmla="*/ 498721 w 3045985"/>
                <a:gd name="connsiteY16" fmla="*/ 1869083 h 2857990"/>
                <a:gd name="connsiteX0" fmla="*/ 498721 w 3045985"/>
                <a:gd name="connsiteY0" fmla="*/ 1859425 h 2848332"/>
                <a:gd name="connsiteX1" fmla="*/ 89848 w 3045985"/>
                <a:gd name="connsiteY1" fmla="*/ 1014318 h 2848332"/>
                <a:gd name="connsiteX2" fmla="*/ 0 w 3045985"/>
                <a:gd name="connsiteY2" fmla="*/ 654908 h 2848332"/>
                <a:gd name="connsiteX3" fmla="*/ 165100 w 3045985"/>
                <a:gd name="connsiteY3" fmla="*/ 517325 h 2848332"/>
                <a:gd name="connsiteX4" fmla="*/ 495401 w 3045985"/>
                <a:gd name="connsiteY4" fmla="*/ 608765 h 2848332"/>
                <a:gd name="connsiteX5" fmla="*/ 693945 w 3045985"/>
                <a:gd name="connsiteY5" fmla="*/ 289572 h 2848332"/>
                <a:gd name="connsiteX6" fmla="*/ 1024568 w 3045985"/>
                <a:gd name="connsiteY6" fmla="*/ 229882 h 2848332"/>
                <a:gd name="connsiteX7" fmla="*/ 1320901 w 3045985"/>
                <a:gd name="connsiteY7" fmla="*/ 75365 h 2848332"/>
                <a:gd name="connsiteX8" fmla="*/ 1661685 w 3045985"/>
                <a:gd name="connsiteY8" fmla="*/ 223532 h 2848332"/>
                <a:gd name="connsiteX9" fmla="*/ 2235301 w 3045985"/>
                <a:gd name="connsiteY9" fmla="*/ 293381 h 2848332"/>
                <a:gd name="connsiteX10" fmla="*/ 2406650 w 3045985"/>
                <a:gd name="connsiteY10" fmla="*/ 6785 h 2848332"/>
                <a:gd name="connsiteX11" fmla="*/ 2578100 w 3045985"/>
                <a:gd name="connsiteY11" fmla="*/ 28375 h 2848332"/>
                <a:gd name="connsiteX12" fmla="*/ 2739068 w 3045985"/>
                <a:gd name="connsiteY12" fmla="*/ 221415 h 2848332"/>
                <a:gd name="connsiteX13" fmla="*/ 3045985 w 3045985"/>
                <a:gd name="connsiteY13" fmla="*/ 577015 h 2848332"/>
                <a:gd name="connsiteX14" fmla="*/ 2398287 w 3045985"/>
                <a:gd name="connsiteY14" fmla="*/ 1243899 h 2848332"/>
                <a:gd name="connsiteX15" fmla="*/ 1876740 w 3045985"/>
                <a:gd name="connsiteY15" fmla="*/ 2848332 h 2848332"/>
                <a:gd name="connsiteX16" fmla="*/ 498721 w 3045985"/>
                <a:gd name="connsiteY16" fmla="*/ 1859425 h 2848332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39068 w 3045985"/>
                <a:gd name="connsiteY12" fmla="*/ 214630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45985" h="2844722">
                  <a:moveTo>
                    <a:pt x="498721" y="1855815"/>
                  </a:moveTo>
                  <a:cubicBezTo>
                    <a:pt x="389523" y="1506379"/>
                    <a:pt x="275246" y="1299184"/>
                    <a:pt x="89848" y="1010708"/>
                  </a:cubicBezTo>
                  <a:cubicBezTo>
                    <a:pt x="58233" y="863578"/>
                    <a:pt x="65774" y="783872"/>
                    <a:pt x="0" y="651298"/>
                  </a:cubicBezTo>
                  <a:cubicBezTo>
                    <a:pt x="88743" y="633024"/>
                    <a:pt x="145680" y="550687"/>
                    <a:pt x="165100" y="513715"/>
                  </a:cubicBezTo>
                  <a:cubicBezTo>
                    <a:pt x="273419" y="586810"/>
                    <a:pt x="352650" y="598664"/>
                    <a:pt x="495401" y="605155"/>
                  </a:cubicBezTo>
                  <a:cubicBezTo>
                    <a:pt x="685478" y="428836"/>
                    <a:pt x="606739" y="515408"/>
                    <a:pt x="693945" y="285962"/>
                  </a:cubicBezTo>
                  <a:cubicBezTo>
                    <a:pt x="901237" y="273545"/>
                    <a:pt x="874003" y="327943"/>
                    <a:pt x="1024568" y="226272"/>
                  </a:cubicBezTo>
                  <a:cubicBezTo>
                    <a:pt x="1165326" y="190641"/>
                    <a:pt x="1163209" y="226977"/>
                    <a:pt x="1320901" y="71755"/>
                  </a:cubicBezTo>
                  <a:cubicBezTo>
                    <a:pt x="1435554" y="135608"/>
                    <a:pt x="1487765" y="211809"/>
                    <a:pt x="1661685" y="219922"/>
                  </a:cubicBezTo>
                  <a:cubicBezTo>
                    <a:pt x="1835605" y="323287"/>
                    <a:pt x="2035629" y="394545"/>
                    <a:pt x="2235301" y="289771"/>
                  </a:cubicBezTo>
                  <a:cubicBezTo>
                    <a:pt x="2339988" y="143368"/>
                    <a:pt x="2344914" y="148519"/>
                    <a:pt x="2390775" y="0"/>
                  </a:cubicBezTo>
                  <a:cubicBezTo>
                    <a:pt x="2466958" y="32032"/>
                    <a:pt x="2481422" y="55668"/>
                    <a:pt x="2578100" y="24765"/>
                  </a:cubicBezTo>
                  <a:cubicBezTo>
                    <a:pt x="2614453" y="174837"/>
                    <a:pt x="2642037" y="148590"/>
                    <a:pt x="2720018" y="227330"/>
                  </a:cubicBezTo>
                  <a:cubicBezTo>
                    <a:pt x="2775051" y="430883"/>
                    <a:pt x="2933237" y="538881"/>
                    <a:pt x="3045985" y="573405"/>
                  </a:cubicBezTo>
                  <a:cubicBezTo>
                    <a:pt x="2748241" y="917902"/>
                    <a:pt x="2832345" y="838219"/>
                    <a:pt x="2398287" y="1240289"/>
                  </a:cubicBezTo>
                  <a:lnTo>
                    <a:pt x="1876740" y="2844722"/>
                  </a:lnTo>
                  <a:lnTo>
                    <a:pt x="498721" y="1855815"/>
                  </a:lnTo>
                  <a:close/>
                </a:path>
              </a:pathLst>
            </a:custGeom>
            <a:solidFill>
              <a:schemeClr val="accent1">
                <a:alpha val="69000"/>
              </a:schemeClr>
            </a:solidFill>
            <a:ln w="2540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2E397CF3-1155-4694-A40C-A492D9F0BE40}"/>
                </a:ext>
              </a:extLst>
            </p:cNvPr>
            <p:cNvSpPr/>
            <p:nvPr/>
          </p:nvSpPr>
          <p:spPr>
            <a:xfrm rot="17280000">
              <a:off x="4199812" y="1725117"/>
              <a:ext cx="3045985" cy="2844722"/>
            </a:xfrm>
            <a:custGeom>
              <a:avLst/>
              <a:gdLst>
                <a:gd name="connsiteX0" fmla="*/ 0 w 2129859"/>
                <a:gd name="connsiteY0" fmla="*/ 0 h 5120640"/>
                <a:gd name="connsiteX1" fmla="*/ 2129859 w 2129859"/>
                <a:gd name="connsiteY1" fmla="*/ 0 h 5120640"/>
                <a:gd name="connsiteX2" fmla="*/ 2129859 w 2129859"/>
                <a:gd name="connsiteY2" fmla="*/ 5120640 h 5120640"/>
                <a:gd name="connsiteX3" fmla="*/ 0 w 2129859"/>
                <a:gd name="connsiteY3" fmla="*/ 5120640 h 5120640"/>
                <a:gd name="connsiteX4" fmla="*/ 0 w 2129859"/>
                <a:gd name="connsiteY4" fmla="*/ 0 h 5120640"/>
                <a:gd name="connsiteX0" fmla="*/ 0 w 2129859"/>
                <a:gd name="connsiteY0" fmla="*/ 283344 h 5403984"/>
                <a:gd name="connsiteX1" fmla="*/ 1220537 w 2129859"/>
                <a:gd name="connsiteY1" fmla="*/ 0 h 5403984"/>
                <a:gd name="connsiteX2" fmla="*/ 2129859 w 2129859"/>
                <a:gd name="connsiteY2" fmla="*/ 283344 h 5403984"/>
                <a:gd name="connsiteX3" fmla="*/ 2129859 w 2129859"/>
                <a:gd name="connsiteY3" fmla="*/ 5403984 h 5403984"/>
                <a:gd name="connsiteX4" fmla="*/ 0 w 2129859"/>
                <a:gd name="connsiteY4" fmla="*/ 5403984 h 5403984"/>
                <a:gd name="connsiteX5" fmla="*/ 0 w 2129859"/>
                <a:gd name="connsiteY5" fmla="*/ 283344 h 5403984"/>
                <a:gd name="connsiteX0" fmla="*/ 0 w 2129859"/>
                <a:gd name="connsiteY0" fmla="*/ 283344 h 5403984"/>
                <a:gd name="connsiteX1" fmla="*/ 1220537 w 2129859"/>
                <a:gd name="connsiteY1" fmla="*/ 0 h 5403984"/>
                <a:gd name="connsiteX2" fmla="*/ 1677737 w 2129859"/>
                <a:gd name="connsiteY2" fmla="*/ 165100 h 5403984"/>
                <a:gd name="connsiteX3" fmla="*/ 2129859 w 2129859"/>
                <a:gd name="connsiteY3" fmla="*/ 283344 h 5403984"/>
                <a:gd name="connsiteX4" fmla="*/ 2129859 w 2129859"/>
                <a:gd name="connsiteY4" fmla="*/ 5403984 h 5403984"/>
                <a:gd name="connsiteX5" fmla="*/ 0 w 2129859"/>
                <a:gd name="connsiteY5" fmla="*/ 5403984 h 5403984"/>
                <a:gd name="connsiteX6" fmla="*/ 0 w 2129859"/>
                <a:gd name="connsiteY6" fmla="*/ 283344 h 5403984"/>
                <a:gd name="connsiteX0" fmla="*/ 0 w 3158559"/>
                <a:gd name="connsiteY0" fmla="*/ 1235844 h 5403984"/>
                <a:gd name="connsiteX1" fmla="*/ 2249237 w 3158559"/>
                <a:gd name="connsiteY1" fmla="*/ 0 h 5403984"/>
                <a:gd name="connsiteX2" fmla="*/ 2706437 w 3158559"/>
                <a:gd name="connsiteY2" fmla="*/ 165100 h 5403984"/>
                <a:gd name="connsiteX3" fmla="*/ 3158559 w 3158559"/>
                <a:gd name="connsiteY3" fmla="*/ 283344 h 5403984"/>
                <a:gd name="connsiteX4" fmla="*/ 3158559 w 3158559"/>
                <a:gd name="connsiteY4" fmla="*/ 5403984 h 5403984"/>
                <a:gd name="connsiteX5" fmla="*/ 1028700 w 3158559"/>
                <a:gd name="connsiteY5" fmla="*/ 5403984 h 5403984"/>
                <a:gd name="connsiteX6" fmla="*/ 0 w 3158559"/>
                <a:gd name="connsiteY6" fmla="*/ 1235844 h 5403984"/>
                <a:gd name="connsiteX0" fmla="*/ 22550 w 3181109"/>
                <a:gd name="connsiteY0" fmla="*/ 1235844 h 5403984"/>
                <a:gd name="connsiteX1" fmla="*/ 500137 w 3181109"/>
                <a:gd name="connsiteY1" fmla="*/ 1009650 h 5403984"/>
                <a:gd name="connsiteX2" fmla="*/ 2271787 w 3181109"/>
                <a:gd name="connsiteY2" fmla="*/ 0 h 5403984"/>
                <a:gd name="connsiteX3" fmla="*/ 2728987 w 3181109"/>
                <a:gd name="connsiteY3" fmla="*/ 165100 h 5403984"/>
                <a:gd name="connsiteX4" fmla="*/ 3181109 w 3181109"/>
                <a:gd name="connsiteY4" fmla="*/ 283344 h 5403984"/>
                <a:gd name="connsiteX5" fmla="*/ 3181109 w 3181109"/>
                <a:gd name="connsiteY5" fmla="*/ 5403984 h 5403984"/>
                <a:gd name="connsiteX6" fmla="*/ 1051250 w 3181109"/>
                <a:gd name="connsiteY6" fmla="*/ 5403984 h 5403984"/>
                <a:gd name="connsiteX7" fmla="*/ 22550 w 3181109"/>
                <a:gd name="connsiteY7" fmla="*/ 1235844 h 5403984"/>
                <a:gd name="connsiteX0" fmla="*/ 11116 w 3169675"/>
                <a:gd name="connsiteY0" fmla="*/ 1235844 h 5403984"/>
                <a:gd name="connsiteX1" fmla="*/ 488703 w 3169675"/>
                <a:gd name="connsiteY1" fmla="*/ 1009650 h 5403984"/>
                <a:gd name="connsiteX2" fmla="*/ 2260353 w 3169675"/>
                <a:gd name="connsiteY2" fmla="*/ 0 h 5403984"/>
                <a:gd name="connsiteX3" fmla="*/ 2717553 w 3169675"/>
                <a:gd name="connsiteY3" fmla="*/ 165100 h 5403984"/>
                <a:gd name="connsiteX4" fmla="*/ 3169675 w 3169675"/>
                <a:gd name="connsiteY4" fmla="*/ 283344 h 5403984"/>
                <a:gd name="connsiteX5" fmla="*/ 3169675 w 3169675"/>
                <a:gd name="connsiteY5" fmla="*/ 5403984 h 5403984"/>
                <a:gd name="connsiteX6" fmla="*/ 1039816 w 3169675"/>
                <a:gd name="connsiteY6" fmla="*/ 5403984 h 5403984"/>
                <a:gd name="connsiteX7" fmla="*/ 11116 w 3169675"/>
                <a:gd name="connsiteY7" fmla="*/ 1235844 h 5403984"/>
                <a:gd name="connsiteX0" fmla="*/ 11116 w 3169675"/>
                <a:gd name="connsiteY0" fmla="*/ 1235844 h 5403984"/>
                <a:gd name="connsiteX1" fmla="*/ 488703 w 3169675"/>
                <a:gd name="connsiteY1" fmla="*/ 1009650 h 5403984"/>
                <a:gd name="connsiteX2" fmla="*/ 2260353 w 3169675"/>
                <a:gd name="connsiteY2" fmla="*/ 0 h 5403984"/>
                <a:gd name="connsiteX3" fmla="*/ 2717553 w 3169675"/>
                <a:gd name="connsiteY3" fmla="*/ 165100 h 5403984"/>
                <a:gd name="connsiteX4" fmla="*/ 3169675 w 3169675"/>
                <a:gd name="connsiteY4" fmla="*/ 283344 h 5403984"/>
                <a:gd name="connsiteX5" fmla="*/ 3169675 w 3169675"/>
                <a:gd name="connsiteY5" fmla="*/ 5403984 h 5403984"/>
                <a:gd name="connsiteX6" fmla="*/ 1039816 w 3169675"/>
                <a:gd name="connsiteY6" fmla="*/ 5403984 h 5403984"/>
                <a:gd name="connsiteX7" fmla="*/ 11116 w 3169675"/>
                <a:gd name="connsiteY7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2249237 w 3158559"/>
                <a:gd name="connsiteY2" fmla="*/ 0 h 5403984"/>
                <a:gd name="connsiteX3" fmla="*/ 2706437 w 3158559"/>
                <a:gd name="connsiteY3" fmla="*/ 165100 h 5403984"/>
                <a:gd name="connsiteX4" fmla="*/ 3158559 w 3158559"/>
                <a:gd name="connsiteY4" fmla="*/ 283344 h 5403984"/>
                <a:gd name="connsiteX5" fmla="*/ 3158559 w 3158559"/>
                <a:gd name="connsiteY5" fmla="*/ 5403984 h 5403984"/>
                <a:gd name="connsiteX6" fmla="*/ 1028700 w 3158559"/>
                <a:gd name="connsiteY6" fmla="*/ 5403984 h 5403984"/>
                <a:gd name="connsiteX7" fmla="*/ 0 w 3158559"/>
                <a:gd name="connsiteY7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90337 w 3158559"/>
                <a:gd name="connsiteY2" fmla="*/ 635016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90337 w 3158559"/>
                <a:gd name="connsiteY2" fmla="*/ 635016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62820 w 3158559"/>
                <a:gd name="connsiteY2" fmla="*/ 624433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62820 w 3158559"/>
                <a:gd name="connsiteY2" fmla="*/ 624433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1 h 5404001"/>
                <a:gd name="connsiteX1" fmla="*/ 477587 w 3158559"/>
                <a:gd name="connsiteY1" fmla="*/ 1009667 h 5404001"/>
                <a:gd name="connsiteX2" fmla="*/ 862820 w 3158559"/>
                <a:gd name="connsiteY2" fmla="*/ 624434 h 5404001"/>
                <a:gd name="connsiteX3" fmla="*/ 1051204 w 3158559"/>
                <a:gd name="connsiteY3" fmla="*/ 290001 h 5404001"/>
                <a:gd name="connsiteX4" fmla="*/ 2249237 w 3158559"/>
                <a:gd name="connsiteY4" fmla="*/ 17 h 5404001"/>
                <a:gd name="connsiteX5" fmla="*/ 2706437 w 3158559"/>
                <a:gd name="connsiteY5" fmla="*/ 165117 h 5404001"/>
                <a:gd name="connsiteX6" fmla="*/ 3158559 w 3158559"/>
                <a:gd name="connsiteY6" fmla="*/ 283361 h 5404001"/>
                <a:gd name="connsiteX7" fmla="*/ 3158559 w 3158559"/>
                <a:gd name="connsiteY7" fmla="*/ 5404001 h 5404001"/>
                <a:gd name="connsiteX8" fmla="*/ 1028700 w 3158559"/>
                <a:gd name="connsiteY8" fmla="*/ 5404001 h 5404001"/>
                <a:gd name="connsiteX9" fmla="*/ 0 w 3158559"/>
                <a:gd name="connsiteY9" fmla="*/ 1235861 h 5404001"/>
                <a:gd name="connsiteX0" fmla="*/ 0 w 3158559"/>
                <a:gd name="connsiteY0" fmla="*/ 1235861 h 5404001"/>
                <a:gd name="connsiteX1" fmla="*/ 477587 w 3158559"/>
                <a:gd name="connsiteY1" fmla="*/ 1009667 h 5404001"/>
                <a:gd name="connsiteX2" fmla="*/ 862820 w 3158559"/>
                <a:gd name="connsiteY2" fmla="*/ 624434 h 5404001"/>
                <a:gd name="connsiteX3" fmla="*/ 1051204 w 3158559"/>
                <a:gd name="connsiteY3" fmla="*/ 290001 h 5404001"/>
                <a:gd name="connsiteX4" fmla="*/ 2249237 w 3158559"/>
                <a:gd name="connsiteY4" fmla="*/ 17 h 5404001"/>
                <a:gd name="connsiteX5" fmla="*/ 2706437 w 3158559"/>
                <a:gd name="connsiteY5" fmla="*/ 165117 h 5404001"/>
                <a:gd name="connsiteX6" fmla="*/ 3158559 w 3158559"/>
                <a:gd name="connsiteY6" fmla="*/ 283361 h 5404001"/>
                <a:gd name="connsiteX7" fmla="*/ 3158559 w 3158559"/>
                <a:gd name="connsiteY7" fmla="*/ 5404001 h 5404001"/>
                <a:gd name="connsiteX8" fmla="*/ 1028700 w 3158559"/>
                <a:gd name="connsiteY8" fmla="*/ 5404001 h 5404001"/>
                <a:gd name="connsiteX9" fmla="*/ 0 w 3158559"/>
                <a:gd name="connsiteY9" fmla="*/ 1235861 h 5404001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8001 h 5406141"/>
                <a:gd name="connsiteX1" fmla="*/ 477587 w 3158559"/>
                <a:gd name="connsiteY1" fmla="*/ 1011807 h 5406141"/>
                <a:gd name="connsiteX2" fmla="*/ 862820 w 3158559"/>
                <a:gd name="connsiteY2" fmla="*/ 626574 h 5406141"/>
                <a:gd name="connsiteX3" fmla="*/ 1051204 w 3158559"/>
                <a:gd name="connsiteY3" fmla="*/ 292141 h 5406141"/>
                <a:gd name="connsiteX4" fmla="*/ 1391987 w 3158559"/>
                <a:gd name="connsiteY4" fmla="*/ 247691 h 5406141"/>
                <a:gd name="connsiteX5" fmla="*/ 1688320 w 3158559"/>
                <a:gd name="connsiteY5" fmla="*/ 93174 h 5406141"/>
                <a:gd name="connsiteX6" fmla="*/ 2249237 w 3158559"/>
                <a:gd name="connsiteY6" fmla="*/ 2157 h 5406141"/>
                <a:gd name="connsiteX7" fmla="*/ 2706437 w 3158559"/>
                <a:gd name="connsiteY7" fmla="*/ 167257 h 5406141"/>
                <a:gd name="connsiteX8" fmla="*/ 3158559 w 3158559"/>
                <a:gd name="connsiteY8" fmla="*/ 285501 h 5406141"/>
                <a:gd name="connsiteX9" fmla="*/ 3158559 w 3158559"/>
                <a:gd name="connsiteY9" fmla="*/ 5406141 h 5406141"/>
                <a:gd name="connsiteX10" fmla="*/ 1028700 w 3158559"/>
                <a:gd name="connsiteY10" fmla="*/ 5406141 h 5406141"/>
                <a:gd name="connsiteX11" fmla="*/ 0 w 3158559"/>
                <a:gd name="connsiteY11" fmla="*/ 1238001 h 5406141"/>
                <a:gd name="connsiteX0" fmla="*/ 0 w 3158559"/>
                <a:gd name="connsiteY0" fmla="*/ 1238001 h 5406141"/>
                <a:gd name="connsiteX1" fmla="*/ 477587 w 3158559"/>
                <a:gd name="connsiteY1" fmla="*/ 1011807 h 5406141"/>
                <a:gd name="connsiteX2" fmla="*/ 862820 w 3158559"/>
                <a:gd name="connsiteY2" fmla="*/ 626574 h 5406141"/>
                <a:gd name="connsiteX3" fmla="*/ 1051204 w 3158559"/>
                <a:gd name="connsiteY3" fmla="*/ 292141 h 5406141"/>
                <a:gd name="connsiteX4" fmla="*/ 1391987 w 3158559"/>
                <a:gd name="connsiteY4" fmla="*/ 247691 h 5406141"/>
                <a:gd name="connsiteX5" fmla="*/ 1688320 w 3158559"/>
                <a:gd name="connsiteY5" fmla="*/ 93174 h 5406141"/>
                <a:gd name="connsiteX6" fmla="*/ 2249237 w 3158559"/>
                <a:gd name="connsiteY6" fmla="*/ 2157 h 5406141"/>
                <a:gd name="connsiteX7" fmla="*/ 2706437 w 3158559"/>
                <a:gd name="connsiteY7" fmla="*/ 167257 h 5406141"/>
                <a:gd name="connsiteX8" fmla="*/ 3158559 w 3158559"/>
                <a:gd name="connsiteY8" fmla="*/ 285501 h 5406141"/>
                <a:gd name="connsiteX9" fmla="*/ 3158559 w 3158559"/>
                <a:gd name="connsiteY9" fmla="*/ 5406141 h 5406141"/>
                <a:gd name="connsiteX10" fmla="*/ 1028700 w 3158559"/>
                <a:gd name="connsiteY10" fmla="*/ 5406141 h 5406141"/>
                <a:gd name="connsiteX11" fmla="*/ 0 w 3158559"/>
                <a:gd name="connsiteY11" fmla="*/ 1238001 h 5406141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71198 h 5439338"/>
                <a:gd name="connsiteX1" fmla="*/ 477587 w 3158559"/>
                <a:gd name="connsiteY1" fmla="*/ 1045004 h 5439338"/>
                <a:gd name="connsiteX2" fmla="*/ 862820 w 3158559"/>
                <a:gd name="connsiteY2" fmla="*/ 659771 h 5439338"/>
                <a:gd name="connsiteX3" fmla="*/ 1051204 w 3158559"/>
                <a:gd name="connsiteY3" fmla="*/ 325338 h 5439338"/>
                <a:gd name="connsiteX4" fmla="*/ 1391987 w 3158559"/>
                <a:gd name="connsiteY4" fmla="*/ 280888 h 5439338"/>
                <a:gd name="connsiteX5" fmla="*/ 1688320 w 3158559"/>
                <a:gd name="connsiteY5" fmla="*/ 126371 h 5439338"/>
                <a:gd name="connsiteX6" fmla="*/ 2029104 w 3158559"/>
                <a:gd name="connsiteY6" fmla="*/ 274538 h 5439338"/>
                <a:gd name="connsiteX7" fmla="*/ 2242887 w 3158559"/>
                <a:gd name="connsiteY7" fmla="*/ 1487 h 5439338"/>
                <a:gd name="connsiteX8" fmla="*/ 2706437 w 3158559"/>
                <a:gd name="connsiteY8" fmla="*/ 200454 h 5439338"/>
                <a:gd name="connsiteX9" fmla="*/ 3158559 w 3158559"/>
                <a:gd name="connsiteY9" fmla="*/ 318698 h 5439338"/>
                <a:gd name="connsiteX10" fmla="*/ 3158559 w 3158559"/>
                <a:gd name="connsiteY10" fmla="*/ 5439338 h 5439338"/>
                <a:gd name="connsiteX11" fmla="*/ 1028700 w 3158559"/>
                <a:gd name="connsiteY11" fmla="*/ 5439338 h 5439338"/>
                <a:gd name="connsiteX12" fmla="*/ 0 w 3158559"/>
                <a:gd name="connsiteY12" fmla="*/ 1271198 h 5439338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706437 w 3158559"/>
                <a:gd name="connsiteY8" fmla="*/ 198967 h 5437851"/>
                <a:gd name="connsiteX9" fmla="*/ 3158559 w 3158559"/>
                <a:gd name="connsiteY9" fmla="*/ 317211 h 5437851"/>
                <a:gd name="connsiteX10" fmla="*/ 3158559 w 3158559"/>
                <a:gd name="connsiteY10" fmla="*/ 5437851 h 5437851"/>
                <a:gd name="connsiteX11" fmla="*/ 1028700 w 3158559"/>
                <a:gd name="connsiteY11" fmla="*/ 5437851 h 5437851"/>
                <a:gd name="connsiteX12" fmla="*/ 0 w 3158559"/>
                <a:gd name="connsiteY12" fmla="*/ 1269711 h 5437851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706437 w 3158559"/>
                <a:gd name="connsiteY8" fmla="*/ 198967 h 5437851"/>
                <a:gd name="connsiteX9" fmla="*/ 3158559 w 3158559"/>
                <a:gd name="connsiteY9" fmla="*/ 317211 h 5437851"/>
                <a:gd name="connsiteX10" fmla="*/ 3158559 w 3158559"/>
                <a:gd name="connsiteY10" fmla="*/ 5437851 h 5437851"/>
                <a:gd name="connsiteX11" fmla="*/ 1028700 w 3158559"/>
                <a:gd name="connsiteY11" fmla="*/ 5437851 h 5437851"/>
                <a:gd name="connsiteX12" fmla="*/ 0 w 3158559"/>
                <a:gd name="connsiteY12" fmla="*/ 1269711 h 5437851"/>
                <a:gd name="connsiteX0" fmla="*/ 0 w 3158559"/>
                <a:gd name="connsiteY0" fmla="*/ 1283724 h 5451864"/>
                <a:gd name="connsiteX1" fmla="*/ 477587 w 3158559"/>
                <a:gd name="connsiteY1" fmla="*/ 1057530 h 5451864"/>
                <a:gd name="connsiteX2" fmla="*/ 862820 w 3158559"/>
                <a:gd name="connsiteY2" fmla="*/ 672297 h 5451864"/>
                <a:gd name="connsiteX3" fmla="*/ 1051204 w 3158559"/>
                <a:gd name="connsiteY3" fmla="*/ 337864 h 5451864"/>
                <a:gd name="connsiteX4" fmla="*/ 1391987 w 3158559"/>
                <a:gd name="connsiteY4" fmla="*/ 293414 h 5451864"/>
                <a:gd name="connsiteX5" fmla="*/ 1688320 w 3158559"/>
                <a:gd name="connsiteY5" fmla="*/ 138897 h 5451864"/>
                <a:gd name="connsiteX6" fmla="*/ 2029104 w 3158559"/>
                <a:gd name="connsiteY6" fmla="*/ 287064 h 5451864"/>
                <a:gd name="connsiteX7" fmla="*/ 2242887 w 3158559"/>
                <a:gd name="connsiteY7" fmla="*/ 14013 h 5451864"/>
                <a:gd name="connsiteX8" fmla="*/ 2463020 w 3158559"/>
                <a:gd name="connsiteY8" fmla="*/ 35180 h 5451864"/>
                <a:gd name="connsiteX9" fmla="*/ 2706437 w 3158559"/>
                <a:gd name="connsiteY9" fmla="*/ 212980 h 5451864"/>
                <a:gd name="connsiteX10" fmla="*/ 3158559 w 3158559"/>
                <a:gd name="connsiteY10" fmla="*/ 331224 h 5451864"/>
                <a:gd name="connsiteX11" fmla="*/ 3158559 w 3158559"/>
                <a:gd name="connsiteY11" fmla="*/ 5451864 h 5451864"/>
                <a:gd name="connsiteX12" fmla="*/ 1028700 w 3158559"/>
                <a:gd name="connsiteY12" fmla="*/ 5451864 h 5451864"/>
                <a:gd name="connsiteX13" fmla="*/ 0 w 3158559"/>
                <a:gd name="connsiteY13" fmla="*/ 1283724 h 5451864"/>
                <a:gd name="connsiteX0" fmla="*/ 0 w 3158559"/>
                <a:gd name="connsiteY0" fmla="*/ 1273476 h 5441616"/>
                <a:gd name="connsiteX1" fmla="*/ 477587 w 3158559"/>
                <a:gd name="connsiteY1" fmla="*/ 1047282 h 5441616"/>
                <a:gd name="connsiteX2" fmla="*/ 862820 w 3158559"/>
                <a:gd name="connsiteY2" fmla="*/ 662049 h 5441616"/>
                <a:gd name="connsiteX3" fmla="*/ 1051204 w 3158559"/>
                <a:gd name="connsiteY3" fmla="*/ 327616 h 5441616"/>
                <a:gd name="connsiteX4" fmla="*/ 1391987 w 3158559"/>
                <a:gd name="connsiteY4" fmla="*/ 283166 h 5441616"/>
                <a:gd name="connsiteX5" fmla="*/ 1688320 w 3158559"/>
                <a:gd name="connsiteY5" fmla="*/ 128649 h 5441616"/>
                <a:gd name="connsiteX6" fmla="*/ 2029104 w 3158559"/>
                <a:gd name="connsiteY6" fmla="*/ 276816 h 5441616"/>
                <a:gd name="connsiteX7" fmla="*/ 2242887 w 3158559"/>
                <a:gd name="connsiteY7" fmla="*/ 3765 h 5441616"/>
                <a:gd name="connsiteX8" fmla="*/ 2463020 w 3158559"/>
                <a:gd name="connsiteY8" fmla="*/ 24932 h 5441616"/>
                <a:gd name="connsiteX9" fmla="*/ 2706437 w 3158559"/>
                <a:gd name="connsiteY9" fmla="*/ 202732 h 5441616"/>
                <a:gd name="connsiteX10" fmla="*/ 3158559 w 3158559"/>
                <a:gd name="connsiteY10" fmla="*/ 320976 h 5441616"/>
                <a:gd name="connsiteX11" fmla="*/ 3158559 w 3158559"/>
                <a:gd name="connsiteY11" fmla="*/ 5441616 h 5441616"/>
                <a:gd name="connsiteX12" fmla="*/ 1028700 w 3158559"/>
                <a:gd name="connsiteY12" fmla="*/ 5441616 h 5441616"/>
                <a:gd name="connsiteX13" fmla="*/ 0 w 3158559"/>
                <a:gd name="connsiteY13" fmla="*/ 1273476 h 5441616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463020 w 3158559"/>
                <a:gd name="connsiteY8" fmla="*/ 21167 h 5437851"/>
                <a:gd name="connsiteX9" fmla="*/ 2706437 w 3158559"/>
                <a:gd name="connsiteY9" fmla="*/ 198967 h 5437851"/>
                <a:gd name="connsiteX10" fmla="*/ 3158559 w 3158559"/>
                <a:gd name="connsiteY10" fmla="*/ 317211 h 5437851"/>
                <a:gd name="connsiteX11" fmla="*/ 3158559 w 3158559"/>
                <a:gd name="connsiteY11" fmla="*/ 5437851 h 5437851"/>
                <a:gd name="connsiteX12" fmla="*/ 1028700 w 3158559"/>
                <a:gd name="connsiteY12" fmla="*/ 5437851 h 5437851"/>
                <a:gd name="connsiteX13" fmla="*/ 0 w 3158559"/>
                <a:gd name="connsiteY13" fmla="*/ 1269711 h 5437851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463020 w 3158559"/>
                <a:gd name="connsiteY8" fmla="*/ 21167 h 5437851"/>
                <a:gd name="connsiteX9" fmla="*/ 2706437 w 3158559"/>
                <a:gd name="connsiteY9" fmla="*/ 198967 h 5437851"/>
                <a:gd name="connsiteX10" fmla="*/ 3158559 w 3158559"/>
                <a:gd name="connsiteY10" fmla="*/ 317211 h 5437851"/>
                <a:gd name="connsiteX11" fmla="*/ 3158559 w 3158559"/>
                <a:gd name="connsiteY11" fmla="*/ 5437851 h 5437851"/>
                <a:gd name="connsiteX12" fmla="*/ 1028700 w 3158559"/>
                <a:gd name="connsiteY12" fmla="*/ 5437851 h 5437851"/>
                <a:gd name="connsiteX13" fmla="*/ 0 w 3158559"/>
                <a:gd name="connsiteY13" fmla="*/ 1269711 h 5437851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144827 h 5312967"/>
                <a:gd name="connsiteX1" fmla="*/ 477587 w 3158559"/>
                <a:gd name="connsiteY1" fmla="*/ 918633 h 5312967"/>
                <a:gd name="connsiteX2" fmla="*/ 862820 w 3158559"/>
                <a:gd name="connsiteY2" fmla="*/ 533400 h 5312967"/>
                <a:gd name="connsiteX3" fmla="*/ 1051204 w 3158559"/>
                <a:gd name="connsiteY3" fmla="*/ 198967 h 5312967"/>
                <a:gd name="connsiteX4" fmla="*/ 1391987 w 3158559"/>
                <a:gd name="connsiteY4" fmla="*/ 154517 h 5312967"/>
                <a:gd name="connsiteX5" fmla="*/ 1688320 w 3158559"/>
                <a:gd name="connsiteY5" fmla="*/ 0 h 5312967"/>
                <a:gd name="connsiteX6" fmla="*/ 2029104 w 3158559"/>
                <a:gd name="connsiteY6" fmla="*/ 148167 h 5312967"/>
                <a:gd name="connsiteX7" fmla="*/ 2602720 w 3158559"/>
                <a:gd name="connsiteY7" fmla="*/ 218016 h 5312967"/>
                <a:gd name="connsiteX8" fmla="*/ 2784753 w 3158559"/>
                <a:gd name="connsiteY8" fmla="*/ 260350 h 5312967"/>
                <a:gd name="connsiteX9" fmla="*/ 2706437 w 3158559"/>
                <a:gd name="connsiteY9" fmla="*/ 74083 h 5312967"/>
                <a:gd name="connsiteX10" fmla="*/ 3158559 w 3158559"/>
                <a:gd name="connsiteY10" fmla="*/ 192327 h 5312967"/>
                <a:gd name="connsiteX11" fmla="*/ 3158559 w 3158559"/>
                <a:gd name="connsiteY11" fmla="*/ 5312967 h 5312967"/>
                <a:gd name="connsiteX12" fmla="*/ 1028700 w 3158559"/>
                <a:gd name="connsiteY12" fmla="*/ 5312967 h 5312967"/>
                <a:gd name="connsiteX13" fmla="*/ 0 w 3158559"/>
                <a:gd name="connsiteY13" fmla="*/ 1144827 h 5312967"/>
                <a:gd name="connsiteX0" fmla="*/ 0 w 3158559"/>
                <a:gd name="connsiteY0" fmla="*/ 1144827 h 5312967"/>
                <a:gd name="connsiteX1" fmla="*/ 477587 w 3158559"/>
                <a:gd name="connsiteY1" fmla="*/ 918633 h 5312967"/>
                <a:gd name="connsiteX2" fmla="*/ 862820 w 3158559"/>
                <a:gd name="connsiteY2" fmla="*/ 533400 h 5312967"/>
                <a:gd name="connsiteX3" fmla="*/ 1051204 w 3158559"/>
                <a:gd name="connsiteY3" fmla="*/ 198967 h 5312967"/>
                <a:gd name="connsiteX4" fmla="*/ 1391987 w 3158559"/>
                <a:gd name="connsiteY4" fmla="*/ 154517 h 5312967"/>
                <a:gd name="connsiteX5" fmla="*/ 1688320 w 3158559"/>
                <a:gd name="connsiteY5" fmla="*/ 0 h 5312967"/>
                <a:gd name="connsiteX6" fmla="*/ 2029104 w 3158559"/>
                <a:gd name="connsiteY6" fmla="*/ 148167 h 5312967"/>
                <a:gd name="connsiteX7" fmla="*/ 2602720 w 3158559"/>
                <a:gd name="connsiteY7" fmla="*/ 218016 h 5312967"/>
                <a:gd name="connsiteX8" fmla="*/ 2784753 w 3158559"/>
                <a:gd name="connsiteY8" fmla="*/ 260350 h 5312967"/>
                <a:gd name="connsiteX9" fmla="*/ 3070504 w 3158559"/>
                <a:gd name="connsiteY9" fmla="*/ 179917 h 5312967"/>
                <a:gd name="connsiteX10" fmla="*/ 3158559 w 3158559"/>
                <a:gd name="connsiteY10" fmla="*/ 192327 h 5312967"/>
                <a:gd name="connsiteX11" fmla="*/ 3158559 w 3158559"/>
                <a:gd name="connsiteY11" fmla="*/ 5312967 h 5312967"/>
                <a:gd name="connsiteX12" fmla="*/ 1028700 w 3158559"/>
                <a:gd name="connsiteY12" fmla="*/ 5312967 h 5312967"/>
                <a:gd name="connsiteX13" fmla="*/ 0 w 3158559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2784753 w 3937493"/>
                <a:gd name="connsiteY8" fmla="*/ 260350 h 5312967"/>
                <a:gd name="connsiteX9" fmla="*/ 3070504 w 3937493"/>
                <a:gd name="connsiteY9" fmla="*/ 179917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2784753 w 3937493"/>
                <a:gd name="connsiteY8" fmla="*/ 2603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423882"/>
                <a:gd name="connsiteY0" fmla="*/ 1144827 h 5312967"/>
                <a:gd name="connsiteX1" fmla="*/ 477587 w 3423882"/>
                <a:gd name="connsiteY1" fmla="*/ 918633 h 5312967"/>
                <a:gd name="connsiteX2" fmla="*/ 862820 w 3423882"/>
                <a:gd name="connsiteY2" fmla="*/ 533400 h 5312967"/>
                <a:gd name="connsiteX3" fmla="*/ 1051204 w 3423882"/>
                <a:gd name="connsiteY3" fmla="*/ 198967 h 5312967"/>
                <a:gd name="connsiteX4" fmla="*/ 1391987 w 3423882"/>
                <a:gd name="connsiteY4" fmla="*/ 154517 h 5312967"/>
                <a:gd name="connsiteX5" fmla="*/ 1688320 w 3423882"/>
                <a:gd name="connsiteY5" fmla="*/ 0 h 5312967"/>
                <a:gd name="connsiteX6" fmla="*/ 2029104 w 3423882"/>
                <a:gd name="connsiteY6" fmla="*/ 148167 h 5312967"/>
                <a:gd name="connsiteX7" fmla="*/ 2602720 w 3423882"/>
                <a:gd name="connsiteY7" fmla="*/ 218016 h 5312967"/>
                <a:gd name="connsiteX8" fmla="*/ 3106487 w 3423882"/>
                <a:gd name="connsiteY8" fmla="*/ 146050 h 5312967"/>
                <a:gd name="connsiteX9" fmla="*/ 3413404 w 3423882"/>
                <a:gd name="connsiteY9" fmla="*/ 501650 h 5312967"/>
                <a:gd name="connsiteX10" fmla="*/ 2794493 w 3423882"/>
                <a:gd name="connsiteY10" fmla="*/ 1187160 h 5312967"/>
                <a:gd name="connsiteX11" fmla="*/ 3158559 w 3423882"/>
                <a:gd name="connsiteY11" fmla="*/ 5312967 h 5312967"/>
                <a:gd name="connsiteX12" fmla="*/ 1028700 w 3423882"/>
                <a:gd name="connsiteY12" fmla="*/ 5312967 h 5312967"/>
                <a:gd name="connsiteX13" fmla="*/ 0 w 3423882"/>
                <a:gd name="connsiteY13" fmla="*/ 1144827 h 5312967"/>
                <a:gd name="connsiteX0" fmla="*/ 0 w 3423790"/>
                <a:gd name="connsiteY0" fmla="*/ 1144827 h 5312967"/>
                <a:gd name="connsiteX1" fmla="*/ 477587 w 3423790"/>
                <a:gd name="connsiteY1" fmla="*/ 918633 h 5312967"/>
                <a:gd name="connsiteX2" fmla="*/ 862820 w 3423790"/>
                <a:gd name="connsiteY2" fmla="*/ 533400 h 5312967"/>
                <a:gd name="connsiteX3" fmla="*/ 1051204 w 3423790"/>
                <a:gd name="connsiteY3" fmla="*/ 198967 h 5312967"/>
                <a:gd name="connsiteX4" fmla="*/ 1391987 w 3423790"/>
                <a:gd name="connsiteY4" fmla="*/ 154517 h 5312967"/>
                <a:gd name="connsiteX5" fmla="*/ 1688320 w 3423790"/>
                <a:gd name="connsiteY5" fmla="*/ 0 h 5312967"/>
                <a:gd name="connsiteX6" fmla="*/ 2029104 w 3423790"/>
                <a:gd name="connsiteY6" fmla="*/ 148167 h 5312967"/>
                <a:gd name="connsiteX7" fmla="*/ 2602720 w 3423790"/>
                <a:gd name="connsiteY7" fmla="*/ 218016 h 5312967"/>
                <a:gd name="connsiteX8" fmla="*/ 3106487 w 3423790"/>
                <a:gd name="connsiteY8" fmla="*/ 146050 h 5312967"/>
                <a:gd name="connsiteX9" fmla="*/ 3413404 w 3423790"/>
                <a:gd name="connsiteY9" fmla="*/ 501650 h 5312967"/>
                <a:gd name="connsiteX10" fmla="*/ 2786026 w 3423790"/>
                <a:gd name="connsiteY10" fmla="*/ 1178694 h 5312967"/>
                <a:gd name="connsiteX11" fmla="*/ 3158559 w 3423790"/>
                <a:gd name="connsiteY11" fmla="*/ 5312967 h 5312967"/>
                <a:gd name="connsiteX12" fmla="*/ 1028700 w 3423790"/>
                <a:gd name="connsiteY12" fmla="*/ 5312967 h 5312967"/>
                <a:gd name="connsiteX13" fmla="*/ 0 w 3423790"/>
                <a:gd name="connsiteY13" fmla="*/ 1144827 h 5312967"/>
                <a:gd name="connsiteX0" fmla="*/ 0 w 3413404"/>
                <a:gd name="connsiteY0" fmla="*/ 1144827 h 5312967"/>
                <a:gd name="connsiteX1" fmla="*/ 477587 w 3413404"/>
                <a:gd name="connsiteY1" fmla="*/ 918633 h 5312967"/>
                <a:gd name="connsiteX2" fmla="*/ 862820 w 3413404"/>
                <a:gd name="connsiteY2" fmla="*/ 533400 h 5312967"/>
                <a:gd name="connsiteX3" fmla="*/ 1051204 w 3413404"/>
                <a:gd name="connsiteY3" fmla="*/ 198967 h 5312967"/>
                <a:gd name="connsiteX4" fmla="*/ 1391987 w 3413404"/>
                <a:gd name="connsiteY4" fmla="*/ 154517 h 5312967"/>
                <a:gd name="connsiteX5" fmla="*/ 1688320 w 3413404"/>
                <a:gd name="connsiteY5" fmla="*/ 0 h 5312967"/>
                <a:gd name="connsiteX6" fmla="*/ 2029104 w 3413404"/>
                <a:gd name="connsiteY6" fmla="*/ 148167 h 5312967"/>
                <a:gd name="connsiteX7" fmla="*/ 2602720 w 3413404"/>
                <a:gd name="connsiteY7" fmla="*/ 218016 h 5312967"/>
                <a:gd name="connsiteX8" fmla="*/ 3106487 w 3413404"/>
                <a:gd name="connsiteY8" fmla="*/ 146050 h 5312967"/>
                <a:gd name="connsiteX9" fmla="*/ 3413404 w 3413404"/>
                <a:gd name="connsiteY9" fmla="*/ 501650 h 5312967"/>
                <a:gd name="connsiteX10" fmla="*/ 2786026 w 3413404"/>
                <a:gd name="connsiteY10" fmla="*/ 1178694 h 5312967"/>
                <a:gd name="connsiteX11" fmla="*/ 3158559 w 3413404"/>
                <a:gd name="connsiteY11" fmla="*/ 5312967 h 5312967"/>
                <a:gd name="connsiteX12" fmla="*/ 1028700 w 3413404"/>
                <a:gd name="connsiteY12" fmla="*/ 5312967 h 5312967"/>
                <a:gd name="connsiteX13" fmla="*/ 0 w 3413404"/>
                <a:gd name="connsiteY13" fmla="*/ 1144827 h 5312967"/>
                <a:gd name="connsiteX0" fmla="*/ 0 w 3413404"/>
                <a:gd name="connsiteY0" fmla="*/ 1144827 h 5312967"/>
                <a:gd name="connsiteX1" fmla="*/ 477587 w 3413404"/>
                <a:gd name="connsiteY1" fmla="*/ 918633 h 5312967"/>
                <a:gd name="connsiteX2" fmla="*/ 862820 w 3413404"/>
                <a:gd name="connsiteY2" fmla="*/ 533400 h 5312967"/>
                <a:gd name="connsiteX3" fmla="*/ 1051204 w 3413404"/>
                <a:gd name="connsiteY3" fmla="*/ 198967 h 5312967"/>
                <a:gd name="connsiteX4" fmla="*/ 1391987 w 3413404"/>
                <a:gd name="connsiteY4" fmla="*/ 154517 h 5312967"/>
                <a:gd name="connsiteX5" fmla="*/ 1688320 w 3413404"/>
                <a:gd name="connsiteY5" fmla="*/ 0 h 5312967"/>
                <a:gd name="connsiteX6" fmla="*/ 2029104 w 3413404"/>
                <a:gd name="connsiteY6" fmla="*/ 148167 h 5312967"/>
                <a:gd name="connsiteX7" fmla="*/ 2602720 w 3413404"/>
                <a:gd name="connsiteY7" fmla="*/ 218016 h 5312967"/>
                <a:gd name="connsiteX8" fmla="*/ 3106487 w 3413404"/>
                <a:gd name="connsiteY8" fmla="*/ 146050 h 5312967"/>
                <a:gd name="connsiteX9" fmla="*/ 3413404 w 3413404"/>
                <a:gd name="connsiteY9" fmla="*/ 501650 h 5312967"/>
                <a:gd name="connsiteX10" fmla="*/ 2786026 w 3413404"/>
                <a:gd name="connsiteY10" fmla="*/ 1178694 h 5312967"/>
                <a:gd name="connsiteX11" fmla="*/ 2261092 w 3413404"/>
                <a:gd name="connsiteY11" fmla="*/ 2747567 h 5312967"/>
                <a:gd name="connsiteX12" fmla="*/ 1028700 w 3413404"/>
                <a:gd name="connsiteY12" fmla="*/ 5312967 h 5312967"/>
                <a:gd name="connsiteX13" fmla="*/ 0 w 3413404"/>
                <a:gd name="connsiteY13" fmla="*/ 1144827 h 5312967"/>
                <a:gd name="connsiteX0" fmla="*/ 0 w 3413404"/>
                <a:gd name="connsiteY0" fmla="*/ 1144827 h 2747567"/>
                <a:gd name="connsiteX1" fmla="*/ 477587 w 3413404"/>
                <a:gd name="connsiteY1" fmla="*/ 918633 h 2747567"/>
                <a:gd name="connsiteX2" fmla="*/ 862820 w 3413404"/>
                <a:gd name="connsiteY2" fmla="*/ 533400 h 2747567"/>
                <a:gd name="connsiteX3" fmla="*/ 1051204 w 3413404"/>
                <a:gd name="connsiteY3" fmla="*/ 198967 h 2747567"/>
                <a:gd name="connsiteX4" fmla="*/ 1391987 w 3413404"/>
                <a:gd name="connsiteY4" fmla="*/ 154517 h 2747567"/>
                <a:gd name="connsiteX5" fmla="*/ 1688320 w 3413404"/>
                <a:gd name="connsiteY5" fmla="*/ 0 h 2747567"/>
                <a:gd name="connsiteX6" fmla="*/ 2029104 w 3413404"/>
                <a:gd name="connsiteY6" fmla="*/ 148167 h 2747567"/>
                <a:gd name="connsiteX7" fmla="*/ 2602720 w 3413404"/>
                <a:gd name="connsiteY7" fmla="*/ 218016 h 2747567"/>
                <a:gd name="connsiteX8" fmla="*/ 3106487 w 3413404"/>
                <a:gd name="connsiteY8" fmla="*/ 146050 h 2747567"/>
                <a:gd name="connsiteX9" fmla="*/ 3413404 w 3413404"/>
                <a:gd name="connsiteY9" fmla="*/ 501650 h 2747567"/>
                <a:gd name="connsiteX10" fmla="*/ 2786026 w 3413404"/>
                <a:gd name="connsiteY10" fmla="*/ 1178694 h 2747567"/>
                <a:gd name="connsiteX11" fmla="*/ 2261092 w 3413404"/>
                <a:gd name="connsiteY11" fmla="*/ 2747567 h 2747567"/>
                <a:gd name="connsiteX12" fmla="*/ 901700 w 3413404"/>
                <a:gd name="connsiteY12" fmla="*/ 1773900 h 2747567"/>
                <a:gd name="connsiteX13" fmla="*/ 0 w 3413404"/>
                <a:gd name="connsiteY13" fmla="*/ 1144827 h 2747567"/>
                <a:gd name="connsiteX0" fmla="*/ 0 w 3413404"/>
                <a:gd name="connsiteY0" fmla="*/ 1144827 h 2772967"/>
                <a:gd name="connsiteX1" fmla="*/ 477587 w 3413404"/>
                <a:gd name="connsiteY1" fmla="*/ 918633 h 2772967"/>
                <a:gd name="connsiteX2" fmla="*/ 862820 w 3413404"/>
                <a:gd name="connsiteY2" fmla="*/ 533400 h 2772967"/>
                <a:gd name="connsiteX3" fmla="*/ 1051204 w 3413404"/>
                <a:gd name="connsiteY3" fmla="*/ 198967 h 2772967"/>
                <a:gd name="connsiteX4" fmla="*/ 1391987 w 3413404"/>
                <a:gd name="connsiteY4" fmla="*/ 154517 h 2772967"/>
                <a:gd name="connsiteX5" fmla="*/ 1688320 w 3413404"/>
                <a:gd name="connsiteY5" fmla="*/ 0 h 2772967"/>
                <a:gd name="connsiteX6" fmla="*/ 2029104 w 3413404"/>
                <a:gd name="connsiteY6" fmla="*/ 148167 h 2772967"/>
                <a:gd name="connsiteX7" fmla="*/ 2602720 w 3413404"/>
                <a:gd name="connsiteY7" fmla="*/ 218016 h 2772967"/>
                <a:gd name="connsiteX8" fmla="*/ 3106487 w 3413404"/>
                <a:gd name="connsiteY8" fmla="*/ 146050 h 2772967"/>
                <a:gd name="connsiteX9" fmla="*/ 3413404 w 3413404"/>
                <a:gd name="connsiteY9" fmla="*/ 501650 h 2772967"/>
                <a:gd name="connsiteX10" fmla="*/ 2786026 w 3413404"/>
                <a:gd name="connsiteY10" fmla="*/ 1178694 h 2772967"/>
                <a:gd name="connsiteX11" fmla="*/ 2244159 w 3413404"/>
                <a:gd name="connsiteY11" fmla="*/ 2772967 h 2772967"/>
                <a:gd name="connsiteX12" fmla="*/ 901700 w 3413404"/>
                <a:gd name="connsiteY12" fmla="*/ 1773900 h 2772967"/>
                <a:gd name="connsiteX13" fmla="*/ 0 w 3413404"/>
                <a:gd name="connsiteY13" fmla="*/ 1144827 h 2772967"/>
                <a:gd name="connsiteX0" fmla="*/ 130715 w 2942986"/>
                <a:gd name="connsiteY0" fmla="*/ 1364961 h 2772967"/>
                <a:gd name="connsiteX1" fmla="*/ 7169 w 2942986"/>
                <a:gd name="connsiteY1" fmla="*/ 918633 h 2772967"/>
                <a:gd name="connsiteX2" fmla="*/ 392402 w 2942986"/>
                <a:gd name="connsiteY2" fmla="*/ 533400 h 2772967"/>
                <a:gd name="connsiteX3" fmla="*/ 580786 w 2942986"/>
                <a:gd name="connsiteY3" fmla="*/ 198967 h 2772967"/>
                <a:gd name="connsiteX4" fmla="*/ 921569 w 2942986"/>
                <a:gd name="connsiteY4" fmla="*/ 154517 h 2772967"/>
                <a:gd name="connsiteX5" fmla="*/ 1217902 w 2942986"/>
                <a:gd name="connsiteY5" fmla="*/ 0 h 2772967"/>
                <a:gd name="connsiteX6" fmla="*/ 1558686 w 2942986"/>
                <a:gd name="connsiteY6" fmla="*/ 148167 h 2772967"/>
                <a:gd name="connsiteX7" fmla="*/ 2132302 w 2942986"/>
                <a:gd name="connsiteY7" fmla="*/ 218016 h 2772967"/>
                <a:gd name="connsiteX8" fmla="*/ 2636069 w 2942986"/>
                <a:gd name="connsiteY8" fmla="*/ 146050 h 2772967"/>
                <a:gd name="connsiteX9" fmla="*/ 2942986 w 2942986"/>
                <a:gd name="connsiteY9" fmla="*/ 501650 h 2772967"/>
                <a:gd name="connsiteX10" fmla="*/ 2315608 w 2942986"/>
                <a:gd name="connsiteY10" fmla="*/ 1178694 h 2772967"/>
                <a:gd name="connsiteX11" fmla="*/ 1773741 w 2942986"/>
                <a:gd name="connsiteY11" fmla="*/ 2772967 h 2772967"/>
                <a:gd name="connsiteX12" fmla="*/ 431282 w 2942986"/>
                <a:gd name="connsiteY12" fmla="*/ 1773900 h 2772967"/>
                <a:gd name="connsiteX13" fmla="*/ 130715 w 2942986"/>
                <a:gd name="connsiteY13" fmla="*/ 1364961 h 2772967"/>
                <a:gd name="connsiteX0" fmla="*/ 424113 w 2935817"/>
                <a:gd name="connsiteY0" fmla="*/ 177390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424113 w 2935817"/>
                <a:gd name="connsiteY12" fmla="*/ 1773900 h 2772967"/>
                <a:gd name="connsiteX0" fmla="*/ 424113 w 2935817"/>
                <a:gd name="connsiteY0" fmla="*/ 177390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424113 w 2935817"/>
                <a:gd name="connsiteY12" fmla="*/ 1773900 h 2772967"/>
                <a:gd name="connsiteX0" fmla="*/ 388553 w 2935817"/>
                <a:gd name="connsiteY0" fmla="*/ 178406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388553 w 2935817"/>
                <a:gd name="connsiteY12" fmla="*/ 1784060 h 2772967"/>
                <a:gd name="connsiteX0" fmla="*/ 388553 w 2935817"/>
                <a:gd name="connsiteY0" fmla="*/ 178406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388553 w 293581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593937 w 2956137"/>
                <a:gd name="connsiteY3" fmla="*/ 19896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593937 w 2956137"/>
                <a:gd name="connsiteY3" fmla="*/ 19896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08439 w 2956137"/>
                <a:gd name="connsiteY10" fmla="*/ 116853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08439 w 2956137"/>
                <a:gd name="connsiteY10" fmla="*/ 116853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13082 w 2960346"/>
                <a:gd name="connsiteY0" fmla="*/ 1784060 h 2772967"/>
                <a:gd name="connsiteX1" fmla="*/ 4209 w 2960346"/>
                <a:gd name="connsiteY1" fmla="*/ 938953 h 2772967"/>
                <a:gd name="connsiteX2" fmla="*/ 130261 w 2960346"/>
                <a:gd name="connsiteY2" fmla="*/ 448310 h 2772967"/>
                <a:gd name="connsiteX3" fmla="*/ 409762 w 2960346"/>
                <a:gd name="connsiteY3" fmla="*/ 533400 h 2772967"/>
                <a:gd name="connsiteX4" fmla="*/ 1126466 w 2960346"/>
                <a:gd name="connsiteY4" fmla="*/ 773007 h 2772967"/>
                <a:gd name="connsiteX5" fmla="*/ 938929 w 2960346"/>
                <a:gd name="connsiteY5" fmla="*/ 154517 h 2772967"/>
                <a:gd name="connsiteX6" fmla="*/ 1235262 w 2960346"/>
                <a:gd name="connsiteY6" fmla="*/ 0 h 2772967"/>
                <a:gd name="connsiteX7" fmla="*/ 1576046 w 2960346"/>
                <a:gd name="connsiteY7" fmla="*/ 148167 h 2772967"/>
                <a:gd name="connsiteX8" fmla="*/ 2149662 w 2960346"/>
                <a:gd name="connsiteY8" fmla="*/ 218016 h 2772967"/>
                <a:gd name="connsiteX9" fmla="*/ 2653429 w 2960346"/>
                <a:gd name="connsiteY9" fmla="*/ 146050 h 2772967"/>
                <a:gd name="connsiteX10" fmla="*/ 2960346 w 2960346"/>
                <a:gd name="connsiteY10" fmla="*/ 501650 h 2772967"/>
                <a:gd name="connsiteX11" fmla="*/ 2312648 w 2960346"/>
                <a:gd name="connsiteY11" fmla="*/ 1168534 h 2772967"/>
                <a:gd name="connsiteX12" fmla="*/ 1791101 w 2960346"/>
                <a:gd name="connsiteY12" fmla="*/ 2772967 h 2772967"/>
                <a:gd name="connsiteX13" fmla="*/ 413082 w 2960346"/>
                <a:gd name="connsiteY13" fmla="*/ 1784060 h 2772967"/>
                <a:gd name="connsiteX0" fmla="*/ 503556 w 3050820"/>
                <a:gd name="connsiteY0" fmla="*/ 1784060 h 2772967"/>
                <a:gd name="connsiteX1" fmla="*/ 94683 w 3050820"/>
                <a:gd name="connsiteY1" fmla="*/ 938953 h 2772967"/>
                <a:gd name="connsiteX2" fmla="*/ 4835 w 3050820"/>
                <a:gd name="connsiteY2" fmla="*/ 579543 h 2772967"/>
                <a:gd name="connsiteX3" fmla="*/ 220735 w 3050820"/>
                <a:gd name="connsiteY3" fmla="*/ 448310 h 2772967"/>
                <a:gd name="connsiteX4" fmla="*/ 500236 w 3050820"/>
                <a:gd name="connsiteY4" fmla="*/ 533400 h 2772967"/>
                <a:gd name="connsiteX5" fmla="*/ 1216940 w 3050820"/>
                <a:gd name="connsiteY5" fmla="*/ 773007 h 2772967"/>
                <a:gd name="connsiteX6" fmla="*/ 1029403 w 3050820"/>
                <a:gd name="connsiteY6" fmla="*/ 154517 h 2772967"/>
                <a:gd name="connsiteX7" fmla="*/ 1325736 w 3050820"/>
                <a:gd name="connsiteY7" fmla="*/ 0 h 2772967"/>
                <a:gd name="connsiteX8" fmla="*/ 1666520 w 3050820"/>
                <a:gd name="connsiteY8" fmla="*/ 148167 h 2772967"/>
                <a:gd name="connsiteX9" fmla="*/ 2240136 w 3050820"/>
                <a:gd name="connsiteY9" fmla="*/ 218016 h 2772967"/>
                <a:gd name="connsiteX10" fmla="*/ 2743903 w 3050820"/>
                <a:gd name="connsiteY10" fmla="*/ 146050 h 2772967"/>
                <a:gd name="connsiteX11" fmla="*/ 3050820 w 3050820"/>
                <a:gd name="connsiteY11" fmla="*/ 501650 h 2772967"/>
                <a:gd name="connsiteX12" fmla="*/ 2403122 w 3050820"/>
                <a:gd name="connsiteY12" fmla="*/ 1168534 h 2772967"/>
                <a:gd name="connsiteX13" fmla="*/ 1881575 w 3050820"/>
                <a:gd name="connsiteY13" fmla="*/ 2772967 h 2772967"/>
                <a:gd name="connsiteX14" fmla="*/ 503556 w 3050820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215900 w 3045985"/>
                <a:gd name="connsiteY3" fmla="*/ 44831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215900 w 3045985"/>
                <a:gd name="connsiteY3" fmla="*/ 44831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693945 w 3045985"/>
                <a:gd name="connsiteY5" fmla="*/ 2142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693945 w 3045985"/>
                <a:gd name="connsiteY5" fmla="*/ 2142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69083 h 2857990"/>
                <a:gd name="connsiteX1" fmla="*/ 89848 w 3045985"/>
                <a:gd name="connsiteY1" fmla="*/ 1023976 h 2857990"/>
                <a:gd name="connsiteX2" fmla="*/ 0 w 3045985"/>
                <a:gd name="connsiteY2" fmla="*/ 664566 h 2857990"/>
                <a:gd name="connsiteX3" fmla="*/ 165100 w 3045985"/>
                <a:gd name="connsiteY3" fmla="*/ 526983 h 2857990"/>
                <a:gd name="connsiteX4" fmla="*/ 495401 w 3045985"/>
                <a:gd name="connsiteY4" fmla="*/ 618423 h 2857990"/>
                <a:gd name="connsiteX5" fmla="*/ 693945 w 3045985"/>
                <a:gd name="connsiteY5" fmla="*/ 299230 h 2857990"/>
                <a:gd name="connsiteX6" fmla="*/ 1024568 w 3045985"/>
                <a:gd name="connsiteY6" fmla="*/ 239540 h 2857990"/>
                <a:gd name="connsiteX7" fmla="*/ 1320901 w 3045985"/>
                <a:gd name="connsiteY7" fmla="*/ 85023 h 2857990"/>
                <a:gd name="connsiteX8" fmla="*/ 1661685 w 3045985"/>
                <a:gd name="connsiteY8" fmla="*/ 233190 h 2857990"/>
                <a:gd name="connsiteX9" fmla="*/ 2235301 w 3045985"/>
                <a:gd name="connsiteY9" fmla="*/ 303039 h 2857990"/>
                <a:gd name="connsiteX10" fmla="*/ 2406650 w 3045985"/>
                <a:gd name="connsiteY10" fmla="*/ 16443 h 2857990"/>
                <a:gd name="connsiteX11" fmla="*/ 2578100 w 3045985"/>
                <a:gd name="connsiteY11" fmla="*/ 38033 h 2857990"/>
                <a:gd name="connsiteX12" fmla="*/ 2739068 w 3045985"/>
                <a:gd name="connsiteY12" fmla="*/ 231073 h 2857990"/>
                <a:gd name="connsiteX13" fmla="*/ 3045985 w 3045985"/>
                <a:gd name="connsiteY13" fmla="*/ 586673 h 2857990"/>
                <a:gd name="connsiteX14" fmla="*/ 2398287 w 3045985"/>
                <a:gd name="connsiteY14" fmla="*/ 1253557 h 2857990"/>
                <a:gd name="connsiteX15" fmla="*/ 1876740 w 3045985"/>
                <a:gd name="connsiteY15" fmla="*/ 2857990 h 2857990"/>
                <a:gd name="connsiteX16" fmla="*/ 498721 w 3045985"/>
                <a:gd name="connsiteY16" fmla="*/ 1869083 h 2857990"/>
                <a:gd name="connsiteX0" fmla="*/ 498721 w 3045985"/>
                <a:gd name="connsiteY0" fmla="*/ 1869083 h 2857990"/>
                <a:gd name="connsiteX1" fmla="*/ 89848 w 3045985"/>
                <a:gd name="connsiteY1" fmla="*/ 1023976 h 2857990"/>
                <a:gd name="connsiteX2" fmla="*/ 0 w 3045985"/>
                <a:gd name="connsiteY2" fmla="*/ 664566 h 2857990"/>
                <a:gd name="connsiteX3" fmla="*/ 165100 w 3045985"/>
                <a:gd name="connsiteY3" fmla="*/ 526983 h 2857990"/>
                <a:gd name="connsiteX4" fmla="*/ 495401 w 3045985"/>
                <a:gd name="connsiteY4" fmla="*/ 618423 h 2857990"/>
                <a:gd name="connsiteX5" fmla="*/ 693945 w 3045985"/>
                <a:gd name="connsiteY5" fmla="*/ 299230 h 2857990"/>
                <a:gd name="connsiteX6" fmla="*/ 1024568 w 3045985"/>
                <a:gd name="connsiteY6" fmla="*/ 239540 h 2857990"/>
                <a:gd name="connsiteX7" fmla="*/ 1320901 w 3045985"/>
                <a:gd name="connsiteY7" fmla="*/ 85023 h 2857990"/>
                <a:gd name="connsiteX8" fmla="*/ 1661685 w 3045985"/>
                <a:gd name="connsiteY8" fmla="*/ 233190 h 2857990"/>
                <a:gd name="connsiteX9" fmla="*/ 2235301 w 3045985"/>
                <a:gd name="connsiteY9" fmla="*/ 303039 h 2857990"/>
                <a:gd name="connsiteX10" fmla="*/ 2406650 w 3045985"/>
                <a:gd name="connsiteY10" fmla="*/ 16443 h 2857990"/>
                <a:gd name="connsiteX11" fmla="*/ 2578100 w 3045985"/>
                <a:gd name="connsiteY11" fmla="*/ 38033 h 2857990"/>
                <a:gd name="connsiteX12" fmla="*/ 2739068 w 3045985"/>
                <a:gd name="connsiteY12" fmla="*/ 231073 h 2857990"/>
                <a:gd name="connsiteX13" fmla="*/ 3045985 w 3045985"/>
                <a:gd name="connsiteY13" fmla="*/ 586673 h 2857990"/>
                <a:gd name="connsiteX14" fmla="*/ 2398287 w 3045985"/>
                <a:gd name="connsiteY14" fmla="*/ 1253557 h 2857990"/>
                <a:gd name="connsiteX15" fmla="*/ 1876740 w 3045985"/>
                <a:gd name="connsiteY15" fmla="*/ 2857990 h 2857990"/>
                <a:gd name="connsiteX16" fmla="*/ 498721 w 3045985"/>
                <a:gd name="connsiteY16" fmla="*/ 1869083 h 2857990"/>
                <a:gd name="connsiteX0" fmla="*/ 498721 w 3045985"/>
                <a:gd name="connsiteY0" fmla="*/ 1859425 h 2848332"/>
                <a:gd name="connsiteX1" fmla="*/ 89848 w 3045985"/>
                <a:gd name="connsiteY1" fmla="*/ 1014318 h 2848332"/>
                <a:gd name="connsiteX2" fmla="*/ 0 w 3045985"/>
                <a:gd name="connsiteY2" fmla="*/ 654908 h 2848332"/>
                <a:gd name="connsiteX3" fmla="*/ 165100 w 3045985"/>
                <a:gd name="connsiteY3" fmla="*/ 517325 h 2848332"/>
                <a:gd name="connsiteX4" fmla="*/ 495401 w 3045985"/>
                <a:gd name="connsiteY4" fmla="*/ 608765 h 2848332"/>
                <a:gd name="connsiteX5" fmla="*/ 693945 w 3045985"/>
                <a:gd name="connsiteY5" fmla="*/ 289572 h 2848332"/>
                <a:gd name="connsiteX6" fmla="*/ 1024568 w 3045985"/>
                <a:gd name="connsiteY6" fmla="*/ 229882 h 2848332"/>
                <a:gd name="connsiteX7" fmla="*/ 1320901 w 3045985"/>
                <a:gd name="connsiteY7" fmla="*/ 75365 h 2848332"/>
                <a:gd name="connsiteX8" fmla="*/ 1661685 w 3045985"/>
                <a:gd name="connsiteY8" fmla="*/ 223532 h 2848332"/>
                <a:gd name="connsiteX9" fmla="*/ 2235301 w 3045985"/>
                <a:gd name="connsiteY9" fmla="*/ 293381 h 2848332"/>
                <a:gd name="connsiteX10" fmla="*/ 2406650 w 3045985"/>
                <a:gd name="connsiteY10" fmla="*/ 6785 h 2848332"/>
                <a:gd name="connsiteX11" fmla="*/ 2578100 w 3045985"/>
                <a:gd name="connsiteY11" fmla="*/ 28375 h 2848332"/>
                <a:gd name="connsiteX12" fmla="*/ 2739068 w 3045985"/>
                <a:gd name="connsiteY12" fmla="*/ 221415 h 2848332"/>
                <a:gd name="connsiteX13" fmla="*/ 3045985 w 3045985"/>
                <a:gd name="connsiteY13" fmla="*/ 577015 h 2848332"/>
                <a:gd name="connsiteX14" fmla="*/ 2398287 w 3045985"/>
                <a:gd name="connsiteY14" fmla="*/ 1243899 h 2848332"/>
                <a:gd name="connsiteX15" fmla="*/ 1876740 w 3045985"/>
                <a:gd name="connsiteY15" fmla="*/ 2848332 h 2848332"/>
                <a:gd name="connsiteX16" fmla="*/ 498721 w 3045985"/>
                <a:gd name="connsiteY16" fmla="*/ 1859425 h 2848332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39068 w 3045985"/>
                <a:gd name="connsiteY12" fmla="*/ 214630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45985" h="2844722">
                  <a:moveTo>
                    <a:pt x="498721" y="1855815"/>
                  </a:moveTo>
                  <a:cubicBezTo>
                    <a:pt x="389523" y="1506379"/>
                    <a:pt x="275246" y="1299184"/>
                    <a:pt x="89848" y="1010708"/>
                  </a:cubicBezTo>
                  <a:cubicBezTo>
                    <a:pt x="58233" y="863578"/>
                    <a:pt x="65774" y="783872"/>
                    <a:pt x="0" y="651298"/>
                  </a:cubicBezTo>
                  <a:cubicBezTo>
                    <a:pt x="88743" y="633024"/>
                    <a:pt x="145680" y="550687"/>
                    <a:pt x="165100" y="513715"/>
                  </a:cubicBezTo>
                  <a:cubicBezTo>
                    <a:pt x="273419" y="586810"/>
                    <a:pt x="352650" y="598664"/>
                    <a:pt x="495401" y="605155"/>
                  </a:cubicBezTo>
                  <a:cubicBezTo>
                    <a:pt x="685478" y="428836"/>
                    <a:pt x="606739" y="515408"/>
                    <a:pt x="693945" y="285962"/>
                  </a:cubicBezTo>
                  <a:cubicBezTo>
                    <a:pt x="901237" y="273545"/>
                    <a:pt x="874003" y="327943"/>
                    <a:pt x="1024568" y="226272"/>
                  </a:cubicBezTo>
                  <a:cubicBezTo>
                    <a:pt x="1165326" y="190641"/>
                    <a:pt x="1163209" y="226977"/>
                    <a:pt x="1320901" y="71755"/>
                  </a:cubicBezTo>
                  <a:cubicBezTo>
                    <a:pt x="1435554" y="135608"/>
                    <a:pt x="1487765" y="211809"/>
                    <a:pt x="1661685" y="219922"/>
                  </a:cubicBezTo>
                  <a:cubicBezTo>
                    <a:pt x="1835605" y="323287"/>
                    <a:pt x="2035629" y="394545"/>
                    <a:pt x="2235301" y="289771"/>
                  </a:cubicBezTo>
                  <a:cubicBezTo>
                    <a:pt x="2339988" y="143368"/>
                    <a:pt x="2344914" y="148519"/>
                    <a:pt x="2390775" y="0"/>
                  </a:cubicBezTo>
                  <a:cubicBezTo>
                    <a:pt x="2466958" y="32032"/>
                    <a:pt x="2481422" y="55668"/>
                    <a:pt x="2578100" y="24765"/>
                  </a:cubicBezTo>
                  <a:cubicBezTo>
                    <a:pt x="2614453" y="174837"/>
                    <a:pt x="2642037" y="148590"/>
                    <a:pt x="2720018" y="227330"/>
                  </a:cubicBezTo>
                  <a:cubicBezTo>
                    <a:pt x="2775051" y="430883"/>
                    <a:pt x="2933237" y="538881"/>
                    <a:pt x="3045985" y="573405"/>
                  </a:cubicBezTo>
                  <a:cubicBezTo>
                    <a:pt x="2748241" y="917902"/>
                    <a:pt x="2832345" y="838219"/>
                    <a:pt x="2398287" y="1240289"/>
                  </a:cubicBezTo>
                  <a:lnTo>
                    <a:pt x="1876740" y="2844722"/>
                  </a:lnTo>
                  <a:lnTo>
                    <a:pt x="498721" y="1855815"/>
                  </a:lnTo>
                  <a:close/>
                </a:path>
              </a:pathLst>
            </a:custGeom>
            <a:solidFill>
              <a:schemeClr val="accent1">
                <a:alpha val="69000"/>
              </a:schemeClr>
            </a:solidFill>
            <a:ln w="2540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1CAF4801-9A81-4C62-A573-25A81B6CF772}"/>
                </a:ext>
              </a:extLst>
            </p:cNvPr>
            <p:cNvSpPr/>
            <p:nvPr/>
          </p:nvSpPr>
          <p:spPr>
            <a:xfrm rot="12960000">
              <a:off x="5096009" y="3186530"/>
              <a:ext cx="3045985" cy="2844722"/>
            </a:xfrm>
            <a:custGeom>
              <a:avLst/>
              <a:gdLst>
                <a:gd name="connsiteX0" fmla="*/ 0 w 2129859"/>
                <a:gd name="connsiteY0" fmla="*/ 0 h 5120640"/>
                <a:gd name="connsiteX1" fmla="*/ 2129859 w 2129859"/>
                <a:gd name="connsiteY1" fmla="*/ 0 h 5120640"/>
                <a:gd name="connsiteX2" fmla="*/ 2129859 w 2129859"/>
                <a:gd name="connsiteY2" fmla="*/ 5120640 h 5120640"/>
                <a:gd name="connsiteX3" fmla="*/ 0 w 2129859"/>
                <a:gd name="connsiteY3" fmla="*/ 5120640 h 5120640"/>
                <a:gd name="connsiteX4" fmla="*/ 0 w 2129859"/>
                <a:gd name="connsiteY4" fmla="*/ 0 h 5120640"/>
                <a:gd name="connsiteX0" fmla="*/ 0 w 2129859"/>
                <a:gd name="connsiteY0" fmla="*/ 283344 h 5403984"/>
                <a:gd name="connsiteX1" fmla="*/ 1220537 w 2129859"/>
                <a:gd name="connsiteY1" fmla="*/ 0 h 5403984"/>
                <a:gd name="connsiteX2" fmla="*/ 2129859 w 2129859"/>
                <a:gd name="connsiteY2" fmla="*/ 283344 h 5403984"/>
                <a:gd name="connsiteX3" fmla="*/ 2129859 w 2129859"/>
                <a:gd name="connsiteY3" fmla="*/ 5403984 h 5403984"/>
                <a:gd name="connsiteX4" fmla="*/ 0 w 2129859"/>
                <a:gd name="connsiteY4" fmla="*/ 5403984 h 5403984"/>
                <a:gd name="connsiteX5" fmla="*/ 0 w 2129859"/>
                <a:gd name="connsiteY5" fmla="*/ 283344 h 5403984"/>
                <a:gd name="connsiteX0" fmla="*/ 0 w 2129859"/>
                <a:gd name="connsiteY0" fmla="*/ 283344 h 5403984"/>
                <a:gd name="connsiteX1" fmla="*/ 1220537 w 2129859"/>
                <a:gd name="connsiteY1" fmla="*/ 0 h 5403984"/>
                <a:gd name="connsiteX2" fmla="*/ 1677737 w 2129859"/>
                <a:gd name="connsiteY2" fmla="*/ 165100 h 5403984"/>
                <a:gd name="connsiteX3" fmla="*/ 2129859 w 2129859"/>
                <a:gd name="connsiteY3" fmla="*/ 283344 h 5403984"/>
                <a:gd name="connsiteX4" fmla="*/ 2129859 w 2129859"/>
                <a:gd name="connsiteY4" fmla="*/ 5403984 h 5403984"/>
                <a:gd name="connsiteX5" fmla="*/ 0 w 2129859"/>
                <a:gd name="connsiteY5" fmla="*/ 5403984 h 5403984"/>
                <a:gd name="connsiteX6" fmla="*/ 0 w 2129859"/>
                <a:gd name="connsiteY6" fmla="*/ 283344 h 5403984"/>
                <a:gd name="connsiteX0" fmla="*/ 0 w 3158559"/>
                <a:gd name="connsiteY0" fmla="*/ 1235844 h 5403984"/>
                <a:gd name="connsiteX1" fmla="*/ 2249237 w 3158559"/>
                <a:gd name="connsiteY1" fmla="*/ 0 h 5403984"/>
                <a:gd name="connsiteX2" fmla="*/ 2706437 w 3158559"/>
                <a:gd name="connsiteY2" fmla="*/ 165100 h 5403984"/>
                <a:gd name="connsiteX3" fmla="*/ 3158559 w 3158559"/>
                <a:gd name="connsiteY3" fmla="*/ 283344 h 5403984"/>
                <a:gd name="connsiteX4" fmla="*/ 3158559 w 3158559"/>
                <a:gd name="connsiteY4" fmla="*/ 5403984 h 5403984"/>
                <a:gd name="connsiteX5" fmla="*/ 1028700 w 3158559"/>
                <a:gd name="connsiteY5" fmla="*/ 5403984 h 5403984"/>
                <a:gd name="connsiteX6" fmla="*/ 0 w 3158559"/>
                <a:gd name="connsiteY6" fmla="*/ 1235844 h 5403984"/>
                <a:gd name="connsiteX0" fmla="*/ 22550 w 3181109"/>
                <a:gd name="connsiteY0" fmla="*/ 1235844 h 5403984"/>
                <a:gd name="connsiteX1" fmla="*/ 500137 w 3181109"/>
                <a:gd name="connsiteY1" fmla="*/ 1009650 h 5403984"/>
                <a:gd name="connsiteX2" fmla="*/ 2271787 w 3181109"/>
                <a:gd name="connsiteY2" fmla="*/ 0 h 5403984"/>
                <a:gd name="connsiteX3" fmla="*/ 2728987 w 3181109"/>
                <a:gd name="connsiteY3" fmla="*/ 165100 h 5403984"/>
                <a:gd name="connsiteX4" fmla="*/ 3181109 w 3181109"/>
                <a:gd name="connsiteY4" fmla="*/ 283344 h 5403984"/>
                <a:gd name="connsiteX5" fmla="*/ 3181109 w 3181109"/>
                <a:gd name="connsiteY5" fmla="*/ 5403984 h 5403984"/>
                <a:gd name="connsiteX6" fmla="*/ 1051250 w 3181109"/>
                <a:gd name="connsiteY6" fmla="*/ 5403984 h 5403984"/>
                <a:gd name="connsiteX7" fmla="*/ 22550 w 3181109"/>
                <a:gd name="connsiteY7" fmla="*/ 1235844 h 5403984"/>
                <a:gd name="connsiteX0" fmla="*/ 11116 w 3169675"/>
                <a:gd name="connsiteY0" fmla="*/ 1235844 h 5403984"/>
                <a:gd name="connsiteX1" fmla="*/ 488703 w 3169675"/>
                <a:gd name="connsiteY1" fmla="*/ 1009650 h 5403984"/>
                <a:gd name="connsiteX2" fmla="*/ 2260353 w 3169675"/>
                <a:gd name="connsiteY2" fmla="*/ 0 h 5403984"/>
                <a:gd name="connsiteX3" fmla="*/ 2717553 w 3169675"/>
                <a:gd name="connsiteY3" fmla="*/ 165100 h 5403984"/>
                <a:gd name="connsiteX4" fmla="*/ 3169675 w 3169675"/>
                <a:gd name="connsiteY4" fmla="*/ 283344 h 5403984"/>
                <a:gd name="connsiteX5" fmla="*/ 3169675 w 3169675"/>
                <a:gd name="connsiteY5" fmla="*/ 5403984 h 5403984"/>
                <a:gd name="connsiteX6" fmla="*/ 1039816 w 3169675"/>
                <a:gd name="connsiteY6" fmla="*/ 5403984 h 5403984"/>
                <a:gd name="connsiteX7" fmla="*/ 11116 w 3169675"/>
                <a:gd name="connsiteY7" fmla="*/ 1235844 h 5403984"/>
                <a:gd name="connsiteX0" fmla="*/ 11116 w 3169675"/>
                <a:gd name="connsiteY0" fmla="*/ 1235844 h 5403984"/>
                <a:gd name="connsiteX1" fmla="*/ 488703 w 3169675"/>
                <a:gd name="connsiteY1" fmla="*/ 1009650 h 5403984"/>
                <a:gd name="connsiteX2" fmla="*/ 2260353 w 3169675"/>
                <a:gd name="connsiteY2" fmla="*/ 0 h 5403984"/>
                <a:gd name="connsiteX3" fmla="*/ 2717553 w 3169675"/>
                <a:gd name="connsiteY3" fmla="*/ 165100 h 5403984"/>
                <a:gd name="connsiteX4" fmla="*/ 3169675 w 3169675"/>
                <a:gd name="connsiteY4" fmla="*/ 283344 h 5403984"/>
                <a:gd name="connsiteX5" fmla="*/ 3169675 w 3169675"/>
                <a:gd name="connsiteY5" fmla="*/ 5403984 h 5403984"/>
                <a:gd name="connsiteX6" fmla="*/ 1039816 w 3169675"/>
                <a:gd name="connsiteY6" fmla="*/ 5403984 h 5403984"/>
                <a:gd name="connsiteX7" fmla="*/ 11116 w 3169675"/>
                <a:gd name="connsiteY7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2249237 w 3158559"/>
                <a:gd name="connsiteY2" fmla="*/ 0 h 5403984"/>
                <a:gd name="connsiteX3" fmla="*/ 2706437 w 3158559"/>
                <a:gd name="connsiteY3" fmla="*/ 165100 h 5403984"/>
                <a:gd name="connsiteX4" fmla="*/ 3158559 w 3158559"/>
                <a:gd name="connsiteY4" fmla="*/ 283344 h 5403984"/>
                <a:gd name="connsiteX5" fmla="*/ 3158559 w 3158559"/>
                <a:gd name="connsiteY5" fmla="*/ 5403984 h 5403984"/>
                <a:gd name="connsiteX6" fmla="*/ 1028700 w 3158559"/>
                <a:gd name="connsiteY6" fmla="*/ 5403984 h 5403984"/>
                <a:gd name="connsiteX7" fmla="*/ 0 w 3158559"/>
                <a:gd name="connsiteY7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90337 w 3158559"/>
                <a:gd name="connsiteY2" fmla="*/ 635000 h 5403984"/>
                <a:gd name="connsiteX3" fmla="*/ 2249237 w 3158559"/>
                <a:gd name="connsiteY3" fmla="*/ 0 h 5403984"/>
                <a:gd name="connsiteX4" fmla="*/ 2706437 w 3158559"/>
                <a:gd name="connsiteY4" fmla="*/ 165100 h 5403984"/>
                <a:gd name="connsiteX5" fmla="*/ 3158559 w 3158559"/>
                <a:gd name="connsiteY5" fmla="*/ 283344 h 5403984"/>
                <a:gd name="connsiteX6" fmla="*/ 3158559 w 3158559"/>
                <a:gd name="connsiteY6" fmla="*/ 5403984 h 5403984"/>
                <a:gd name="connsiteX7" fmla="*/ 1028700 w 3158559"/>
                <a:gd name="connsiteY7" fmla="*/ 5403984 h 5403984"/>
                <a:gd name="connsiteX8" fmla="*/ 0 w 3158559"/>
                <a:gd name="connsiteY8" fmla="*/ 1235844 h 5403984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90337 w 3158559"/>
                <a:gd name="connsiteY2" fmla="*/ 635016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90337 w 3158559"/>
                <a:gd name="connsiteY2" fmla="*/ 635016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62820 w 3158559"/>
                <a:gd name="connsiteY2" fmla="*/ 624433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0 h 5404000"/>
                <a:gd name="connsiteX1" fmla="*/ 477587 w 3158559"/>
                <a:gd name="connsiteY1" fmla="*/ 1009666 h 5404000"/>
                <a:gd name="connsiteX2" fmla="*/ 862820 w 3158559"/>
                <a:gd name="connsiteY2" fmla="*/ 624433 h 5404000"/>
                <a:gd name="connsiteX3" fmla="*/ 1099887 w 3158559"/>
                <a:gd name="connsiteY3" fmla="*/ 304816 h 5404000"/>
                <a:gd name="connsiteX4" fmla="*/ 2249237 w 3158559"/>
                <a:gd name="connsiteY4" fmla="*/ 16 h 5404000"/>
                <a:gd name="connsiteX5" fmla="*/ 2706437 w 3158559"/>
                <a:gd name="connsiteY5" fmla="*/ 165116 h 5404000"/>
                <a:gd name="connsiteX6" fmla="*/ 3158559 w 3158559"/>
                <a:gd name="connsiteY6" fmla="*/ 283360 h 5404000"/>
                <a:gd name="connsiteX7" fmla="*/ 3158559 w 3158559"/>
                <a:gd name="connsiteY7" fmla="*/ 5404000 h 5404000"/>
                <a:gd name="connsiteX8" fmla="*/ 1028700 w 3158559"/>
                <a:gd name="connsiteY8" fmla="*/ 5404000 h 5404000"/>
                <a:gd name="connsiteX9" fmla="*/ 0 w 3158559"/>
                <a:gd name="connsiteY9" fmla="*/ 1235860 h 5404000"/>
                <a:gd name="connsiteX0" fmla="*/ 0 w 3158559"/>
                <a:gd name="connsiteY0" fmla="*/ 1235861 h 5404001"/>
                <a:gd name="connsiteX1" fmla="*/ 477587 w 3158559"/>
                <a:gd name="connsiteY1" fmla="*/ 1009667 h 5404001"/>
                <a:gd name="connsiteX2" fmla="*/ 862820 w 3158559"/>
                <a:gd name="connsiteY2" fmla="*/ 624434 h 5404001"/>
                <a:gd name="connsiteX3" fmla="*/ 1051204 w 3158559"/>
                <a:gd name="connsiteY3" fmla="*/ 290001 h 5404001"/>
                <a:gd name="connsiteX4" fmla="*/ 2249237 w 3158559"/>
                <a:gd name="connsiteY4" fmla="*/ 17 h 5404001"/>
                <a:gd name="connsiteX5" fmla="*/ 2706437 w 3158559"/>
                <a:gd name="connsiteY5" fmla="*/ 165117 h 5404001"/>
                <a:gd name="connsiteX6" fmla="*/ 3158559 w 3158559"/>
                <a:gd name="connsiteY6" fmla="*/ 283361 h 5404001"/>
                <a:gd name="connsiteX7" fmla="*/ 3158559 w 3158559"/>
                <a:gd name="connsiteY7" fmla="*/ 5404001 h 5404001"/>
                <a:gd name="connsiteX8" fmla="*/ 1028700 w 3158559"/>
                <a:gd name="connsiteY8" fmla="*/ 5404001 h 5404001"/>
                <a:gd name="connsiteX9" fmla="*/ 0 w 3158559"/>
                <a:gd name="connsiteY9" fmla="*/ 1235861 h 5404001"/>
                <a:gd name="connsiteX0" fmla="*/ 0 w 3158559"/>
                <a:gd name="connsiteY0" fmla="*/ 1235861 h 5404001"/>
                <a:gd name="connsiteX1" fmla="*/ 477587 w 3158559"/>
                <a:gd name="connsiteY1" fmla="*/ 1009667 h 5404001"/>
                <a:gd name="connsiteX2" fmla="*/ 862820 w 3158559"/>
                <a:gd name="connsiteY2" fmla="*/ 624434 h 5404001"/>
                <a:gd name="connsiteX3" fmla="*/ 1051204 w 3158559"/>
                <a:gd name="connsiteY3" fmla="*/ 290001 h 5404001"/>
                <a:gd name="connsiteX4" fmla="*/ 2249237 w 3158559"/>
                <a:gd name="connsiteY4" fmla="*/ 17 h 5404001"/>
                <a:gd name="connsiteX5" fmla="*/ 2706437 w 3158559"/>
                <a:gd name="connsiteY5" fmla="*/ 165117 h 5404001"/>
                <a:gd name="connsiteX6" fmla="*/ 3158559 w 3158559"/>
                <a:gd name="connsiteY6" fmla="*/ 283361 h 5404001"/>
                <a:gd name="connsiteX7" fmla="*/ 3158559 w 3158559"/>
                <a:gd name="connsiteY7" fmla="*/ 5404001 h 5404001"/>
                <a:gd name="connsiteX8" fmla="*/ 1028700 w 3158559"/>
                <a:gd name="connsiteY8" fmla="*/ 5404001 h 5404001"/>
                <a:gd name="connsiteX9" fmla="*/ 0 w 3158559"/>
                <a:gd name="connsiteY9" fmla="*/ 1235861 h 5404001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5844 h 5403984"/>
                <a:gd name="connsiteX1" fmla="*/ 477587 w 3158559"/>
                <a:gd name="connsiteY1" fmla="*/ 1009650 h 5403984"/>
                <a:gd name="connsiteX2" fmla="*/ 862820 w 3158559"/>
                <a:gd name="connsiteY2" fmla="*/ 624417 h 5403984"/>
                <a:gd name="connsiteX3" fmla="*/ 1051204 w 3158559"/>
                <a:gd name="connsiteY3" fmla="*/ 289984 h 5403984"/>
                <a:gd name="connsiteX4" fmla="*/ 1391987 w 3158559"/>
                <a:gd name="connsiteY4" fmla="*/ 245534 h 5403984"/>
                <a:gd name="connsiteX5" fmla="*/ 2249237 w 3158559"/>
                <a:gd name="connsiteY5" fmla="*/ 0 h 5403984"/>
                <a:gd name="connsiteX6" fmla="*/ 2706437 w 3158559"/>
                <a:gd name="connsiteY6" fmla="*/ 165100 h 5403984"/>
                <a:gd name="connsiteX7" fmla="*/ 3158559 w 3158559"/>
                <a:gd name="connsiteY7" fmla="*/ 283344 h 5403984"/>
                <a:gd name="connsiteX8" fmla="*/ 3158559 w 3158559"/>
                <a:gd name="connsiteY8" fmla="*/ 5403984 h 5403984"/>
                <a:gd name="connsiteX9" fmla="*/ 1028700 w 3158559"/>
                <a:gd name="connsiteY9" fmla="*/ 5403984 h 5403984"/>
                <a:gd name="connsiteX10" fmla="*/ 0 w 3158559"/>
                <a:gd name="connsiteY10" fmla="*/ 1235844 h 5403984"/>
                <a:gd name="connsiteX0" fmla="*/ 0 w 3158559"/>
                <a:gd name="connsiteY0" fmla="*/ 1238001 h 5406141"/>
                <a:gd name="connsiteX1" fmla="*/ 477587 w 3158559"/>
                <a:gd name="connsiteY1" fmla="*/ 1011807 h 5406141"/>
                <a:gd name="connsiteX2" fmla="*/ 862820 w 3158559"/>
                <a:gd name="connsiteY2" fmla="*/ 626574 h 5406141"/>
                <a:gd name="connsiteX3" fmla="*/ 1051204 w 3158559"/>
                <a:gd name="connsiteY3" fmla="*/ 292141 h 5406141"/>
                <a:gd name="connsiteX4" fmla="*/ 1391987 w 3158559"/>
                <a:gd name="connsiteY4" fmla="*/ 247691 h 5406141"/>
                <a:gd name="connsiteX5" fmla="*/ 1688320 w 3158559"/>
                <a:gd name="connsiteY5" fmla="*/ 93174 h 5406141"/>
                <a:gd name="connsiteX6" fmla="*/ 2249237 w 3158559"/>
                <a:gd name="connsiteY6" fmla="*/ 2157 h 5406141"/>
                <a:gd name="connsiteX7" fmla="*/ 2706437 w 3158559"/>
                <a:gd name="connsiteY7" fmla="*/ 167257 h 5406141"/>
                <a:gd name="connsiteX8" fmla="*/ 3158559 w 3158559"/>
                <a:gd name="connsiteY8" fmla="*/ 285501 h 5406141"/>
                <a:gd name="connsiteX9" fmla="*/ 3158559 w 3158559"/>
                <a:gd name="connsiteY9" fmla="*/ 5406141 h 5406141"/>
                <a:gd name="connsiteX10" fmla="*/ 1028700 w 3158559"/>
                <a:gd name="connsiteY10" fmla="*/ 5406141 h 5406141"/>
                <a:gd name="connsiteX11" fmla="*/ 0 w 3158559"/>
                <a:gd name="connsiteY11" fmla="*/ 1238001 h 5406141"/>
                <a:gd name="connsiteX0" fmla="*/ 0 w 3158559"/>
                <a:gd name="connsiteY0" fmla="*/ 1238001 h 5406141"/>
                <a:gd name="connsiteX1" fmla="*/ 477587 w 3158559"/>
                <a:gd name="connsiteY1" fmla="*/ 1011807 h 5406141"/>
                <a:gd name="connsiteX2" fmla="*/ 862820 w 3158559"/>
                <a:gd name="connsiteY2" fmla="*/ 626574 h 5406141"/>
                <a:gd name="connsiteX3" fmla="*/ 1051204 w 3158559"/>
                <a:gd name="connsiteY3" fmla="*/ 292141 h 5406141"/>
                <a:gd name="connsiteX4" fmla="*/ 1391987 w 3158559"/>
                <a:gd name="connsiteY4" fmla="*/ 247691 h 5406141"/>
                <a:gd name="connsiteX5" fmla="*/ 1688320 w 3158559"/>
                <a:gd name="connsiteY5" fmla="*/ 93174 h 5406141"/>
                <a:gd name="connsiteX6" fmla="*/ 2249237 w 3158559"/>
                <a:gd name="connsiteY6" fmla="*/ 2157 h 5406141"/>
                <a:gd name="connsiteX7" fmla="*/ 2706437 w 3158559"/>
                <a:gd name="connsiteY7" fmla="*/ 167257 h 5406141"/>
                <a:gd name="connsiteX8" fmla="*/ 3158559 w 3158559"/>
                <a:gd name="connsiteY8" fmla="*/ 285501 h 5406141"/>
                <a:gd name="connsiteX9" fmla="*/ 3158559 w 3158559"/>
                <a:gd name="connsiteY9" fmla="*/ 5406141 h 5406141"/>
                <a:gd name="connsiteX10" fmla="*/ 1028700 w 3158559"/>
                <a:gd name="connsiteY10" fmla="*/ 5406141 h 5406141"/>
                <a:gd name="connsiteX11" fmla="*/ 0 w 3158559"/>
                <a:gd name="connsiteY11" fmla="*/ 1238001 h 5406141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37522 h 5405662"/>
                <a:gd name="connsiteX1" fmla="*/ 477587 w 3158559"/>
                <a:gd name="connsiteY1" fmla="*/ 1011328 h 5405662"/>
                <a:gd name="connsiteX2" fmla="*/ 862820 w 3158559"/>
                <a:gd name="connsiteY2" fmla="*/ 626095 h 5405662"/>
                <a:gd name="connsiteX3" fmla="*/ 1051204 w 3158559"/>
                <a:gd name="connsiteY3" fmla="*/ 291662 h 5405662"/>
                <a:gd name="connsiteX4" fmla="*/ 1391987 w 3158559"/>
                <a:gd name="connsiteY4" fmla="*/ 247212 h 5405662"/>
                <a:gd name="connsiteX5" fmla="*/ 1688320 w 3158559"/>
                <a:gd name="connsiteY5" fmla="*/ 92695 h 5405662"/>
                <a:gd name="connsiteX6" fmla="*/ 2029104 w 3158559"/>
                <a:gd name="connsiteY6" fmla="*/ 240862 h 5405662"/>
                <a:gd name="connsiteX7" fmla="*/ 2249237 w 3158559"/>
                <a:gd name="connsiteY7" fmla="*/ 1678 h 5405662"/>
                <a:gd name="connsiteX8" fmla="*/ 2706437 w 3158559"/>
                <a:gd name="connsiteY8" fmla="*/ 166778 h 5405662"/>
                <a:gd name="connsiteX9" fmla="*/ 3158559 w 3158559"/>
                <a:gd name="connsiteY9" fmla="*/ 285022 h 5405662"/>
                <a:gd name="connsiteX10" fmla="*/ 3158559 w 3158559"/>
                <a:gd name="connsiteY10" fmla="*/ 5405662 h 5405662"/>
                <a:gd name="connsiteX11" fmla="*/ 1028700 w 3158559"/>
                <a:gd name="connsiteY11" fmla="*/ 5405662 h 5405662"/>
                <a:gd name="connsiteX12" fmla="*/ 0 w 3158559"/>
                <a:gd name="connsiteY12" fmla="*/ 1237522 h 5405662"/>
                <a:gd name="connsiteX0" fmla="*/ 0 w 3158559"/>
                <a:gd name="connsiteY0" fmla="*/ 1271198 h 5439338"/>
                <a:gd name="connsiteX1" fmla="*/ 477587 w 3158559"/>
                <a:gd name="connsiteY1" fmla="*/ 1045004 h 5439338"/>
                <a:gd name="connsiteX2" fmla="*/ 862820 w 3158559"/>
                <a:gd name="connsiteY2" fmla="*/ 659771 h 5439338"/>
                <a:gd name="connsiteX3" fmla="*/ 1051204 w 3158559"/>
                <a:gd name="connsiteY3" fmla="*/ 325338 h 5439338"/>
                <a:gd name="connsiteX4" fmla="*/ 1391987 w 3158559"/>
                <a:gd name="connsiteY4" fmla="*/ 280888 h 5439338"/>
                <a:gd name="connsiteX5" fmla="*/ 1688320 w 3158559"/>
                <a:gd name="connsiteY5" fmla="*/ 126371 h 5439338"/>
                <a:gd name="connsiteX6" fmla="*/ 2029104 w 3158559"/>
                <a:gd name="connsiteY6" fmla="*/ 274538 h 5439338"/>
                <a:gd name="connsiteX7" fmla="*/ 2242887 w 3158559"/>
                <a:gd name="connsiteY7" fmla="*/ 1487 h 5439338"/>
                <a:gd name="connsiteX8" fmla="*/ 2706437 w 3158559"/>
                <a:gd name="connsiteY8" fmla="*/ 200454 h 5439338"/>
                <a:gd name="connsiteX9" fmla="*/ 3158559 w 3158559"/>
                <a:gd name="connsiteY9" fmla="*/ 318698 h 5439338"/>
                <a:gd name="connsiteX10" fmla="*/ 3158559 w 3158559"/>
                <a:gd name="connsiteY10" fmla="*/ 5439338 h 5439338"/>
                <a:gd name="connsiteX11" fmla="*/ 1028700 w 3158559"/>
                <a:gd name="connsiteY11" fmla="*/ 5439338 h 5439338"/>
                <a:gd name="connsiteX12" fmla="*/ 0 w 3158559"/>
                <a:gd name="connsiteY12" fmla="*/ 1271198 h 5439338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706437 w 3158559"/>
                <a:gd name="connsiteY8" fmla="*/ 198967 h 5437851"/>
                <a:gd name="connsiteX9" fmla="*/ 3158559 w 3158559"/>
                <a:gd name="connsiteY9" fmla="*/ 317211 h 5437851"/>
                <a:gd name="connsiteX10" fmla="*/ 3158559 w 3158559"/>
                <a:gd name="connsiteY10" fmla="*/ 5437851 h 5437851"/>
                <a:gd name="connsiteX11" fmla="*/ 1028700 w 3158559"/>
                <a:gd name="connsiteY11" fmla="*/ 5437851 h 5437851"/>
                <a:gd name="connsiteX12" fmla="*/ 0 w 3158559"/>
                <a:gd name="connsiteY12" fmla="*/ 1269711 h 5437851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706437 w 3158559"/>
                <a:gd name="connsiteY8" fmla="*/ 198967 h 5437851"/>
                <a:gd name="connsiteX9" fmla="*/ 3158559 w 3158559"/>
                <a:gd name="connsiteY9" fmla="*/ 317211 h 5437851"/>
                <a:gd name="connsiteX10" fmla="*/ 3158559 w 3158559"/>
                <a:gd name="connsiteY10" fmla="*/ 5437851 h 5437851"/>
                <a:gd name="connsiteX11" fmla="*/ 1028700 w 3158559"/>
                <a:gd name="connsiteY11" fmla="*/ 5437851 h 5437851"/>
                <a:gd name="connsiteX12" fmla="*/ 0 w 3158559"/>
                <a:gd name="connsiteY12" fmla="*/ 1269711 h 5437851"/>
                <a:gd name="connsiteX0" fmla="*/ 0 w 3158559"/>
                <a:gd name="connsiteY0" fmla="*/ 1283724 h 5451864"/>
                <a:gd name="connsiteX1" fmla="*/ 477587 w 3158559"/>
                <a:gd name="connsiteY1" fmla="*/ 1057530 h 5451864"/>
                <a:gd name="connsiteX2" fmla="*/ 862820 w 3158559"/>
                <a:gd name="connsiteY2" fmla="*/ 672297 h 5451864"/>
                <a:gd name="connsiteX3" fmla="*/ 1051204 w 3158559"/>
                <a:gd name="connsiteY3" fmla="*/ 337864 h 5451864"/>
                <a:gd name="connsiteX4" fmla="*/ 1391987 w 3158559"/>
                <a:gd name="connsiteY4" fmla="*/ 293414 h 5451864"/>
                <a:gd name="connsiteX5" fmla="*/ 1688320 w 3158559"/>
                <a:gd name="connsiteY5" fmla="*/ 138897 h 5451864"/>
                <a:gd name="connsiteX6" fmla="*/ 2029104 w 3158559"/>
                <a:gd name="connsiteY6" fmla="*/ 287064 h 5451864"/>
                <a:gd name="connsiteX7" fmla="*/ 2242887 w 3158559"/>
                <a:gd name="connsiteY7" fmla="*/ 14013 h 5451864"/>
                <a:gd name="connsiteX8" fmla="*/ 2463020 w 3158559"/>
                <a:gd name="connsiteY8" fmla="*/ 35180 h 5451864"/>
                <a:gd name="connsiteX9" fmla="*/ 2706437 w 3158559"/>
                <a:gd name="connsiteY9" fmla="*/ 212980 h 5451864"/>
                <a:gd name="connsiteX10" fmla="*/ 3158559 w 3158559"/>
                <a:gd name="connsiteY10" fmla="*/ 331224 h 5451864"/>
                <a:gd name="connsiteX11" fmla="*/ 3158559 w 3158559"/>
                <a:gd name="connsiteY11" fmla="*/ 5451864 h 5451864"/>
                <a:gd name="connsiteX12" fmla="*/ 1028700 w 3158559"/>
                <a:gd name="connsiteY12" fmla="*/ 5451864 h 5451864"/>
                <a:gd name="connsiteX13" fmla="*/ 0 w 3158559"/>
                <a:gd name="connsiteY13" fmla="*/ 1283724 h 5451864"/>
                <a:gd name="connsiteX0" fmla="*/ 0 w 3158559"/>
                <a:gd name="connsiteY0" fmla="*/ 1273476 h 5441616"/>
                <a:gd name="connsiteX1" fmla="*/ 477587 w 3158559"/>
                <a:gd name="connsiteY1" fmla="*/ 1047282 h 5441616"/>
                <a:gd name="connsiteX2" fmla="*/ 862820 w 3158559"/>
                <a:gd name="connsiteY2" fmla="*/ 662049 h 5441616"/>
                <a:gd name="connsiteX3" fmla="*/ 1051204 w 3158559"/>
                <a:gd name="connsiteY3" fmla="*/ 327616 h 5441616"/>
                <a:gd name="connsiteX4" fmla="*/ 1391987 w 3158559"/>
                <a:gd name="connsiteY4" fmla="*/ 283166 h 5441616"/>
                <a:gd name="connsiteX5" fmla="*/ 1688320 w 3158559"/>
                <a:gd name="connsiteY5" fmla="*/ 128649 h 5441616"/>
                <a:gd name="connsiteX6" fmla="*/ 2029104 w 3158559"/>
                <a:gd name="connsiteY6" fmla="*/ 276816 h 5441616"/>
                <a:gd name="connsiteX7" fmla="*/ 2242887 w 3158559"/>
                <a:gd name="connsiteY7" fmla="*/ 3765 h 5441616"/>
                <a:gd name="connsiteX8" fmla="*/ 2463020 w 3158559"/>
                <a:gd name="connsiteY8" fmla="*/ 24932 h 5441616"/>
                <a:gd name="connsiteX9" fmla="*/ 2706437 w 3158559"/>
                <a:gd name="connsiteY9" fmla="*/ 202732 h 5441616"/>
                <a:gd name="connsiteX10" fmla="*/ 3158559 w 3158559"/>
                <a:gd name="connsiteY10" fmla="*/ 320976 h 5441616"/>
                <a:gd name="connsiteX11" fmla="*/ 3158559 w 3158559"/>
                <a:gd name="connsiteY11" fmla="*/ 5441616 h 5441616"/>
                <a:gd name="connsiteX12" fmla="*/ 1028700 w 3158559"/>
                <a:gd name="connsiteY12" fmla="*/ 5441616 h 5441616"/>
                <a:gd name="connsiteX13" fmla="*/ 0 w 3158559"/>
                <a:gd name="connsiteY13" fmla="*/ 1273476 h 5441616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463020 w 3158559"/>
                <a:gd name="connsiteY8" fmla="*/ 21167 h 5437851"/>
                <a:gd name="connsiteX9" fmla="*/ 2706437 w 3158559"/>
                <a:gd name="connsiteY9" fmla="*/ 198967 h 5437851"/>
                <a:gd name="connsiteX10" fmla="*/ 3158559 w 3158559"/>
                <a:gd name="connsiteY10" fmla="*/ 317211 h 5437851"/>
                <a:gd name="connsiteX11" fmla="*/ 3158559 w 3158559"/>
                <a:gd name="connsiteY11" fmla="*/ 5437851 h 5437851"/>
                <a:gd name="connsiteX12" fmla="*/ 1028700 w 3158559"/>
                <a:gd name="connsiteY12" fmla="*/ 5437851 h 5437851"/>
                <a:gd name="connsiteX13" fmla="*/ 0 w 3158559"/>
                <a:gd name="connsiteY13" fmla="*/ 1269711 h 5437851"/>
                <a:gd name="connsiteX0" fmla="*/ 0 w 3158559"/>
                <a:gd name="connsiteY0" fmla="*/ 1269711 h 5437851"/>
                <a:gd name="connsiteX1" fmla="*/ 477587 w 3158559"/>
                <a:gd name="connsiteY1" fmla="*/ 1043517 h 5437851"/>
                <a:gd name="connsiteX2" fmla="*/ 862820 w 3158559"/>
                <a:gd name="connsiteY2" fmla="*/ 658284 h 5437851"/>
                <a:gd name="connsiteX3" fmla="*/ 1051204 w 3158559"/>
                <a:gd name="connsiteY3" fmla="*/ 323851 h 5437851"/>
                <a:gd name="connsiteX4" fmla="*/ 1391987 w 3158559"/>
                <a:gd name="connsiteY4" fmla="*/ 279401 h 5437851"/>
                <a:gd name="connsiteX5" fmla="*/ 1688320 w 3158559"/>
                <a:gd name="connsiteY5" fmla="*/ 124884 h 5437851"/>
                <a:gd name="connsiteX6" fmla="*/ 2029104 w 3158559"/>
                <a:gd name="connsiteY6" fmla="*/ 273051 h 5437851"/>
                <a:gd name="connsiteX7" fmla="*/ 2242887 w 3158559"/>
                <a:gd name="connsiteY7" fmla="*/ 0 h 5437851"/>
                <a:gd name="connsiteX8" fmla="*/ 2463020 w 3158559"/>
                <a:gd name="connsiteY8" fmla="*/ 21167 h 5437851"/>
                <a:gd name="connsiteX9" fmla="*/ 2706437 w 3158559"/>
                <a:gd name="connsiteY9" fmla="*/ 198967 h 5437851"/>
                <a:gd name="connsiteX10" fmla="*/ 3158559 w 3158559"/>
                <a:gd name="connsiteY10" fmla="*/ 317211 h 5437851"/>
                <a:gd name="connsiteX11" fmla="*/ 3158559 w 3158559"/>
                <a:gd name="connsiteY11" fmla="*/ 5437851 h 5437851"/>
                <a:gd name="connsiteX12" fmla="*/ 1028700 w 3158559"/>
                <a:gd name="connsiteY12" fmla="*/ 5437851 h 5437851"/>
                <a:gd name="connsiteX13" fmla="*/ 0 w 3158559"/>
                <a:gd name="connsiteY13" fmla="*/ 1269711 h 5437851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248544 h 5416684"/>
                <a:gd name="connsiteX1" fmla="*/ 477587 w 3158559"/>
                <a:gd name="connsiteY1" fmla="*/ 1022350 h 5416684"/>
                <a:gd name="connsiteX2" fmla="*/ 862820 w 3158559"/>
                <a:gd name="connsiteY2" fmla="*/ 637117 h 5416684"/>
                <a:gd name="connsiteX3" fmla="*/ 1051204 w 3158559"/>
                <a:gd name="connsiteY3" fmla="*/ 302684 h 5416684"/>
                <a:gd name="connsiteX4" fmla="*/ 1391987 w 3158559"/>
                <a:gd name="connsiteY4" fmla="*/ 258234 h 5416684"/>
                <a:gd name="connsiteX5" fmla="*/ 1688320 w 3158559"/>
                <a:gd name="connsiteY5" fmla="*/ 103717 h 5416684"/>
                <a:gd name="connsiteX6" fmla="*/ 2029104 w 3158559"/>
                <a:gd name="connsiteY6" fmla="*/ 251884 h 5416684"/>
                <a:gd name="connsiteX7" fmla="*/ 2602720 w 3158559"/>
                <a:gd name="connsiteY7" fmla="*/ 321733 h 5416684"/>
                <a:gd name="connsiteX8" fmla="*/ 2463020 w 3158559"/>
                <a:gd name="connsiteY8" fmla="*/ 0 h 5416684"/>
                <a:gd name="connsiteX9" fmla="*/ 2706437 w 3158559"/>
                <a:gd name="connsiteY9" fmla="*/ 177800 h 5416684"/>
                <a:gd name="connsiteX10" fmla="*/ 3158559 w 3158559"/>
                <a:gd name="connsiteY10" fmla="*/ 296044 h 5416684"/>
                <a:gd name="connsiteX11" fmla="*/ 3158559 w 3158559"/>
                <a:gd name="connsiteY11" fmla="*/ 5416684 h 5416684"/>
                <a:gd name="connsiteX12" fmla="*/ 1028700 w 3158559"/>
                <a:gd name="connsiteY12" fmla="*/ 5416684 h 5416684"/>
                <a:gd name="connsiteX13" fmla="*/ 0 w 3158559"/>
                <a:gd name="connsiteY13" fmla="*/ 1248544 h 5416684"/>
                <a:gd name="connsiteX0" fmla="*/ 0 w 3158559"/>
                <a:gd name="connsiteY0" fmla="*/ 1144827 h 5312967"/>
                <a:gd name="connsiteX1" fmla="*/ 477587 w 3158559"/>
                <a:gd name="connsiteY1" fmla="*/ 918633 h 5312967"/>
                <a:gd name="connsiteX2" fmla="*/ 862820 w 3158559"/>
                <a:gd name="connsiteY2" fmla="*/ 533400 h 5312967"/>
                <a:gd name="connsiteX3" fmla="*/ 1051204 w 3158559"/>
                <a:gd name="connsiteY3" fmla="*/ 198967 h 5312967"/>
                <a:gd name="connsiteX4" fmla="*/ 1391987 w 3158559"/>
                <a:gd name="connsiteY4" fmla="*/ 154517 h 5312967"/>
                <a:gd name="connsiteX5" fmla="*/ 1688320 w 3158559"/>
                <a:gd name="connsiteY5" fmla="*/ 0 h 5312967"/>
                <a:gd name="connsiteX6" fmla="*/ 2029104 w 3158559"/>
                <a:gd name="connsiteY6" fmla="*/ 148167 h 5312967"/>
                <a:gd name="connsiteX7" fmla="*/ 2602720 w 3158559"/>
                <a:gd name="connsiteY7" fmla="*/ 218016 h 5312967"/>
                <a:gd name="connsiteX8" fmla="*/ 2784753 w 3158559"/>
                <a:gd name="connsiteY8" fmla="*/ 260350 h 5312967"/>
                <a:gd name="connsiteX9" fmla="*/ 2706437 w 3158559"/>
                <a:gd name="connsiteY9" fmla="*/ 74083 h 5312967"/>
                <a:gd name="connsiteX10" fmla="*/ 3158559 w 3158559"/>
                <a:gd name="connsiteY10" fmla="*/ 192327 h 5312967"/>
                <a:gd name="connsiteX11" fmla="*/ 3158559 w 3158559"/>
                <a:gd name="connsiteY11" fmla="*/ 5312967 h 5312967"/>
                <a:gd name="connsiteX12" fmla="*/ 1028700 w 3158559"/>
                <a:gd name="connsiteY12" fmla="*/ 5312967 h 5312967"/>
                <a:gd name="connsiteX13" fmla="*/ 0 w 3158559"/>
                <a:gd name="connsiteY13" fmla="*/ 1144827 h 5312967"/>
                <a:gd name="connsiteX0" fmla="*/ 0 w 3158559"/>
                <a:gd name="connsiteY0" fmla="*/ 1144827 h 5312967"/>
                <a:gd name="connsiteX1" fmla="*/ 477587 w 3158559"/>
                <a:gd name="connsiteY1" fmla="*/ 918633 h 5312967"/>
                <a:gd name="connsiteX2" fmla="*/ 862820 w 3158559"/>
                <a:gd name="connsiteY2" fmla="*/ 533400 h 5312967"/>
                <a:gd name="connsiteX3" fmla="*/ 1051204 w 3158559"/>
                <a:gd name="connsiteY3" fmla="*/ 198967 h 5312967"/>
                <a:gd name="connsiteX4" fmla="*/ 1391987 w 3158559"/>
                <a:gd name="connsiteY4" fmla="*/ 154517 h 5312967"/>
                <a:gd name="connsiteX5" fmla="*/ 1688320 w 3158559"/>
                <a:gd name="connsiteY5" fmla="*/ 0 h 5312967"/>
                <a:gd name="connsiteX6" fmla="*/ 2029104 w 3158559"/>
                <a:gd name="connsiteY6" fmla="*/ 148167 h 5312967"/>
                <a:gd name="connsiteX7" fmla="*/ 2602720 w 3158559"/>
                <a:gd name="connsiteY7" fmla="*/ 218016 h 5312967"/>
                <a:gd name="connsiteX8" fmla="*/ 2784753 w 3158559"/>
                <a:gd name="connsiteY8" fmla="*/ 260350 h 5312967"/>
                <a:gd name="connsiteX9" fmla="*/ 3070504 w 3158559"/>
                <a:gd name="connsiteY9" fmla="*/ 179917 h 5312967"/>
                <a:gd name="connsiteX10" fmla="*/ 3158559 w 3158559"/>
                <a:gd name="connsiteY10" fmla="*/ 192327 h 5312967"/>
                <a:gd name="connsiteX11" fmla="*/ 3158559 w 3158559"/>
                <a:gd name="connsiteY11" fmla="*/ 5312967 h 5312967"/>
                <a:gd name="connsiteX12" fmla="*/ 1028700 w 3158559"/>
                <a:gd name="connsiteY12" fmla="*/ 5312967 h 5312967"/>
                <a:gd name="connsiteX13" fmla="*/ 0 w 3158559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2784753 w 3937493"/>
                <a:gd name="connsiteY8" fmla="*/ 260350 h 5312967"/>
                <a:gd name="connsiteX9" fmla="*/ 3070504 w 3937493"/>
                <a:gd name="connsiteY9" fmla="*/ 179917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2784753 w 3937493"/>
                <a:gd name="connsiteY8" fmla="*/ 2603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937493"/>
                <a:gd name="connsiteY0" fmla="*/ 1144827 h 5312967"/>
                <a:gd name="connsiteX1" fmla="*/ 477587 w 3937493"/>
                <a:gd name="connsiteY1" fmla="*/ 918633 h 5312967"/>
                <a:gd name="connsiteX2" fmla="*/ 862820 w 3937493"/>
                <a:gd name="connsiteY2" fmla="*/ 533400 h 5312967"/>
                <a:gd name="connsiteX3" fmla="*/ 1051204 w 3937493"/>
                <a:gd name="connsiteY3" fmla="*/ 198967 h 5312967"/>
                <a:gd name="connsiteX4" fmla="*/ 1391987 w 3937493"/>
                <a:gd name="connsiteY4" fmla="*/ 154517 h 5312967"/>
                <a:gd name="connsiteX5" fmla="*/ 1688320 w 3937493"/>
                <a:gd name="connsiteY5" fmla="*/ 0 h 5312967"/>
                <a:gd name="connsiteX6" fmla="*/ 2029104 w 3937493"/>
                <a:gd name="connsiteY6" fmla="*/ 148167 h 5312967"/>
                <a:gd name="connsiteX7" fmla="*/ 2602720 w 3937493"/>
                <a:gd name="connsiteY7" fmla="*/ 218016 h 5312967"/>
                <a:gd name="connsiteX8" fmla="*/ 3106487 w 3937493"/>
                <a:gd name="connsiteY8" fmla="*/ 146050 h 5312967"/>
                <a:gd name="connsiteX9" fmla="*/ 3413404 w 3937493"/>
                <a:gd name="connsiteY9" fmla="*/ 501650 h 5312967"/>
                <a:gd name="connsiteX10" fmla="*/ 3937493 w 3937493"/>
                <a:gd name="connsiteY10" fmla="*/ 755360 h 5312967"/>
                <a:gd name="connsiteX11" fmla="*/ 3158559 w 3937493"/>
                <a:gd name="connsiteY11" fmla="*/ 5312967 h 5312967"/>
                <a:gd name="connsiteX12" fmla="*/ 1028700 w 3937493"/>
                <a:gd name="connsiteY12" fmla="*/ 5312967 h 5312967"/>
                <a:gd name="connsiteX13" fmla="*/ 0 w 3937493"/>
                <a:gd name="connsiteY13" fmla="*/ 1144827 h 5312967"/>
                <a:gd name="connsiteX0" fmla="*/ 0 w 3423882"/>
                <a:gd name="connsiteY0" fmla="*/ 1144827 h 5312967"/>
                <a:gd name="connsiteX1" fmla="*/ 477587 w 3423882"/>
                <a:gd name="connsiteY1" fmla="*/ 918633 h 5312967"/>
                <a:gd name="connsiteX2" fmla="*/ 862820 w 3423882"/>
                <a:gd name="connsiteY2" fmla="*/ 533400 h 5312967"/>
                <a:gd name="connsiteX3" fmla="*/ 1051204 w 3423882"/>
                <a:gd name="connsiteY3" fmla="*/ 198967 h 5312967"/>
                <a:gd name="connsiteX4" fmla="*/ 1391987 w 3423882"/>
                <a:gd name="connsiteY4" fmla="*/ 154517 h 5312967"/>
                <a:gd name="connsiteX5" fmla="*/ 1688320 w 3423882"/>
                <a:gd name="connsiteY5" fmla="*/ 0 h 5312967"/>
                <a:gd name="connsiteX6" fmla="*/ 2029104 w 3423882"/>
                <a:gd name="connsiteY6" fmla="*/ 148167 h 5312967"/>
                <a:gd name="connsiteX7" fmla="*/ 2602720 w 3423882"/>
                <a:gd name="connsiteY7" fmla="*/ 218016 h 5312967"/>
                <a:gd name="connsiteX8" fmla="*/ 3106487 w 3423882"/>
                <a:gd name="connsiteY8" fmla="*/ 146050 h 5312967"/>
                <a:gd name="connsiteX9" fmla="*/ 3413404 w 3423882"/>
                <a:gd name="connsiteY9" fmla="*/ 501650 h 5312967"/>
                <a:gd name="connsiteX10" fmla="*/ 2794493 w 3423882"/>
                <a:gd name="connsiteY10" fmla="*/ 1187160 h 5312967"/>
                <a:gd name="connsiteX11" fmla="*/ 3158559 w 3423882"/>
                <a:gd name="connsiteY11" fmla="*/ 5312967 h 5312967"/>
                <a:gd name="connsiteX12" fmla="*/ 1028700 w 3423882"/>
                <a:gd name="connsiteY12" fmla="*/ 5312967 h 5312967"/>
                <a:gd name="connsiteX13" fmla="*/ 0 w 3423882"/>
                <a:gd name="connsiteY13" fmla="*/ 1144827 h 5312967"/>
                <a:gd name="connsiteX0" fmla="*/ 0 w 3423790"/>
                <a:gd name="connsiteY0" fmla="*/ 1144827 h 5312967"/>
                <a:gd name="connsiteX1" fmla="*/ 477587 w 3423790"/>
                <a:gd name="connsiteY1" fmla="*/ 918633 h 5312967"/>
                <a:gd name="connsiteX2" fmla="*/ 862820 w 3423790"/>
                <a:gd name="connsiteY2" fmla="*/ 533400 h 5312967"/>
                <a:gd name="connsiteX3" fmla="*/ 1051204 w 3423790"/>
                <a:gd name="connsiteY3" fmla="*/ 198967 h 5312967"/>
                <a:gd name="connsiteX4" fmla="*/ 1391987 w 3423790"/>
                <a:gd name="connsiteY4" fmla="*/ 154517 h 5312967"/>
                <a:gd name="connsiteX5" fmla="*/ 1688320 w 3423790"/>
                <a:gd name="connsiteY5" fmla="*/ 0 h 5312967"/>
                <a:gd name="connsiteX6" fmla="*/ 2029104 w 3423790"/>
                <a:gd name="connsiteY6" fmla="*/ 148167 h 5312967"/>
                <a:gd name="connsiteX7" fmla="*/ 2602720 w 3423790"/>
                <a:gd name="connsiteY7" fmla="*/ 218016 h 5312967"/>
                <a:gd name="connsiteX8" fmla="*/ 3106487 w 3423790"/>
                <a:gd name="connsiteY8" fmla="*/ 146050 h 5312967"/>
                <a:gd name="connsiteX9" fmla="*/ 3413404 w 3423790"/>
                <a:gd name="connsiteY9" fmla="*/ 501650 h 5312967"/>
                <a:gd name="connsiteX10" fmla="*/ 2786026 w 3423790"/>
                <a:gd name="connsiteY10" fmla="*/ 1178694 h 5312967"/>
                <a:gd name="connsiteX11" fmla="*/ 3158559 w 3423790"/>
                <a:gd name="connsiteY11" fmla="*/ 5312967 h 5312967"/>
                <a:gd name="connsiteX12" fmla="*/ 1028700 w 3423790"/>
                <a:gd name="connsiteY12" fmla="*/ 5312967 h 5312967"/>
                <a:gd name="connsiteX13" fmla="*/ 0 w 3423790"/>
                <a:gd name="connsiteY13" fmla="*/ 1144827 h 5312967"/>
                <a:gd name="connsiteX0" fmla="*/ 0 w 3413404"/>
                <a:gd name="connsiteY0" fmla="*/ 1144827 h 5312967"/>
                <a:gd name="connsiteX1" fmla="*/ 477587 w 3413404"/>
                <a:gd name="connsiteY1" fmla="*/ 918633 h 5312967"/>
                <a:gd name="connsiteX2" fmla="*/ 862820 w 3413404"/>
                <a:gd name="connsiteY2" fmla="*/ 533400 h 5312967"/>
                <a:gd name="connsiteX3" fmla="*/ 1051204 w 3413404"/>
                <a:gd name="connsiteY3" fmla="*/ 198967 h 5312967"/>
                <a:gd name="connsiteX4" fmla="*/ 1391987 w 3413404"/>
                <a:gd name="connsiteY4" fmla="*/ 154517 h 5312967"/>
                <a:gd name="connsiteX5" fmla="*/ 1688320 w 3413404"/>
                <a:gd name="connsiteY5" fmla="*/ 0 h 5312967"/>
                <a:gd name="connsiteX6" fmla="*/ 2029104 w 3413404"/>
                <a:gd name="connsiteY6" fmla="*/ 148167 h 5312967"/>
                <a:gd name="connsiteX7" fmla="*/ 2602720 w 3413404"/>
                <a:gd name="connsiteY7" fmla="*/ 218016 h 5312967"/>
                <a:gd name="connsiteX8" fmla="*/ 3106487 w 3413404"/>
                <a:gd name="connsiteY8" fmla="*/ 146050 h 5312967"/>
                <a:gd name="connsiteX9" fmla="*/ 3413404 w 3413404"/>
                <a:gd name="connsiteY9" fmla="*/ 501650 h 5312967"/>
                <a:gd name="connsiteX10" fmla="*/ 2786026 w 3413404"/>
                <a:gd name="connsiteY10" fmla="*/ 1178694 h 5312967"/>
                <a:gd name="connsiteX11" fmla="*/ 3158559 w 3413404"/>
                <a:gd name="connsiteY11" fmla="*/ 5312967 h 5312967"/>
                <a:gd name="connsiteX12" fmla="*/ 1028700 w 3413404"/>
                <a:gd name="connsiteY12" fmla="*/ 5312967 h 5312967"/>
                <a:gd name="connsiteX13" fmla="*/ 0 w 3413404"/>
                <a:gd name="connsiteY13" fmla="*/ 1144827 h 5312967"/>
                <a:gd name="connsiteX0" fmla="*/ 0 w 3413404"/>
                <a:gd name="connsiteY0" fmla="*/ 1144827 h 5312967"/>
                <a:gd name="connsiteX1" fmla="*/ 477587 w 3413404"/>
                <a:gd name="connsiteY1" fmla="*/ 918633 h 5312967"/>
                <a:gd name="connsiteX2" fmla="*/ 862820 w 3413404"/>
                <a:gd name="connsiteY2" fmla="*/ 533400 h 5312967"/>
                <a:gd name="connsiteX3" fmla="*/ 1051204 w 3413404"/>
                <a:gd name="connsiteY3" fmla="*/ 198967 h 5312967"/>
                <a:gd name="connsiteX4" fmla="*/ 1391987 w 3413404"/>
                <a:gd name="connsiteY4" fmla="*/ 154517 h 5312967"/>
                <a:gd name="connsiteX5" fmla="*/ 1688320 w 3413404"/>
                <a:gd name="connsiteY5" fmla="*/ 0 h 5312967"/>
                <a:gd name="connsiteX6" fmla="*/ 2029104 w 3413404"/>
                <a:gd name="connsiteY6" fmla="*/ 148167 h 5312967"/>
                <a:gd name="connsiteX7" fmla="*/ 2602720 w 3413404"/>
                <a:gd name="connsiteY7" fmla="*/ 218016 h 5312967"/>
                <a:gd name="connsiteX8" fmla="*/ 3106487 w 3413404"/>
                <a:gd name="connsiteY8" fmla="*/ 146050 h 5312967"/>
                <a:gd name="connsiteX9" fmla="*/ 3413404 w 3413404"/>
                <a:gd name="connsiteY9" fmla="*/ 501650 h 5312967"/>
                <a:gd name="connsiteX10" fmla="*/ 2786026 w 3413404"/>
                <a:gd name="connsiteY10" fmla="*/ 1178694 h 5312967"/>
                <a:gd name="connsiteX11" fmla="*/ 2261092 w 3413404"/>
                <a:gd name="connsiteY11" fmla="*/ 2747567 h 5312967"/>
                <a:gd name="connsiteX12" fmla="*/ 1028700 w 3413404"/>
                <a:gd name="connsiteY12" fmla="*/ 5312967 h 5312967"/>
                <a:gd name="connsiteX13" fmla="*/ 0 w 3413404"/>
                <a:gd name="connsiteY13" fmla="*/ 1144827 h 5312967"/>
                <a:gd name="connsiteX0" fmla="*/ 0 w 3413404"/>
                <a:gd name="connsiteY0" fmla="*/ 1144827 h 2747567"/>
                <a:gd name="connsiteX1" fmla="*/ 477587 w 3413404"/>
                <a:gd name="connsiteY1" fmla="*/ 918633 h 2747567"/>
                <a:gd name="connsiteX2" fmla="*/ 862820 w 3413404"/>
                <a:gd name="connsiteY2" fmla="*/ 533400 h 2747567"/>
                <a:gd name="connsiteX3" fmla="*/ 1051204 w 3413404"/>
                <a:gd name="connsiteY3" fmla="*/ 198967 h 2747567"/>
                <a:gd name="connsiteX4" fmla="*/ 1391987 w 3413404"/>
                <a:gd name="connsiteY4" fmla="*/ 154517 h 2747567"/>
                <a:gd name="connsiteX5" fmla="*/ 1688320 w 3413404"/>
                <a:gd name="connsiteY5" fmla="*/ 0 h 2747567"/>
                <a:gd name="connsiteX6" fmla="*/ 2029104 w 3413404"/>
                <a:gd name="connsiteY6" fmla="*/ 148167 h 2747567"/>
                <a:gd name="connsiteX7" fmla="*/ 2602720 w 3413404"/>
                <a:gd name="connsiteY7" fmla="*/ 218016 h 2747567"/>
                <a:gd name="connsiteX8" fmla="*/ 3106487 w 3413404"/>
                <a:gd name="connsiteY8" fmla="*/ 146050 h 2747567"/>
                <a:gd name="connsiteX9" fmla="*/ 3413404 w 3413404"/>
                <a:gd name="connsiteY9" fmla="*/ 501650 h 2747567"/>
                <a:gd name="connsiteX10" fmla="*/ 2786026 w 3413404"/>
                <a:gd name="connsiteY10" fmla="*/ 1178694 h 2747567"/>
                <a:gd name="connsiteX11" fmla="*/ 2261092 w 3413404"/>
                <a:gd name="connsiteY11" fmla="*/ 2747567 h 2747567"/>
                <a:gd name="connsiteX12" fmla="*/ 901700 w 3413404"/>
                <a:gd name="connsiteY12" fmla="*/ 1773900 h 2747567"/>
                <a:gd name="connsiteX13" fmla="*/ 0 w 3413404"/>
                <a:gd name="connsiteY13" fmla="*/ 1144827 h 2747567"/>
                <a:gd name="connsiteX0" fmla="*/ 0 w 3413404"/>
                <a:gd name="connsiteY0" fmla="*/ 1144827 h 2772967"/>
                <a:gd name="connsiteX1" fmla="*/ 477587 w 3413404"/>
                <a:gd name="connsiteY1" fmla="*/ 918633 h 2772967"/>
                <a:gd name="connsiteX2" fmla="*/ 862820 w 3413404"/>
                <a:gd name="connsiteY2" fmla="*/ 533400 h 2772967"/>
                <a:gd name="connsiteX3" fmla="*/ 1051204 w 3413404"/>
                <a:gd name="connsiteY3" fmla="*/ 198967 h 2772967"/>
                <a:gd name="connsiteX4" fmla="*/ 1391987 w 3413404"/>
                <a:gd name="connsiteY4" fmla="*/ 154517 h 2772967"/>
                <a:gd name="connsiteX5" fmla="*/ 1688320 w 3413404"/>
                <a:gd name="connsiteY5" fmla="*/ 0 h 2772967"/>
                <a:gd name="connsiteX6" fmla="*/ 2029104 w 3413404"/>
                <a:gd name="connsiteY6" fmla="*/ 148167 h 2772967"/>
                <a:gd name="connsiteX7" fmla="*/ 2602720 w 3413404"/>
                <a:gd name="connsiteY7" fmla="*/ 218016 h 2772967"/>
                <a:gd name="connsiteX8" fmla="*/ 3106487 w 3413404"/>
                <a:gd name="connsiteY8" fmla="*/ 146050 h 2772967"/>
                <a:gd name="connsiteX9" fmla="*/ 3413404 w 3413404"/>
                <a:gd name="connsiteY9" fmla="*/ 501650 h 2772967"/>
                <a:gd name="connsiteX10" fmla="*/ 2786026 w 3413404"/>
                <a:gd name="connsiteY10" fmla="*/ 1178694 h 2772967"/>
                <a:gd name="connsiteX11" fmla="*/ 2244159 w 3413404"/>
                <a:gd name="connsiteY11" fmla="*/ 2772967 h 2772967"/>
                <a:gd name="connsiteX12" fmla="*/ 901700 w 3413404"/>
                <a:gd name="connsiteY12" fmla="*/ 1773900 h 2772967"/>
                <a:gd name="connsiteX13" fmla="*/ 0 w 3413404"/>
                <a:gd name="connsiteY13" fmla="*/ 1144827 h 2772967"/>
                <a:gd name="connsiteX0" fmla="*/ 130715 w 2942986"/>
                <a:gd name="connsiteY0" fmla="*/ 1364961 h 2772967"/>
                <a:gd name="connsiteX1" fmla="*/ 7169 w 2942986"/>
                <a:gd name="connsiteY1" fmla="*/ 918633 h 2772967"/>
                <a:gd name="connsiteX2" fmla="*/ 392402 w 2942986"/>
                <a:gd name="connsiteY2" fmla="*/ 533400 h 2772967"/>
                <a:gd name="connsiteX3" fmla="*/ 580786 w 2942986"/>
                <a:gd name="connsiteY3" fmla="*/ 198967 h 2772967"/>
                <a:gd name="connsiteX4" fmla="*/ 921569 w 2942986"/>
                <a:gd name="connsiteY4" fmla="*/ 154517 h 2772967"/>
                <a:gd name="connsiteX5" fmla="*/ 1217902 w 2942986"/>
                <a:gd name="connsiteY5" fmla="*/ 0 h 2772967"/>
                <a:gd name="connsiteX6" fmla="*/ 1558686 w 2942986"/>
                <a:gd name="connsiteY6" fmla="*/ 148167 h 2772967"/>
                <a:gd name="connsiteX7" fmla="*/ 2132302 w 2942986"/>
                <a:gd name="connsiteY7" fmla="*/ 218016 h 2772967"/>
                <a:gd name="connsiteX8" fmla="*/ 2636069 w 2942986"/>
                <a:gd name="connsiteY8" fmla="*/ 146050 h 2772967"/>
                <a:gd name="connsiteX9" fmla="*/ 2942986 w 2942986"/>
                <a:gd name="connsiteY9" fmla="*/ 501650 h 2772967"/>
                <a:gd name="connsiteX10" fmla="*/ 2315608 w 2942986"/>
                <a:gd name="connsiteY10" fmla="*/ 1178694 h 2772967"/>
                <a:gd name="connsiteX11" fmla="*/ 1773741 w 2942986"/>
                <a:gd name="connsiteY11" fmla="*/ 2772967 h 2772967"/>
                <a:gd name="connsiteX12" fmla="*/ 431282 w 2942986"/>
                <a:gd name="connsiteY12" fmla="*/ 1773900 h 2772967"/>
                <a:gd name="connsiteX13" fmla="*/ 130715 w 2942986"/>
                <a:gd name="connsiteY13" fmla="*/ 1364961 h 2772967"/>
                <a:gd name="connsiteX0" fmla="*/ 424113 w 2935817"/>
                <a:gd name="connsiteY0" fmla="*/ 177390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424113 w 2935817"/>
                <a:gd name="connsiteY12" fmla="*/ 1773900 h 2772967"/>
                <a:gd name="connsiteX0" fmla="*/ 424113 w 2935817"/>
                <a:gd name="connsiteY0" fmla="*/ 177390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424113 w 2935817"/>
                <a:gd name="connsiteY12" fmla="*/ 1773900 h 2772967"/>
                <a:gd name="connsiteX0" fmla="*/ 388553 w 2935817"/>
                <a:gd name="connsiteY0" fmla="*/ 178406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388553 w 2935817"/>
                <a:gd name="connsiteY12" fmla="*/ 1784060 h 2772967"/>
                <a:gd name="connsiteX0" fmla="*/ 388553 w 2935817"/>
                <a:gd name="connsiteY0" fmla="*/ 1784060 h 2772967"/>
                <a:gd name="connsiteX1" fmla="*/ 0 w 2935817"/>
                <a:gd name="connsiteY1" fmla="*/ 918633 h 2772967"/>
                <a:gd name="connsiteX2" fmla="*/ 385233 w 2935817"/>
                <a:gd name="connsiteY2" fmla="*/ 533400 h 2772967"/>
                <a:gd name="connsiteX3" fmla="*/ 573617 w 2935817"/>
                <a:gd name="connsiteY3" fmla="*/ 198967 h 2772967"/>
                <a:gd name="connsiteX4" fmla="*/ 914400 w 2935817"/>
                <a:gd name="connsiteY4" fmla="*/ 154517 h 2772967"/>
                <a:gd name="connsiteX5" fmla="*/ 1210733 w 2935817"/>
                <a:gd name="connsiteY5" fmla="*/ 0 h 2772967"/>
                <a:gd name="connsiteX6" fmla="*/ 1551517 w 2935817"/>
                <a:gd name="connsiteY6" fmla="*/ 148167 h 2772967"/>
                <a:gd name="connsiteX7" fmla="*/ 2125133 w 2935817"/>
                <a:gd name="connsiteY7" fmla="*/ 218016 h 2772967"/>
                <a:gd name="connsiteX8" fmla="*/ 2628900 w 2935817"/>
                <a:gd name="connsiteY8" fmla="*/ 146050 h 2772967"/>
                <a:gd name="connsiteX9" fmla="*/ 2935817 w 2935817"/>
                <a:gd name="connsiteY9" fmla="*/ 501650 h 2772967"/>
                <a:gd name="connsiteX10" fmla="*/ 2308439 w 2935817"/>
                <a:gd name="connsiteY10" fmla="*/ 1178694 h 2772967"/>
                <a:gd name="connsiteX11" fmla="*/ 1766572 w 2935817"/>
                <a:gd name="connsiteY11" fmla="*/ 2772967 h 2772967"/>
                <a:gd name="connsiteX12" fmla="*/ 388553 w 293581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593937 w 2956137"/>
                <a:gd name="connsiteY3" fmla="*/ 19896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593937 w 2956137"/>
                <a:gd name="connsiteY3" fmla="*/ 19896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17177 w 2956137"/>
                <a:gd name="connsiteY3" fmla="*/ 75268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28759 w 2956137"/>
                <a:gd name="connsiteY10" fmla="*/ 117869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08439 w 2956137"/>
                <a:gd name="connsiteY10" fmla="*/ 116853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08873 w 2956137"/>
                <a:gd name="connsiteY0" fmla="*/ 1784060 h 2772967"/>
                <a:gd name="connsiteX1" fmla="*/ 0 w 2956137"/>
                <a:gd name="connsiteY1" fmla="*/ 938953 h 2772967"/>
                <a:gd name="connsiteX2" fmla="*/ 405553 w 2956137"/>
                <a:gd name="connsiteY2" fmla="*/ 533400 h 2772967"/>
                <a:gd name="connsiteX3" fmla="*/ 1122257 w 2956137"/>
                <a:gd name="connsiteY3" fmla="*/ 773007 h 2772967"/>
                <a:gd name="connsiteX4" fmla="*/ 934720 w 2956137"/>
                <a:gd name="connsiteY4" fmla="*/ 154517 h 2772967"/>
                <a:gd name="connsiteX5" fmla="*/ 1231053 w 2956137"/>
                <a:gd name="connsiteY5" fmla="*/ 0 h 2772967"/>
                <a:gd name="connsiteX6" fmla="*/ 1571837 w 2956137"/>
                <a:gd name="connsiteY6" fmla="*/ 148167 h 2772967"/>
                <a:gd name="connsiteX7" fmla="*/ 2145453 w 2956137"/>
                <a:gd name="connsiteY7" fmla="*/ 218016 h 2772967"/>
                <a:gd name="connsiteX8" fmla="*/ 2649220 w 2956137"/>
                <a:gd name="connsiteY8" fmla="*/ 146050 h 2772967"/>
                <a:gd name="connsiteX9" fmla="*/ 2956137 w 2956137"/>
                <a:gd name="connsiteY9" fmla="*/ 501650 h 2772967"/>
                <a:gd name="connsiteX10" fmla="*/ 2308439 w 2956137"/>
                <a:gd name="connsiteY10" fmla="*/ 1168534 h 2772967"/>
                <a:gd name="connsiteX11" fmla="*/ 1786892 w 2956137"/>
                <a:gd name="connsiteY11" fmla="*/ 2772967 h 2772967"/>
                <a:gd name="connsiteX12" fmla="*/ 408873 w 2956137"/>
                <a:gd name="connsiteY12" fmla="*/ 1784060 h 2772967"/>
                <a:gd name="connsiteX0" fmla="*/ 413082 w 2960346"/>
                <a:gd name="connsiteY0" fmla="*/ 1784060 h 2772967"/>
                <a:gd name="connsiteX1" fmla="*/ 4209 w 2960346"/>
                <a:gd name="connsiteY1" fmla="*/ 938953 h 2772967"/>
                <a:gd name="connsiteX2" fmla="*/ 130261 w 2960346"/>
                <a:gd name="connsiteY2" fmla="*/ 448310 h 2772967"/>
                <a:gd name="connsiteX3" fmla="*/ 409762 w 2960346"/>
                <a:gd name="connsiteY3" fmla="*/ 533400 h 2772967"/>
                <a:gd name="connsiteX4" fmla="*/ 1126466 w 2960346"/>
                <a:gd name="connsiteY4" fmla="*/ 773007 h 2772967"/>
                <a:gd name="connsiteX5" fmla="*/ 938929 w 2960346"/>
                <a:gd name="connsiteY5" fmla="*/ 154517 h 2772967"/>
                <a:gd name="connsiteX6" fmla="*/ 1235262 w 2960346"/>
                <a:gd name="connsiteY6" fmla="*/ 0 h 2772967"/>
                <a:gd name="connsiteX7" fmla="*/ 1576046 w 2960346"/>
                <a:gd name="connsiteY7" fmla="*/ 148167 h 2772967"/>
                <a:gd name="connsiteX8" fmla="*/ 2149662 w 2960346"/>
                <a:gd name="connsiteY8" fmla="*/ 218016 h 2772967"/>
                <a:gd name="connsiteX9" fmla="*/ 2653429 w 2960346"/>
                <a:gd name="connsiteY9" fmla="*/ 146050 h 2772967"/>
                <a:gd name="connsiteX10" fmla="*/ 2960346 w 2960346"/>
                <a:gd name="connsiteY10" fmla="*/ 501650 h 2772967"/>
                <a:gd name="connsiteX11" fmla="*/ 2312648 w 2960346"/>
                <a:gd name="connsiteY11" fmla="*/ 1168534 h 2772967"/>
                <a:gd name="connsiteX12" fmla="*/ 1791101 w 2960346"/>
                <a:gd name="connsiteY12" fmla="*/ 2772967 h 2772967"/>
                <a:gd name="connsiteX13" fmla="*/ 413082 w 2960346"/>
                <a:gd name="connsiteY13" fmla="*/ 1784060 h 2772967"/>
                <a:gd name="connsiteX0" fmla="*/ 503556 w 3050820"/>
                <a:gd name="connsiteY0" fmla="*/ 1784060 h 2772967"/>
                <a:gd name="connsiteX1" fmla="*/ 94683 w 3050820"/>
                <a:gd name="connsiteY1" fmla="*/ 938953 h 2772967"/>
                <a:gd name="connsiteX2" fmla="*/ 4835 w 3050820"/>
                <a:gd name="connsiteY2" fmla="*/ 579543 h 2772967"/>
                <a:gd name="connsiteX3" fmla="*/ 220735 w 3050820"/>
                <a:gd name="connsiteY3" fmla="*/ 448310 h 2772967"/>
                <a:gd name="connsiteX4" fmla="*/ 500236 w 3050820"/>
                <a:gd name="connsiteY4" fmla="*/ 533400 h 2772967"/>
                <a:gd name="connsiteX5" fmla="*/ 1216940 w 3050820"/>
                <a:gd name="connsiteY5" fmla="*/ 773007 h 2772967"/>
                <a:gd name="connsiteX6" fmla="*/ 1029403 w 3050820"/>
                <a:gd name="connsiteY6" fmla="*/ 154517 h 2772967"/>
                <a:gd name="connsiteX7" fmla="*/ 1325736 w 3050820"/>
                <a:gd name="connsiteY7" fmla="*/ 0 h 2772967"/>
                <a:gd name="connsiteX8" fmla="*/ 1666520 w 3050820"/>
                <a:gd name="connsiteY8" fmla="*/ 148167 h 2772967"/>
                <a:gd name="connsiteX9" fmla="*/ 2240136 w 3050820"/>
                <a:gd name="connsiteY9" fmla="*/ 218016 h 2772967"/>
                <a:gd name="connsiteX10" fmla="*/ 2743903 w 3050820"/>
                <a:gd name="connsiteY10" fmla="*/ 146050 h 2772967"/>
                <a:gd name="connsiteX11" fmla="*/ 3050820 w 3050820"/>
                <a:gd name="connsiteY11" fmla="*/ 501650 h 2772967"/>
                <a:gd name="connsiteX12" fmla="*/ 2403122 w 3050820"/>
                <a:gd name="connsiteY12" fmla="*/ 1168534 h 2772967"/>
                <a:gd name="connsiteX13" fmla="*/ 1881575 w 3050820"/>
                <a:gd name="connsiteY13" fmla="*/ 2772967 h 2772967"/>
                <a:gd name="connsiteX14" fmla="*/ 503556 w 3050820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215900 w 3045985"/>
                <a:gd name="connsiteY3" fmla="*/ 44831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215900 w 3045985"/>
                <a:gd name="connsiteY3" fmla="*/ 44831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1212105 w 3045985"/>
                <a:gd name="connsiteY5" fmla="*/ 7730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709185 w 3045985"/>
                <a:gd name="connsiteY5" fmla="*/ 22944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693945 w 3045985"/>
                <a:gd name="connsiteY5" fmla="*/ 2142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784060 h 2772967"/>
                <a:gd name="connsiteX1" fmla="*/ 89848 w 3045985"/>
                <a:gd name="connsiteY1" fmla="*/ 938953 h 2772967"/>
                <a:gd name="connsiteX2" fmla="*/ 0 w 3045985"/>
                <a:gd name="connsiteY2" fmla="*/ 579543 h 2772967"/>
                <a:gd name="connsiteX3" fmla="*/ 165100 w 3045985"/>
                <a:gd name="connsiteY3" fmla="*/ 441960 h 2772967"/>
                <a:gd name="connsiteX4" fmla="*/ 495401 w 3045985"/>
                <a:gd name="connsiteY4" fmla="*/ 533400 h 2772967"/>
                <a:gd name="connsiteX5" fmla="*/ 693945 w 3045985"/>
                <a:gd name="connsiteY5" fmla="*/ 214207 h 2772967"/>
                <a:gd name="connsiteX6" fmla="*/ 1024568 w 3045985"/>
                <a:gd name="connsiteY6" fmla="*/ 154517 h 2772967"/>
                <a:gd name="connsiteX7" fmla="*/ 1320901 w 3045985"/>
                <a:gd name="connsiteY7" fmla="*/ 0 h 2772967"/>
                <a:gd name="connsiteX8" fmla="*/ 1661685 w 3045985"/>
                <a:gd name="connsiteY8" fmla="*/ 148167 h 2772967"/>
                <a:gd name="connsiteX9" fmla="*/ 2235301 w 3045985"/>
                <a:gd name="connsiteY9" fmla="*/ 218016 h 2772967"/>
                <a:gd name="connsiteX10" fmla="*/ 2739068 w 3045985"/>
                <a:gd name="connsiteY10" fmla="*/ 146050 h 2772967"/>
                <a:gd name="connsiteX11" fmla="*/ 3045985 w 3045985"/>
                <a:gd name="connsiteY11" fmla="*/ 501650 h 2772967"/>
                <a:gd name="connsiteX12" fmla="*/ 2398287 w 3045985"/>
                <a:gd name="connsiteY12" fmla="*/ 1168534 h 2772967"/>
                <a:gd name="connsiteX13" fmla="*/ 1876740 w 3045985"/>
                <a:gd name="connsiteY13" fmla="*/ 2772967 h 2772967"/>
                <a:gd name="connsiteX14" fmla="*/ 498721 w 3045985"/>
                <a:gd name="connsiteY14" fmla="*/ 1784060 h 2772967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53202 h 2842109"/>
                <a:gd name="connsiteX1" fmla="*/ 89848 w 3045985"/>
                <a:gd name="connsiteY1" fmla="*/ 1008095 h 2842109"/>
                <a:gd name="connsiteX2" fmla="*/ 0 w 3045985"/>
                <a:gd name="connsiteY2" fmla="*/ 648685 h 2842109"/>
                <a:gd name="connsiteX3" fmla="*/ 165100 w 3045985"/>
                <a:gd name="connsiteY3" fmla="*/ 511102 h 2842109"/>
                <a:gd name="connsiteX4" fmla="*/ 495401 w 3045985"/>
                <a:gd name="connsiteY4" fmla="*/ 602542 h 2842109"/>
                <a:gd name="connsiteX5" fmla="*/ 693945 w 3045985"/>
                <a:gd name="connsiteY5" fmla="*/ 283349 h 2842109"/>
                <a:gd name="connsiteX6" fmla="*/ 1024568 w 3045985"/>
                <a:gd name="connsiteY6" fmla="*/ 223659 h 2842109"/>
                <a:gd name="connsiteX7" fmla="*/ 1320901 w 3045985"/>
                <a:gd name="connsiteY7" fmla="*/ 69142 h 2842109"/>
                <a:gd name="connsiteX8" fmla="*/ 1661685 w 3045985"/>
                <a:gd name="connsiteY8" fmla="*/ 217309 h 2842109"/>
                <a:gd name="connsiteX9" fmla="*/ 2235301 w 3045985"/>
                <a:gd name="connsiteY9" fmla="*/ 287158 h 2842109"/>
                <a:gd name="connsiteX10" fmla="*/ 2406650 w 3045985"/>
                <a:gd name="connsiteY10" fmla="*/ 562 h 2842109"/>
                <a:gd name="connsiteX11" fmla="*/ 2739068 w 3045985"/>
                <a:gd name="connsiteY11" fmla="*/ 215192 h 2842109"/>
                <a:gd name="connsiteX12" fmla="*/ 3045985 w 3045985"/>
                <a:gd name="connsiteY12" fmla="*/ 570792 h 2842109"/>
                <a:gd name="connsiteX13" fmla="*/ 2398287 w 3045985"/>
                <a:gd name="connsiteY13" fmla="*/ 1237676 h 2842109"/>
                <a:gd name="connsiteX14" fmla="*/ 1876740 w 3045985"/>
                <a:gd name="connsiteY14" fmla="*/ 2842109 h 2842109"/>
                <a:gd name="connsiteX15" fmla="*/ 498721 w 3045985"/>
                <a:gd name="connsiteY15" fmla="*/ 1853202 h 2842109"/>
                <a:gd name="connsiteX0" fmla="*/ 498721 w 3045985"/>
                <a:gd name="connsiteY0" fmla="*/ 1869083 h 2857990"/>
                <a:gd name="connsiteX1" fmla="*/ 89848 w 3045985"/>
                <a:gd name="connsiteY1" fmla="*/ 1023976 h 2857990"/>
                <a:gd name="connsiteX2" fmla="*/ 0 w 3045985"/>
                <a:gd name="connsiteY2" fmla="*/ 664566 h 2857990"/>
                <a:gd name="connsiteX3" fmla="*/ 165100 w 3045985"/>
                <a:gd name="connsiteY3" fmla="*/ 526983 h 2857990"/>
                <a:gd name="connsiteX4" fmla="*/ 495401 w 3045985"/>
                <a:gd name="connsiteY4" fmla="*/ 618423 h 2857990"/>
                <a:gd name="connsiteX5" fmla="*/ 693945 w 3045985"/>
                <a:gd name="connsiteY5" fmla="*/ 299230 h 2857990"/>
                <a:gd name="connsiteX6" fmla="*/ 1024568 w 3045985"/>
                <a:gd name="connsiteY6" fmla="*/ 239540 h 2857990"/>
                <a:gd name="connsiteX7" fmla="*/ 1320901 w 3045985"/>
                <a:gd name="connsiteY7" fmla="*/ 85023 h 2857990"/>
                <a:gd name="connsiteX8" fmla="*/ 1661685 w 3045985"/>
                <a:gd name="connsiteY8" fmla="*/ 233190 h 2857990"/>
                <a:gd name="connsiteX9" fmla="*/ 2235301 w 3045985"/>
                <a:gd name="connsiteY9" fmla="*/ 303039 h 2857990"/>
                <a:gd name="connsiteX10" fmla="*/ 2406650 w 3045985"/>
                <a:gd name="connsiteY10" fmla="*/ 16443 h 2857990"/>
                <a:gd name="connsiteX11" fmla="*/ 2578100 w 3045985"/>
                <a:gd name="connsiteY11" fmla="*/ 38033 h 2857990"/>
                <a:gd name="connsiteX12" fmla="*/ 2739068 w 3045985"/>
                <a:gd name="connsiteY12" fmla="*/ 231073 h 2857990"/>
                <a:gd name="connsiteX13" fmla="*/ 3045985 w 3045985"/>
                <a:gd name="connsiteY13" fmla="*/ 586673 h 2857990"/>
                <a:gd name="connsiteX14" fmla="*/ 2398287 w 3045985"/>
                <a:gd name="connsiteY14" fmla="*/ 1253557 h 2857990"/>
                <a:gd name="connsiteX15" fmla="*/ 1876740 w 3045985"/>
                <a:gd name="connsiteY15" fmla="*/ 2857990 h 2857990"/>
                <a:gd name="connsiteX16" fmla="*/ 498721 w 3045985"/>
                <a:gd name="connsiteY16" fmla="*/ 1869083 h 2857990"/>
                <a:gd name="connsiteX0" fmla="*/ 498721 w 3045985"/>
                <a:gd name="connsiteY0" fmla="*/ 1869083 h 2857990"/>
                <a:gd name="connsiteX1" fmla="*/ 89848 w 3045985"/>
                <a:gd name="connsiteY1" fmla="*/ 1023976 h 2857990"/>
                <a:gd name="connsiteX2" fmla="*/ 0 w 3045985"/>
                <a:gd name="connsiteY2" fmla="*/ 664566 h 2857990"/>
                <a:gd name="connsiteX3" fmla="*/ 165100 w 3045985"/>
                <a:gd name="connsiteY3" fmla="*/ 526983 h 2857990"/>
                <a:gd name="connsiteX4" fmla="*/ 495401 w 3045985"/>
                <a:gd name="connsiteY4" fmla="*/ 618423 h 2857990"/>
                <a:gd name="connsiteX5" fmla="*/ 693945 w 3045985"/>
                <a:gd name="connsiteY5" fmla="*/ 299230 h 2857990"/>
                <a:gd name="connsiteX6" fmla="*/ 1024568 w 3045985"/>
                <a:gd name="connsiteY6" fmla="*/ 239540 h 2857990"/>
                <a:gd name="connsiteX7" fmla="*/ 1320901 w 3045985"/>
                <a:gd name="connsiteY7" fmla="*/ 85023 h 2857990"/>
                <a:gd name="connsiteX8" fmla="*/ 1661685 w 3045985"/>
                <a:gd name="connsiteY8" fmla="*/ 233190 h 2857990"/>
                <a:gd name="connsiteX9" fmla="*/ 2235301 w 3045985"/>
                <a:gd name="connsiteY9" fmla="*/ 303039 h 2857990"/>
                <a:gd name="connsiteX10" fmla="*/ 2406650 w 3045985"/>
                <a:gd name="connsiteY10" fmla="*/ 16443 h 2857990"/>
                <a:gd name="connsiteX11" fmla="*/ 2578100 w 3045985"/>
                <a:gd name="connsiteY11" fmla="*/ 38033 h 2857990"/>
                <a:gd name="connsiteX12" fmla="*/ 2739068 w 3045985"/>
                <a:gd name="connsiteY12" fmla="*/ 231073 h 2857990"/>
                <a:gd name="connsiteX13" fmla="*/ 3045985 w 3045985"/>
                <a:gd name="connsiteY13" fmla="*/ 586673 h 2857990"/>
                <a:gd name="connsiteX14" fmla="*/ 2398287 w 3045985"/>
                <a:gd name="connsiteY14" fmla="*/ 1253557 h 2857990"/>
                <a:gd name="connsiteX15" fmla="*/ 1876740 w 3045985"/>
                <a:gd name="connsiteY15" fmla="*/ 2857990 h 2857990"/>
                <a:gd name="connsiteX16" fmla="*/ 498721 w 3045985"/>
                <a:gd name="connsiteY16" fmla="*/ 1869083 h 2857990"/>
                <a:gd name="connsiteX0" fmla="*/ 498721 w 3045985"/>
                <a:gd name="connsiteY0" fmla="*/ 1859425 h 2848332"/>
                <a:gd name="connsiteX1" fmla="*/ 89848 w 3045985"/>
                <a:gd name="connsiteY1" fmla="*/ 1014318 h 2848332"/>
                <a:gd name="connsiteX2" fmla="*/ 0 w 3045985"/>
                <a:gd name="connsiteY2" fmla="*/ 654908 h 2848332"/>
                <a:gd name="connsiteX3" fmla="*/ 165100 w 3045985"/>
                <a:gd name="connsiteY3" fmla="*/ 517325 h 2848332"/>
                <a:gd name="connsiteX4" fmla="*/ 495401 w 3045985"/>
                <a:gd name="connsiteY4" fmla="*/ 608765 h 2848332"/>
                <a:gd name="connsiteX5" fmla="*/ 693945 w 3045985"/>
                <a:gd name="connsiteY5" fmla="*/ 289572 h 2848332"/>
                <a:gd name="connsiteX6" fmla="*/ 1024568 w 3045985"/>
                <a:gd name="connsiteY6" fmla="*/ 229882 h 2848332"/>
                <a:gd name="connsiteX7" fmla="*/ 1320901 w 3045985"/>
                <a:gd name="connsiteY7" fmla="*/ 75365 h 2848332"/>
                <a:gd name="connsiteX8" fmla="*/ 1661685 w 3045985"/>
                <a:gd name="connsiteY8" fmla="*/ 223532 h 2848332"/>
                <a:gd name="connsiteX9" fmla="*/ 2235301 w 3045985"/>
                <a:gd name="connsiteY9" fmla="*/ 293381 h 2848332"/>
                <a:gd name="connsiteX10" fmla="*/ 2406650 w 3045985"/>
                <a:gd name="connsiteY10" fmla="*/ 6785 h 2848332"/>
                <a:gd name="connsiteX11" fmla="*/ 2578100 w 3045985"/>
                <a:gd name="connsiteY11" fmla="*/ 28375 h 2848332"/>
                <a:gd name="connsiteX12" fmla="*/ 2739068 w 3045985"/>
                <a:gd name="connsiteY12" fmla="*/ 221415 h 2848332"/>
                <a:gd name="connsiteX13" fmla="*/ 3045985 w 3045985"/>
                <a:gd name="connsiteY13" fmla="*/ 577015 h 2848332"/>
                <a:gd name="connsiteX14" fmla="*/ 2398287 w 3045985"/>
                <a:gd name="connsiteY14" fmla="*/ 1243899 h 2848332"/>
                <a:gd name="connsiteX15" fmla="*/ 1876740 w 3045985"/>
                <a:gd name="connsiteY15" fmla="*/ 2848332 h 2848332"/>
                <a:gd name="connsiteX16" fmla="*/ 498721 w 3045985"/>
                <a:gd name="connsiteY16" fmla="*/ 1859425 h 2848332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39068 w 3045985"/>
                <a:gd name="connsiteY12" fmla="*/ 214630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2640 h 2841547"/>
                <a:gd name="connsiteX1" fmla="*/ 89848 w 3045985"/>
                <a:gd name="connsiteY1" fmla="*/ 1007533 h 2841547"/>
                <a:gd name="connsiteX2" fmla="*/ 0 w 3045985"/>
                <a:gd name="connsiteY2" fmla="*/ 648123 h 2841547"/>
                <a:gd name="connsiteX3" fmla="*/ 165100 w 3045985"/>
                <a:gd name="connsiteY3" fmla="*/ 510540 h 2841547"/>
                <a:gd name="connsiteX4" fmla="*/ 495401 w 3045985"/>
                <a:gd name="connsiteY4" fmla="*/ 601980 h 2841547"/>
                <a:gd name="connsiteX5" fmla="*/ 693945 w 3045985"/>
                <a:gd name="connsiteY5" fmla="*/ 282787 h 2841547"/>
                <a:gd name="connsiteX6" fmla="*/ 1024568 w 3045985"/>
                <a:gd name="connsiteY6" fmla="*/ 223097 h 2841547"/>
                <a:gd name="connsiteX7" fmla="*/ 1320901 w 3045985"/>
                <a:gd name="connsiteY7" fmla="*/ 68580 h 2841547"/>
                <a:gd name="connsiteX8" fmla="*/ 1661685 w 3045985"/>
                <a:gd name="connsiteY8" fmla="*/ 216747 h 2841547"/>
                <a:gd name="connsiteX9" fmla="*/ 2235301 w 3045985"/>
                <a:gd name="connsiteY9" fmla="*/ 286596 h 2841547"/>
                <a:gd name="connsiteX10" fmla="*/ 2406650 w 3045985"/>
                <a:gd name="connsiteY10" fmla="*/ 0 h 2841547"/>
                <a:gd name="connsiteX11" fmla="*/ 2578100 w 3045985"/>
                <a:gd name="connsiteY11" fmla="*/ 21590 h 2841547"/>
                <a:gd name="connsiteX12" fmla="*/ 2720018 w 3045985"/>
                <a:gd name="connsiteY12" fmla="*/ 224155 h 2841547"/>
                <a:gd name="connsiteX13" fmla="*/ 3045985 w 3045985"/>
                <a:gd name="connsiteY13" fmla="*/ 570230 h 2841547"/>
                <a:gd name="connsiteX14" fmla="*/ 2398287 w 3045985"/>
                <a:gd name="connsiteY14" fmla="*/ 1237114 h 2841547"/>
                <a:gd name="connsiteX15" fmla="*/ 1876740 w 3045985"/>
                <a:gd name="connsiteY15" fmla="*/ 2841547 h 2841547"/>
                <a:gd name="connsiteX16" fmla="*/ 498721 w 3045985"/>
                <a:gd name="connsiteY16" fmla="*/ 1852640 h 2841547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  <a:gd name="connsiteX0" fmla="*/ 498721 w 3045985"/>
                <a:gd name="connsiteY0" fmla="*/ 1855815 h 2844722"/>
                <a:gd name="connsiteX1" fmla="*/ 89848 w 3045985"/>
                <a:gd name="connsiteY1" fmla="*/ 1010708 h 2844722"/>
                <a:gd name="connsiteX2" fmla="*/ 0 w 3045985"/>
                <a:gd name="connsiteY2" fmla="*/ 651298 h 2844722"/>
                <a:gd name="connsiteX3" fmla="*/ 165100 w 3045985"/>
                <a:gd name="connsiteY3" fmla="*/ 513715 h 2844722"/>
                <a:gd name="connsiteX4" fmla="*/ 495401 w 3045985"/>
                <a:gd name="connsiteY4" fmla="*/ 605155 h 2844722"/>
                <a:gd name="connsiteX5" fmla="*/ 693945 w 3045985"/>
                <a:gd name="connsiteY5" fmla="*/ 285962 h 2844722"/>
                <a:gd name="connsiteX6" fmla="*/ 1024568 w 3045985"/>
                <a:gd name="connsiteY6" fmla="*/ 226272 h 2844722"/>
                <a:gd name="connsiteX7" fmla="*/ 1320901 w 3045985"/>
                <a:gd name="connsiteY7" fmla="*/ 71755 h 2844722"/>
                <a:gd name="connsiteX8" fmla="*/ 1661685 w 3045985"/>
                <a:gd name="connsiteY8" fmla="*/ 219922 h 2844722"/>
                <a:gd name="connsiteX9" fmla="*/ 2235301 w 3045985"/>
                <a:gd name="connsiteY9" fmla="*/ 289771 h 2844722"/>
                <a:gd name="connsiteX10" fmla="*/ 2390775 w 3045985"/>
                <a:gd name="connsiteY10" fmla="*/ 0 h 2844722"/>
                <a:gd name="connsiteX11" fmla="*/ 2578100 w 3045985"/>
                <a:gd name="connsiteY11" fmla="*/ 24765 h 2844722"/>
                <a:gd name="connsiteX12" fmla="*/ 2720018 w 3045985"/>
                <a:gd name="connsiteY12" fmla="*/ 227330 h 2844722"/>
                <a:gd name="connsiteX13" fmla="*/ 3045985 w 3045985"/>
                <a:gd name="connsiteY13" fmla="*/ 573405 h 2844722"/>
                <a:gd name="connsiteX14" fmla="*/ 2398287 w 3045985"/>
                <a:gd name="connsiteY14" fmla="*/ 1240289 h 2844722"/>
                <a:gd name="connsiteX15" fmla="*/ 1876740 w 3045985"/>
                <a:gd name="connsiteY15" fmla="*/ 2844722 h 2844722"/>
                <a:gd name="connsiteX16" fmla="*/ 498721 w 3045985"/>
                <a:gd name="connsiteY16" fmla="*/ 1855815 h 2844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45985" h="2844722">
                  <a:moveTo>
                    <a:pt x="498721" y="1855815"/>
                  </a:moveTo>
                  <a:cubicBezTo>
                    <a:pt x="389523" y="1506379"/>
                    <a:pt x="275246" y="1299184"/>
                    <a:pt x="89848" y="1010708"/>
                  </a:cubicBezTo>
                  <a:cubicBezTo>
                    <a:pt x="58233" y="863578"/>
                    <a:pt x="65774" y="783872"/>
                    <a:pt x="0" y="651298"/>
                  </a:cubicBezTo>
                  <a:cubicBezTo>
                    <a:pt x="88743" y="633024"/>
                    <a:pt x="145680" y="550687"/>
                    <a:pt x="165100" y="513715"/>
                  </a:cubicBezTo>
                  <a:cubicBezTo>
                    <a:pt x="273419" y="586810"/>
                    <a:pt x="352650" y="598664"/>
                    <a:pt x="495401" y="605155"/>
                  </a:cubicBezTo>
                  <a:cubicBezTo>
                    <a:pt x="685478" y="428836"/>
                    <a:pt x="606739" y="515408"/>
                    <a:pt x="693945" y="285962"/>
                  </a:cubicBezTo>
                  <a:cubicBezTo>
                    <a:pt x="901237" y="273545"/>
                    <a:pt x="874003" y="327943"/>
                    <a:pt x="1024568" y="226272"/>
                  </a:cubicBezTo>
                  <a:cubicBezTo>
                    <a:pt x="1165326" y="190641"/>
                    <a:pt x="1163209" y="226977"/>
                    <a:pt x="1320901" y="71755"/>
                  </a:cubicBezTo>
                  <a:cubicBezTo>
                    <a:pt x="1435554" y="135608"/>
                    <a:pt x="1487765" y="211809"/>
                    <a:pt x="1661685" y="219922"/>
                  </a:cubicBezTo>
                  <a:cubicBezTo>
                    <a:pt x="1835605" y="323287"/>
                    <a:pt x="2035629" y="394545"/>
                    <a:pt x="2235301" y="289771"/>
                  </a:cubicBezTo>
                  <a:cubicBezTo>
                    <a:pt x="2339988" y="143368"/>
                    <a:pt x="2344914" y="148519"/>
                    <a:pt x="2390775" y="0"/>
                  </a:cubicBezTo>
                  <a:cubicBezTo>
                    <a:pt x="2466958" y="32032"/>
                    <a:pt x="2481422" y="55668"/>
                    <a:pt x="2578100" y="24765"/>
                  </a:cubicBezTo>
                  <a:cubicBezTo>
                    <a:pt x="2614453" y="174837"/>
                    <a:pt x="2642037" y="148590"/>
                    <a:pt x="2720018" y="227330"/>
                  </a:cubicBezTo>
                  <a:cubicBezTo>
                    <a:pt x="2775051" y="430883"/>
                    <a:pt x="2933237" y="538881"/>
                    <a:pt x="3045985" y="573405"/>
                  </a:cubicBezTo>
                  <a:cubicBezTo>
                    <a:pt x="2748241" y="917902"/>
                    <a:pt x="2832345" y="838219"/>
                    <a:pt x="2398287" y="1240289"/>
                  </a:cubicBezTo>
                  <a:lnTo>
                    <a:pt x="1876740" y="2844722"/>
                  </a:lnTo>
                  <a:lnTo>
                    <a:pt x="498721" y="1855815"/>
                  </a:lnTo>
                  <a:close/>
                </a:path>
              </a:pathLst>
            </a:custGeom>
            <a:solidFill>
              <a:schemeClr val="accent1">
                <a:alpha val="69000"/>
              </a:schemeClr>
            </a:solidFill>
            <a:ln w="2540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FAB8E9C-17A9-4CC3-99ED-2F062C34A048}"/>
              </a:ext>
            </a:extLst>
          </p:cNvPr>
          <p:cNvSpPr/>
          <p:nvPr/>
        </p:nvSpPr>
        <p:spPr>
          <a:xfrm>
            <a:off x="3951276" y="26276"/>
            <a:ext cx="6500648" cy="6500648"/>
          </a:xfrm>
          <a:custGeom>
            <a:avLst/>
            <a:gdLst>
              <a:gd name="connsiteX0" fmla="*/ 3807661 w 6596468"/>
              <a:gd name="connsiteY0" fmla="*/ 437534 h 6596468"/>
              <a:gd name="connsiteX1" fmla="*/ 3652187 w 6596468"/>
              <a:gd name="connsiteY1" fmla="*/ 727305 h 6596468"/>
              <a:gd name="connsiteX2" fmla="*/ 3078571 w 6596468"/>
              <a:gd name="connsiteY2" fmla="*/ 657456 h 6596468"/>
              <a:gd name="connsiteX3" fmla="*/ 2737787 w 6596468"/>
              <a:gd name="connsiteY3" fmla="*/ 509289 h 6596468"/>
              <a:gd name="connsiteX4" fmla="*/ 2441454 w 6596468"/>
              <a:gd name="connsiteY4" fmla="*/ 663806 h 6596468"/>
              <a:gd name="connsiteX5" fmla="*/ 2110831 w 6596468"/>
              <a:gd name="connsiteY5" fmla="*/ 723496 h 6596468"/>
              <a:gd name="connsiteX6" fmla="*/ 1912287 w 6596468"/>
              <a:gd name="connsiteY6" fmla="*/ 1042689 h 6596468"/>
              <a:gd name="connsiteX7" fmla="*/ 1581986 w 6596468"/>
              <a:gd name="connsiteY7" fmla="*/ 951249 h 6596468"/>
              <a:gd name="connsiteX8" fmla="*/ 1416886 w 6596468"/>
              <a:gd name="connsiteY8" fmla="*/ 1088833 h 6596468"/>
              <a:gd name="connsiteX9" fmla="*/ 1488607 w 6596468"/>
              <a:gd name="connsiteY9" fmla="*/ 1348657 h 6596468"/>
              <a:gd name="connsiteX10" fmla="*/ 1501345 w 6596468"/>
              <a:gd name="connsiteY10" fmla="*/ 1418634 h 6596468"/>
              <a:gd name="connsiteX11" fmla="*/ 1493987 w 6596468"/>
              <a:gd name="connsiteY11" fmla="*/ 1418634 h 6596468"/>
              <a:gd name="connsiteX12" fmla="*/ 1493987 w 6596468"/>
              <a:gd name="connsiteY12" fmla="*/ 1456415 h 6596468"/>
              <a:gd name="connsiteX13" fmla="*/ 1492200 w 6596468"/>
              <a:gd name="connsiteY13" fmla="*/ 1453469 h 6596468"/>
              <a:gd name="connsiteX14" fmla="*/ 1062333 w 6596468"/>
              <a:gd name="connsiteY14" fmla="*/ 1656539 h 6596468"/>
              <a:gd name="connsiteX15" fmla="*/ 825828 w 6596468"/>
              <a:gd name="connsiteY15" fmla="*/ 1728915 h 6596468"/>
              <a:gd name="connsiteX16" fmla="*/ 744388 w 6596468"/>
              <a:gd name="connsiteY16" fmla="*/ 1899419 h 6596468"/>
              <a:gd name="connsiteX17" fmla="*/ 971933 w 6596468"/>
              <a:gd name="connsiteY17" fmla="*/ 2136827 h 6596468"/>
              <a:gd name="connsiteX18" fmla="*/ 728245 w 6596468"/>
              <a:gd name="connsiteY18" fmla="*/ 2660784 h 6596468"/>
              <a:gd name="connsiteX19" fmla="*/ 482022 w 6596468"/>
              <a:gd name="connsiteY19" fmla="*/ 2939102 h 6596468"/>
              <a:gd name="connsiteX20" fmla="*/ 537404 w 6596468"/>
              <a:gd name="connsiteY20" fmla="*/ 3268680 h 6596468"/>
              <a:gd name="connsiteX21" fmla="*/ 492005 w 6596468"/>
              <a:gd name="connsiteY21" fmla="*/ 3601567 h 6596468"/>
              <a:gd name="connsiteX22" fmla="*/ 734222 w 6596468"/>
              <a:gd name="connsiteY22" fmla="*/ 3889029 h 6596468"/>
              <a:gd name="connsiteX23" fmla="*/ 545189 w 6596468"/>
              <a:gd name="connsiteY23" fmla="*/ 4174908 h 6596468"/>
              <a:gd name="connsiteX24" fmla="*/ 625019 w 6596468"/>
              <a:gd name="connsiteY24" fmla="*/ 4374443 h 6596468"/>
              <a:gd name="connsiteX25" fmla="*/ 894291 w 6596468"/>
              <a:gd name="connsiteY25" fmla="*/ 4386522 h 6596468"/>
              <a:gd name="connsiteX26" fmla="*/ 990560 w 6596468"/>
              <a:gd name="connsiteY26" fmla="*/ 4399511 h 6596468"/>
              <a:gd name="connsiteX27" fmla="*/ 990560 w 6596468"/>
              <a:gd name="connsiteY27" fmla="*/ 4415317 h 6596468"/>
              <a:gd name="connsiteX28" fmla="*/ 1002485 w 6596468"/>
              <a:gd name="connsiteY28" fmla="*/ 4415317 h 6596468"/>
              <a:gd name="connsiteX29" fmla="*/ 994041 w 6596468"/>
              <a:gd name="connsiteY29" fmla="*/ 4417303 h 6596468"/>
              <a:gd name="connsiteX30" fmla="*/ 1054336 w 6596468"/>
              <a:gd name="connsiteY30" fmla="*/ 4888882 h 6596468"/>
              <a:gd name="connsiteX31" fmla="*/ 1050085 w 6596468"/>
              <a:gd name="connsiteY31" fmla="*/ 5136178 h 6596468"/>
              <a:gd name="connsiteX32" fmla="*/ 1187078 w 6596468"/>
              <a:gd name="connsiteY32" fmla="*/ 5266320 h 6596468"/>
              <a:gd name="connsiteX33" fmla="*/ 1483182 w 6596468"/>
              <a:gd name="connsiteY33" fmla="*/ 5123275 h 6596468"/>
              <a:gd name="connsiteX34" fmla="*/ 1906191 w 6596468"/>
              <a:gd name="connsiteY34" fmla="*/ 5516947 h 6596468"/>
              <a:gd name="connsiteX35" fmla="*/ 2094801 w 6596468"/>
              <a:gd name="connsiteY35" fmla="*/ 5837125 h 6596468"/>
              <a:gd name="connsiteX36" fmla="*/ 2425362 w 6596468"/>
              <a:gd name="connsiteY36" fmla="*/ 5886298 h 6596468"/>
              <a:gd name="connsiteX37" fmla="*/ 2727926 w 6596468"/>
              <a:gd name="connsiteY37" fmla="*/ 6032343 h 6596468"/>
              <a:gd name="connsiteX38" fmla="*/ 3076169 w 6596468"/>
              <a:gd name="connsiteY38" fmla="*/ 5890812 h 6596468"/>
              <a:gd name="connsiteX39" fmla="*/ 3289641 w 6596468"/>
              <a:gd name="connsiteY39" fmla="*/ 6158934 h 6596468"/>
              <a:gd name="connsiteX40" fmla="*/ 3504079 w 6596468"/>
              <a:gd name="connsiteY40" fmla="*/ 6144671 h 6596468"/>
              <a:gd name="connsiteX41" fmla="*/ 3642646 w 6596468"/>
              <a:gd name="connsiteY41" fmla="*/ 5801091 h 6596468"/>
              <a:gd name="connsiteX42" fmla="*/ 3643388 w 6596468"/>
              <a:gd name="connsiteY42" fmla="*/ 5789356 h 6596468"/>
              <a:gd name="connsiteX43" fmla="*/ 3666576 w 6596468"/>
              <a:gd name="connsiteY43" fmla="*/ 5789356 h 6596468"/>
              <a:gd name="connsiteX44" fmla="*/ 3664910 w 6596468"/>
              <a:gd name="connsiteY44" fmla="*/ 5809790 h 6596468"/>
              <a:gd name="connsiteX45" fmla="*/ 4132192 w 6596468"/>
              <a:gd name="connsiteY45" fmla="*/ 5897366 h 6596468"/>
              <a:gd name="connsiteX46" fmla="*/ 4366210 w 6596468"/>
              <a:gd name="connsiteY46" fmla="*/ 5977424 h 6596468"/>
              <a:gd name="connsiteX47" fmla="*/ 4532160 w 6596468"/>
              <a:gd name="connsiteY47" fmla="*/ 5887066 h 6596468"/>
              <a:gd name="connsiteX48" fmla="*/ 4487056 w 6596468"/>
              <a:gd name="connsiteY48" fmla="*/ 5561328 h 6596468"/>
              <a:gd name="connsiteX49" fmla="*/ 4991692 w 6596468"/>
              <a:gd name="connsiteY49" fmla="*/ 5279803 h 6596468"/>
              <a:gd name="connsiteX50" fmla="*/ 5354343 w 6596468"/>
              <a:gd name="connsiteY50" fmla="*/ 5198739 h 6596468"/>
              <a:gd name="connsiteX51" fmla="*/ 5502743 w 6596468"/>
              <a:gd name="connsiteY51" fmla="*/ 4899296 h 6596468"/>
              <a:gd name="connsiteX52" fmla="*/ 5734719 w 6596468"/>
              <a:gd name="connsiteY52" fmla="*/ 4656270 h 6596468"/>
              <a:gd name="connsiteX53" fmla="*/ 5707081 w 6596468"/>
              <a:gd name="connsiteY53" fmla="*/ 4281383 h 6596468"/>
              <a:gd name="connsiteX54" fmla="*/ 6027839 w 6596468"/>
              <a:gd name="connsiteY54" fmla="*/ 4160660 h 6596468"/>
              <a:gd name="connsiteX55" fmla="*/ 6080179 w 6596468"/>
              <a:gd name="connsiteY55" fmla="*/ 3952219 h 6596468"/>
              <a:gd name="connsiteX56" fmla="*/ 5869145 w 6596468"/>
              <a:gd name="connsiteY56" fmla="*/ 3784537 h 6596468"/>
              <a:gd name="connsiteX57" fmla="*/ 5808726 w 6596468"/>
              <a:gd name="connsiteY57" fmla="*/ 3727031 h 6596468"/>
              <a:gd name="connsiteX58" fmla="*/ 5808726 w 6596468"/>
              <a:gd name="connsiteY58" fmla="*/ 3607707 h 6596468"/>
              <a:gd name="connsiteX59" fmla="*/ 5821777 w 6596468"/>
              <a:gd name="connsiteY59" fmla="*/ 3559554 h 6596468"/>
              <a:gd name="connsiteX60" fmla="*/ 6025358 w 6596468"/>
              <a:gd name="connsiteY60" fmla="*/ 3295950 h 6596468"/>
              <a:gd name="connsiteX61" fmla="*/ 6174153 w 6596468"/>
              <a:gd name="connsiteY61" fmla="*/ 3098382 h 6596468"/>
              <a:gd name="connsiteX62" fmla="*/ 6139820 w 6596468"/>
              <a:gd name="connsiteY62" fmla="*/ 2912573 h 6596468"/>
              <a:gd name="connsiteX63" fmla="*/ 5816187 w 6596468"/>
              <a:gd name="connsiteY63" fmla="*/ 2854252 h 6596468"/>
              <a:gd name="connsiteX64" fmla="*/ 5705360 w 6596468"/>
              <a:gd name="connsiteY64" fmla="*/ 2287126 h 6596468"/>
              <a:gd name="connsiteX65" fmla="*/ 5740967 w 6596468"/>
              <a:gd name="connsiteY65" fmla="*/ 1917237 h 6596468"/>
              <a:gd name="connsiteX66" fmla="*/ 5502441 w 6596468"/>
              <a:gd name="connsiteY66" fmla="*/ 1683156 h 6596468"/>
              <a:gd name="connsiteX67" fmla="*/ 5343504 w 6596468"/>
              <a:gd name="connsiteY67" fmla="*/ 1387160 h 6596468"/>
              <a:gd name="connsiteX68" fmla="*/ 4978580 w 6596468"/>
              <a:gd name="connsiteY68" fmla="*/ 1296969 h 6596468"/>
              <a:gd name="connsiteX69" fmla="*/ 4963476 w 6596468"/>
              <a:gd name="connsiteY69" fmla="*/ 954577 h 6596468"/>
              <a:gd name="connsiteX70" fmla="*/ 4781608 w 6596468"/>
              <a:gd name="connsiteY70" fmla="*/ 840073 h 6596468"/>
              <a:gd name="connsiteX71" fmla="*/ 4556663 w 6596468"/>
              <a:gd name="connsiteY71" fmla="*/ 988574 h 6596468"/>
              <a:gd name="connsiteX72" fmla="*/ 4484468 w 6596468"/>
              <a:gd name="connsiteY72" fmla="*/ 1027474 h 6596468"/>
              <a:gd name="connsiteX73" fmla="*/ 4448620 w 6596468"/>
              <a:gd name="connsiteY73" fmla="*/ 1027474 h 6596468"/>
              <a:gd name="connsiteX74" fmla="*/ 4462871 w 6596468"/>
              <a:gd name="connsiteY74" fmla="*/ 1010939 h 6596468"/>
              <a:gd name="connsiteX75" fmla="*/ 4136904 w 6596468"/>
              <a:gd name="connsiteY75" fmla="*/ 664864 h 6596468"/>
              <a:gd name="connsiteX76" fmla="*/ 3994986 w 6596468"/>
              <a:gd name="connsiteY76" fmla="*/ 462299 h 6596468"/>
              <a:gd name="connsiteX77" fmla="*/ 3807661 w 6596468"/>
              <a:gd name="connsiteY77" fmla="*/ 437534 h 6596468"/>
              <a:gd name="connsiteX78" fmla="*/ 3298234 w 6596468"/>
              <a:gd name="connsiteY78" fmla="*/ 0 h 6596468"/>
              <a:gd name="connsiteX79" fmla="*/ 6596468 w 6596468"/>
              <a:gd name="connsiteY79" fmla="*/ 3298234 h 6596468"/>
              <a:gd name="connsiteX80" fmla="*/ 3298234 w 6596468"/>
              <a:gd name="connsiteY80" fmla="*/ 6596468 h 6596468"/>
              <a:gd name="connsiteX81" fmla="*/ 0 w 6596468"/>
              <a:gd name="connsiteY81" fmla="*/ 3298234 h 6596468"/>
              <a:gd name="connsiteX82" fmla="*/ 3298234 w 6596468"/>
              <a:gd name="connsiteY82" fmla="*/ 0 h 659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596468" h="6596468">
                <a:moveTo>
                  <a:pt x="3807661" y="437534"/>
                </a:moveTo>
                <a:cubicBezTo>
                  <a:pt x="3761800" y="586053"/>
                  <a:pt x="3756874" y="580902"/>
                  <a:pt x="3652187" y="727305"/>
                </a:cubicBezTo>
                <a:cubicBezTo>
                  <a:pt x="3452515" y="832079"/>
                  <a:pt x="3252491" y="760822"/>
                  <a:pt x="3078571" y="657456"/>
                </a:cubicBezTo>
                <a:cubicBezTo>
                  <a:pt x="2904651" y="649343"/>
                  <a:pt x="2852440" y="573142"/>
                  <a:pt x="2737787" y="509289"/>
                </a:cubicBezTo>
                <a:cubicBezTo>
                  <a:pt x="2580095" y="664511"/>
                  <a:pt x="2582212" y="628175"/>
                  <a:pt x="2441454" y="663806"/>
                </a:cubicBezTo>
                <a:cubicBezTo>
                  <a:pt x="2290889" y="765477"/>
                  <a:pt x="2318123" y="711079"/>
                  <a:pt x="2110831" y="723496"/>
                </a:cubicBezTo>
                <a:cubicBezTo>
                  <a:pt x="2023625" y="952942"/>
                  <a:pt x="2102364" y="866370"/>
                  <a:pt x="1912287" y="1042689"/>
                </a:cubicBezTo>
                <a:cubicBezTo>
                  <a:pt x="1769536" y="1036198"/>
                  <a:pt x="1690305" y="1024344"/>
                  <a:pt x="1581986" y="951249"/>
                </a:cubicBezTo>
                <a:cubicBezTo>
                  <a:pt x="1562566" y="988221"/>
                  <a:pt x="1505629" y="1070559"/>
                  <a:pt x="1416886" y="1088833"/>
                </a:cubicBezTo>
                <a:cubicBezTo>
                  <a:pt x="1466217" y="1188263"/>
                  <a:pt x="1474308" y="1257955"/>
                  <a:pt x="1488607" y="1348657"/>
                </a:cubicBezTo>
                <a:lnTo>
                  <a:pt x="1501345" y="1418634"/>
                </a:lnTo>
                <a:lnTo>
                  <a:pt x="1493987" y="1418634"/>
                </a:lnTo>
                <a:lnTo>
                  <a:pt x="1493987" y="1456415"/>
                </a:lnTo>
                <a:lnTo>
                  <a:pt x="1492200" y="1453469"/>
                </a:lnTo>
                <a:cubicBezTo>
                  <a:pt x="1424525" y="1550030"/>
                  <a:pt x="1272930" y="1667100"/>
                  <a:pt x="1062333" y="1656539"/>
                </a:cubicBezTo>
                <a:cubicBezTo>
                  <a:pt x="963350" y="1706371"/>
                  <a:pt x="979788" y="1740716"/>
                  <a:pt x="825828" y="1728915"/>
                </a:cubicBezTo>
                <a:cubicBezTo>
                  <a:pt x="825343" y="1830411"/>
                  <a:pt x="798394" y="1836863"/>
                  <a:pt x="744388" y="1899419"/>
                </a:cubicBezTo>
                <a:cubicBezTo>
                  <a:pt x="871466" y="1988931"/>
                  <a:pt x="865045" y="1992023"/>
                  <a:pt x="971933" y="2136827"/>
                </a:cubicBezTo>
                <a:cubicBezTo>
                  <a:pt x="1009877" y="2359103"/>
                  <a:pt x="880295" y="2527317"/>
                  <a:pt x="728245" y="2660784"/>
                </a:cubicBezTo>
                <a:cubicBezTo>
                  <a:pt x="666785" y="2823684"/>
                  <a:pt x="578179" y="2849793"/>
                  <a:pt x="482022" y="2939102"/>
                </a:cubicBezTo>
                <a:cubicBezTo>
                  <a:pt x="580917" y="3137043"/>
                  <a:pt x="547014" y="3123801"/>
                  <a:pt x="537404" y="3268680"/>
                </a:cubicBezTo>
                <a:cubicBezTo>
                  <a:pt x="587572" y="3443294"/>
                  <a:pt x="544252" y="3400583"/>
                  <a:pt x="492005" y="3601567"/>
                </a:cubicBezTo>
                <a:cubicBezTo>
                  <a:pt x="683273" y="3755407"/>
                  <a:pt x="625270" y="3653770"/>
                  <a:pt x="734222" y="3889029"/>
                </a:cubicBezTo>
                <a:cubicBezTo>
                  <a:pt x="683936" y="4022788"/>
                  <a:pt x="648179" y="4094478"/>
                  <a:pt x="545189" y="4174908"/>
                </a:cubicBezTo>
                <a:cubicBezTo>
                  <a:pt x="574350" y="4204802"/>
                  <a:pt x="635063" y="4284396"/>
                  <a:pt x="625019" y="4374443"/>
                </a:cubicBezTo>
                <a:cubicBezTo>
                  <a:pt x="734828" y="4358252"/>
                  <a:pt x="803609" y="4372094"/>
                  <a:pt x="894291" y="4386522"/>
                </a:cubicBezTo>
                <a:lnTo>
                  <a:pt x="990560" y="4399511"/>
                </a:lnTo>
                <a:lnTo>
                  <a:pt x="990560" y="4415317"/>
                </a:lnTo>
                <a:lnTo>
                  <a:pt x="1002485" y="4415317"/>
                </a:lnTo>
                <a:lnTo>
                  <a:pt x="994041" y="4417303"/>
                </a:lnTo>
                <a:cubicBezTo>
                  <a:pt x="1064963" y="4511505"/>
                  <a:pt x="1129458" y="4691856"/>
                  <a:pt x="1054336" y="4888882"/>
                </a:cubicBezTo>
                <a:cubicBezTo>
                  <a:pt x="1071141" y="4998420"/>
                  <a:pt x="1108885" y="4993399"/>
                  <a:pt x="1050085" y="5136178"/>
                </a:cubicBezTo>
                <a:cubicBezTo>
                  <a:pt x="1146464" y="5168002"/>
                  <a:pt x="1144272" y="5195626"/>
                  <a:pt x="1187078" y="5266320"/>
                </a:cubicBezTo>
                <a:cubicBezTo>
                  <a:pt x="1311477" y="5173122"/>
                  <a:pt x="1312435" y="5180184"/>
                  <a:pt x="1483182" y="5123275"/>
                </a:cubicBezTo>
                <a:cubicBezTo>
                  <a:pt x="1706305" y="5155876"/>
                  <a:pt x="1826243" y="5331096"/>
                  <a:pt x="1906191" y="5516947"/>
                </a:cubicBezTo>
                <a:cubicBezTo>
                  <a:pt x="2042127" y="5625739"/>
                  <a:pt x="2039577" y="5718075"/>
                  <a:pt x="2094801" y="5837125"/>
                </a:cubicBezTo>
                <a:cubicBezTo>
                  <a:pt x="2313613" y="5804237"/>
                  <a:pt x="2290543" y="5832389"/>
                  <a:pt x="2425362" y="5886298"/>
                </a:cubicBezTo>
                <a:cubicBezTo>
                  <a:pt x="2606932" y="5892544"/>
                  <a:pt x="2552925" y="5920546"/>
                  <a:pt x="2727926" y="6032343"/>
                </a:cubicBezTo>
                <a:cubicBezTo>
                  <a:pt x="2933343" y="5897976"/>
                  <a:pt x="2818756" y="5921733"/>
                  <a:pt x="3076169" y="5890812"/>
                </a:cubicBezTo>
                <a:cubicBezTo>
                  <a:pt x="3187842" y="5979970"/>
                  <a:pt x="3244973" y="6036131"/>
                  <a:pt x="3289641" y="6158934"/>
                </a:cubicBezTo>
                <a:cubicBezTo>
                  <a:pt x="3327084" y="6140438"/>
                  <a:pt x="3421543" y="6107293"/>
                  <a:pt x="3504079" y="6144671"/>
                </a:cubicBezTo>
                <a:cubicBezTo>
                  <a:pt x="3528792" y="5998755"/>
                  <a:pt x="3581742" y="5938704"/>
                  <a:pt x="3642646" y="5801091"/>
                </a:cubicBezTo>
                <a:lnTo>
                  <a:pt x="3643388" y="5789356"/>
                </a:lnTo>
                <a:lnTo>
                  <a:pt x="3666576" y="5789356"/>
                </a:lnTo>
                <a:lnTo>
                  <a:pt x="3664910" y="5809790"/>
                </a:lnTo>
                <a:cubicBezTo>
                  <a:pt x="3776352" y="5771256"/>
                  <a:pt x="3967796" y="5765319"/>
                  <a:pt x="4132192" y="5897366"/>
                </a:cubicBezTo>
                <a:cubicBezTo>
                  <a:pt x="4241593" y="5915043"/>
                  <a:pt x="4248417" y="5877584"/>
                  <a:pt x="4366210" y="5977424"/>
                </a:cubicBezTo>
                <a:cubicBezTo>
                  <a:pt x="4426118" y="5895493"/>
                  <a:pt x="4451731" y="5906069"/>
                  <a:pt x="4532160" y="5887066"/>
                </a:cubicBezTo>
                <a:cubicBezTo>
                  <a:pt x="4481711" y="5740042"/>
                  <a:pt x="4488726" y="5741301"/>
                  <a:pt x="4487056" y="5561328"/>
                </a:cubicBezTo>
                <a:cubicBezTo>
                  <a:pt x="4586660" y="5359028"/>
                  <a:pt x="4790264" y="5298754"/>
                  <a:pt x="4991692" y="5279803"/>
                </a:cubicBezTo>
                <a:cubicBezTo>
                  <a:pt x="5137000" y="5183888"/>
                  <a:pt x="5224083" y="5214697"/>
                  <a:pt x="5354343" y="5198739"/>
                </a:cubicBezTo>
                <a:cubicBezTo>
                  <a:pt x="5390305" y="4980411"/>
                  <a:pt x="5410003" y="5011018"/>
                  <a:pt x="5502743" y="4899296"/>
                </a:cubicBezTo>
                <a:cubicBezTo>
                  <a:pt x="5564497" y="4728436"/>
                  <a:pt x="5574542" y="4788435"/>
                  <a:pt x="5734719" y="4656270"/>
                </a:cubicBezTo>
                <a:cubicBezTo>
                  <a:pt x="5669996" y="4419497"/>
                  <a:pt x="5657382" y="4535839"/>
                  <a:pt x="5707081" y="4281383"/>
                </a:cubicBezTo>
                <a:cubicBezTo>
                  <a:pt x="5826248" y="4202522"/>
                  <a:pt x="5897251" y="4165419"/>
                  <a:pt x="6027839" y="4160660"/>
                </a:cubicBezTo>
                <a:cubicBezTo>
                  <a:pt x="6021747" y="4119345"/>
                  <a:pt x="6019241" y="4019270"/>
                  <a:pt x="6080179" y="3952219"/>
                </a:cubicBezTo>
                <a:cubicBezTo>
                  <a:pt x="5981738" y="3900944"/>
                  <a:pt x="5934139" y="3849399"/>
                  <a:pt x="5869145" y="3784537"/>
                </a:cubicBezTo>
                <a:lnTo>
                  <a:pt x="5808726" y="3727031"/>
                </a:lnTo>
                <a:lnTo>
                  <a:pt x="5808726" y="3607707"/>
                </a:lnTo>
                <a:lnTo>
                  <a:pt x="5821777" y="3559554"/>
                </a:lnTo>
                <a:cubicBezTo>
                  <a:pt x="5852578" y="3466789"/>
                  <a:pt x="5914992" y="3367976"/>
                  <a:pt x="6025358" y="3295950"/>
                </a:cubicBezTo>
                <a:cubicBezTo>
                  <a:pt x="6076146" y="3197454"/>
                  <a:pt x="6042660" y="3179331"/>
                  <a:pt x="6174153" y="3098382"/>
                </a:cubicBezTo>
                <a:cubicBezTo>
                  <a:pt x="6114888" y="3015985"/>
                  <a:pt x="6132897" y="2994925"/>
                  <a:pt x="6139820" y="2912573"/>
                </a:cubicBezTo>
                <a:cubicBezTo>
                  <a:pt x="5984398" y="2914851"/>
                  <a:pt x="5987775" y="2908574"/>
                  <a:pt x="5816187" y="2854252"/>
                </a:cubicBezTo>
                <a:cubicBezTo>
                  <a:pt x="5654839" y="2696730"/>
                  <a:pt x="5660799" y="2484476"/>
                  <a:pt x="5705360" y="2287126"/>
                </a:cubicBezTo>
                <a:cubicBezTo>
                  <a:pt x="5659332" y="2119212"/>
                  <a:pt x="5715669" y="2046009"/>
                  <a:pt x="5740967" y="1917237"/>
                </a:cubicBezTo>
                <a:cubicBezTo>
                  <a:pt x="5544613" y="1815228"/>
                  <a:pt x="5579825" y="1806013"/>
                  <a:pt x="5502441" y="1683156"/>
                </a:cubicBezTo>
                <a:cubicBezTo>
                  <a:pt x="5359219" y="1571377"/>
                  <a:pt x="5419370" y="1580468"/>
                  <a:pt x="5343504" y="1387160"/>
                </a:cubicBezTo>
                <a:cubicBezTo>
                  <a:pt x="5098340" y="1375125"/>
                  <a:pt x="5205007" y="1423257"/>
                  <a:pt x="4978580" y="1296969"/>
                </a:cubicBezTo>
                <a:cubicBezTo>
                  <a:pt x="4940641" y="1159198"/>
                  <a:pt x="4927431" y="1080182"/>
                  <a:pt x="4963476" y="954577"/>
                </a:cubicBezTo>
                <a:cubicBezTo>
                  <a:pt x="4922313" y="947532"/>
                  <a:pt x="4826411" y="918825"/>
                  <a:pt x="4781608" y="840073"/>
                </a:cubicBezTo>
                <a:cubicBezTo>
                  <a:pt x="4702288" y="917715"/>
                  <a:pt x="4638507" y="946946"/>
                  <a:pt x="4556663" y="988574"/>
                </a:cubicBezTo>
                <a:lnTo>
                  <a:pt x="4484468" y="1027474"/>
                </a:lnTo>
                <a:lnTo>
                  <a:pt x="4448620" y="1027474"/>
                </a:lnTo>
                <a:lnTo>
                  <a:pt x="4462871" y="1010939"/>
                </a:lnTo>
                <a:cubicBezTo>
                  <a:pt x="4350123" y="976415"/>
                  <a:pt x="4191937" y="868417"/>
                  <a:pt x="4136904" y="664864"/>
                </a:cubicBezTo>
                <a:cubicBezTo>
                  <a:pt x="4058923" y="586124"/>
                  <a:pt x="4031339" y="612371"/>
                  <a:pt x="3994986" y="462299"/>
                </a:cubicBezTo>
                <a:cubicBezTo>
                  <a:pt x="3898308" y="493202"/>
                  <a:pt x="3883844" y="469566"/>
                  <a:pt x="3807661" y="437534"/>
                </a:cubicBezTo>
                <a:close/>
                <a:moveTo>
                  <a:pt x="3298234" y="0"/>
                </a:moveTo>
                <a:cubicBezTo>
                  <a:pt x="5119798" y="0"/>
                  <a:pt x="6596468" y="1476670"/>
                  <a:pt x="6596468" y="3298234"/>
                </a:cubicBezTo>
                <a:cubicBezTo>
                  <a:pt x="6596468" y="5119798"/>
                  <a:pt x="5119798" y="6596468"/>
                  <a:pt x="3298234" y="6596468"/>
                </a:cubicBezTo>
                <a:cubicBezTo>
                  <a:pt x="1476670" y="6596468"/>
                  <a:pt x="0" y="5119798"/>
                  <a:pt x="0" y="3298234"/>
                </a:cubicBezTo>
                <a:cubicBezTo>
                  <a:pt x="0" y="1476670"/>
                  <a:pt x="1476670" y="0"/>
                  <a:pt x="3298234" y="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B83E7C2-7561-4867-9083-7E8D5782F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6654" y="190500"/>
            <a:ext cx="6505575" cy="650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08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roup 308">
            <a:extLst>
              <a:ext uri="{FF2B5EF4-FFF2-40B4-BE49-F238E27FC236}">
                <a16:creationId xmlns:a16="http://schemas.microsoft.com/office/drawing/2014/main" id="{0B7037F7-2DB1-45CA-ADE7-832600C32BD0}"/>
              </a:ext>
            </a:extLst>
          </p:cNvPr>
          <p:cNvGrpSpPr/>
          <p:nvPr/>
        </p:nvGrpSpPr>
        <p:grpSpPr>
          <a:xfrm>
            <a:off x="2426916" y="-4025618"/>
            <a:ext cx="7803339" cy="9824966"/>
            <a:chOff x="2426916" y="-4025618"/>
            <a:chExt cx="7803339" cy="9824966"/>
          </a:xfrm>
        </p:grpSpPr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C9D1DA81-3179-4C09-AB0F-A272E5D1891A}"/>
                </a:ext>
              </a:extLst>
            </p:cNvPr>
            <p:cNvGrpSpPr/>
            <p:nvPr/>
          </p:nvGrpSpPr>
          <p:grpSpPr>
            <a:xfrm>
              <a:off x="2426916" y="-4025618"/>
              <a:ext cx="7803339" cy="9824966"/>
              <a:chOff x="1493061" y="-4959473"/>
              <a:chExt cx="7803339" cy="9824966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23689E1E-737F-4840-ABC5-84CF54CB34A0}"/>
                  </a:ext>
                </a:extLst>
              </p:cNvPr>
              <p:cNvGrpSpPr/>
              <p:nvPr/>
            </p:nvGrpSpPr>
            <p:grpSpPr>
              <a:xfrm>
                <a:off x="1493061" y="-4959473"/>
                <a:ext cx="7803339" cy="9824966"/>
                <a:chOff x="1493061" y="-4959473"/>
                <a:chExt cx="7803339" cy="9824966"/>
              </a:xfrm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863291C5-BED2-45E7-A2BB-4BCAB36211FB}"/>
                    </a:ext>
                  </a:extLst>
                </p:cNvPr>
                <p:cNvSpPr/>
                <p:nvPr/>
              </p:nvSpPr>
              <p:spPr>
                <a:xfrm>
                  <a:off x="1493061" y="-4959473"/>
                  <a:ext cx="7803339" cy="982496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15CF8510-A3A6-4616-977C-1F8910915F68}"/>
                    </a:ext>
                  </a:extLst>
                </p:cNvPr>
                <p:cNvSpPr txBox="1"/>
                <p:nvPr/>
              </p:nvSpPr>
              <p:spPr>
                <a:xfrm>
                  <a:off x="2141942" y="-4469506"/>
                  <a:ext cx="6505575" cy="58477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PT" sz="32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Hyperbolic</a:t>
                  </a:r>
                  <a:r>
                    <a:rPr lang="pt-PT" sz="32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Star </a:t>
                  </a:r>
                  <a:r>
                    <a:rPr lang="pt-PT" sz="32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Battle</a:t>
                  </a:r>
                  <a:r>
                    <a:rPr lang="pt-PT" sz="32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 1</a:t>
                  </a:r>
                  <a:r>
                    <a:rPr lang="pt-PT" sz="32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 ★   v.1.2</a:t>
                  </a:r>
                  <a:endParaRPr lang="pt-PT" sz="32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6AD7B71-245F-4329-9E54-2424362E6D0B}"/>
                    </a:ext>
                  </a:extLst>
                </p:cNvPr>
                <p:cNvSpPr txBox="1"/>
                <p:nvPr/>
              </p:nvSpPr>
              <p:spPr>
                <a:xfrm>
                  <a:off x="1587759" y="-3884958"/>
                  <a:ext cx="7607041" cy="58477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pt-PT" sz="2400" b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Place</a:t>
                  </a:r>
                  <a:r>
                    <a:rPr lang="pt-PT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sz="2400" b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exactly</a:t>
                  </a:r>
                  <a:r>
                    <a:rPr lang="pt-PT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sz="2400" b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one</a:t>
                  </a:r>
                  <a:r>
                    <a:rPr lang="pt-PT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star</a:t>
                  </a:r>
                  <a:r>
                    <a:rPr lang="pt-PT" sz="32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 </a:t>
                  </a:r>
                  <a:r>
                    <a:rPr lang="pt-PT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per </a:t>
                  </a:r>
                  <a:r>
                    <a:rPr lang="pt-PT" sz="2400" b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line</a:t>
                  </a:r>
                  <a:r>
                    <a:rPr lang="pt-PT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sz="2400" b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and</a:t>
                  </a:r>
                  <a:r>
                    <a:rPr lang="pt-PT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sz="2400" b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region</a:t>
                  </a:r>
                  <a:r>
                    <a:rPr lang="pt-PT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.</a:t>
                  </a:r>
                </a:p>
              </p:txBody>
            </p:sp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094BEF26-72C1-440B-BB52-0F3E70C36282}"/>
                    </a:ext>
                  </a:extLst>
                </p:cNvPr>
                <p:cNvSpPr/>
                <p:nvPr/>
              </p:nvSpPr>
              <p:spPr>
                <a:xfrm>
                  <a:off x="4422746" y="4195502"/>
                  <a:ext cx="474572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pt-PT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#5 (</a:t>
                  </a:r>
                  <a:r>
                    <a:rPr lang="pt-PT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very</a:t>
                  </a:r>
                  <a:r>
                    <a:rPr lang="pt-PT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easy</a:t>
                  </a:r>
                  <a:r>
                    <a:rPr lang="pt-PT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 </a:t>
                  </a:r>
                  <a:r>
                    <a:rPr lang="pt-PT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by</a:t>
                  </a:r>
                  <a:r>
                    <a:rPr lang="pt-PT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Pedro PSI – 11</a:t>
                  </a:r>
                  <a:r>
                    <a:rPr lang="pt-PT" baseline="30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th</a:t>
                  </a:r>
                  <a:r>
                    <a:rPr lang="pt-PT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July</a:t>
                  </a:r>
                  <a:r>
                    <a:rPr lang="pt-PT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2020</a:t>
                  </a:r>
                </a:p>
              </p:txBody>
            </p:sp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DCF28337-3BC5-4D13-BCA8-EE6CE8B27731}"/>
                    </a:ext>
                  </a:extLst>
                </p:cNvPr>
                <p:cNvSpPr txBox="1"/>
                <p:nvPr/>
              </p:nvSpPr>
              <p:spPr>
                <a:xfrm>
                  <a:off x="1587759" y="-3273768"/>
                  <a:ext cx="7607041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pt-PT" sz="2400" b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Polygons</a:t>
                  </a:r>
                  <a:r>
                    <a:rPr lang="pt-PT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sz="2400" b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with</a:t>
                  </a:r>
                  <a:r>
                    <a:rPr lang="pt-PT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stars share no </a:t>
                  </a:r>
                  <a:r>
                    <a:rPr lang="pt-PT" sz="2400" b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vertices</a:t>
                  </a:r>
                  <a:r>
                    <a:rPr lang="pt-PT" sz="24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.</a:t>
                  </a:r>
                </a:p>
              </p:txBody>
            </p:sp>
          </p:grpSp>
          <p:pic>
            <p:nvPicPr>
              <p:cNvPr id="216" name="Picture 215">
                <a:extLst>
                  <a:ext uri="{FF2B5EF4-FFF2-40B4-BE49-F238E27FC236}">
                    <a16:creationId xmlns:a16="http://schemas.microsoft.com/office/drawing/2014/main" id="{8CF0B406-4C82-490A-A148-919DBEEDE5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16542" y="-2593962"/>
                <a:ext cx="6505575" cy="6505575"/>
              </a:xfrm>
              <a:prstGeom prst="rect">
                <a:avLst/>
              </a:prstGeom>
            </p:spPr>
          </p:pic>
        </p:grp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0CE5B5ED-561C-4780-A2E5-FECA66E2DDB4}"/>
                </a:ext>
              </a:extLst>
            </p:cNvPr>
            <p:cNvGrpSpPr/>
            <p:nvPr/>
          </p:nvGrpSpPr>
          <p:grpSpPr>
            <a:xfrm>
              <a:off x="3311822" y="-1539265"/>
              <a:ext cx="6034591" cy="6208576"/>
              <a:chOff x="3311822" y="-1539265"/>
              <a:chExt cx="6034591" cy="6208576"/>
            </a:xfrm>
          </p:grpSpPr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7FB0B867-0D2E-475B-A2DA-EFFC1856B77A}"/>
                  </a:ext>
                </a:extLst>
              </p:cNvPr>
              <p:cNvSpPr txBox="1"/>
              <p:nvPr/>
            </p:nvSpPr>
            <p:spPr>
              <a:xfrm>
                <a:off x="6767515" y="-1539265"/>
                <a:ext cx="3175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55BA0FB9-6184-49C7-99AE-15DB9B094BE7}"/>
                  </a:ext>
                </a:extLst>
              </p:cNvPr>
              <p:cNvSpPr txBox="1"/>
              <p:nvPr/>
            </p:nvSpPr>
            <p:spPr>
              <a:xfrm>
                <a:off x="8310629" y="-397064"/>
                <a:ext cx="3175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F6B2328D-8A0E-463A-B2A9-AE47EEE30EEA}"/>
                  </a:ext>
                </a:extLst>
              </p:cNvPr>
              <p:cNvSpPr txBox="1"/>
              <p:nvPr/>
            </p:nvSpPr>
            <p:spPr>
              <a:xfrm>
                <a:off x="7209654" y="-1132465"/>
                <a:ext cx="3175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279C92D1-1FB6-491C-A023-6814293AFBEB}"/>
                  </a:ext>
                </a:extLst>
              </p:cNvPr>
              <p:cNvSpPr txBox="1"/>
              <p:nvPr/>
            </p:nvSpPr>
            <p:spPr>
              <a:xfrm>
                <a:off x="5404230" y="-1375010"/>
                <a:ext cx="3175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B4BEB62D-A689-4959-ADBF-685DCADD24E9}"/>
                  </a:ext>
                </a:extLst>
              </p:cNvPr>
              <p:cNvSpPr txBox="1"/>
              <p:nvPr/>
            </p:nvSpPr>
            <p:spPr>
              <a:xfrm>
                <a:off x="7460092" y="-1030899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14155B02-B626-42A9-B3A0-04C96DDB6044}"/>
                  </a:ext>
                </a:extLst>
              </p:cNvPr>
              <p:cNvSpPr txBox="1"/>
              <p:nvPr/>
            </p:nvSpPr>
            <p:spPr>
              <a:xfrm>
                <a:off x="7903239" y="-746897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882330A2-C275-4CE9-8D92-9224AE3F2318}"/>
                  </a:ext>
                </a:extLst>
              </p:cNvPr>
              <p:cNvSpPr txBox="1"/>
              <p:nvPr/>
            </p:nvSpPr>
            <p:spPr>
              <a:xfrm>
                <a:off x="7825983" y="-1065761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360BD074-B173-4CD1-A3F2-A0D712120008}"/>
                  </a:ext>
                </a:extLst>
              </p:cNvPr>
              <p:cNvSpPr txBox="1"/>
              <p:nvPr/>
            </p:nvSpPr>
            <p:spPr>
              <a:xfrm>
                <a:off x="7643565" y="3586103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31A68163-33C5-416D-A9B8-0B3160C36B97}"/>
                  </a:ext>
                </a:extLst>
              </p:cNvPr>
              <p:cNvSpPr txBox="1"/>
              <p:nvPr/>
            </p:nvSpPr>
            <p:spPr>
              <a:xfrm>
                <a:off x="8073233" y="-581730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E</a:t>
                </a:r>
              </a:p>
            </p:txBody>
          </p:sp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D381FCFB-36E7-4963-A1CA-349EC4B89597}"/>
                  </a:ext>
                </a:extLst>
              </p:cNvPr>
              <p:cNvSpPr txBox="1"/>
              <p:nvPr/>
            </p:nvSpPr>
            <p:spPr>
              <a:xfrm>
                <a:off x="8693740" y="242044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E</a:t>
                </a:r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0613C281-665D-4F46-80E0-023C2C880D32}"/>
                  </a:ext>
                </a:extLst>
              </p:cNvPr>
              <p:cNvSpPr txBox="1"/>
              <p:nvPr/>
            </p:nvSpPr>
            <p:spPr>
              <a:xfrm>
                <a:off x="8535317" y="-127288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F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E026F502-DBE1-4049-98EA-30ACAB91FAD1}"/>
                  </a:ext>
                </a:extLst>
              </p:cNvPr>
              <p:cNvSpPr txBox="1"/>
              <p:nvPr/>
            </p:nvSpPr>
            <p:spPr>
              <a:xfrm>
                <a:off x="8856293" y="1687691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F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B915D952-1ACA-4385-8C14-01D391ED7F3C}"/>
                  </a:ext>
                </a:extLst>
              </p:cNvPr>
              <p:cNvSpPr txBox="1"/>
              <p:nvPr/>
            </p:nvSpPr>
            <p:spPr>
              <a:xfrm>
                <a:off x="8697216" y="683740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G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61EF3452-8E4E-417D-AFE0-73B0EE8F772E}"/>
                  </a:ext>
                </a:extLst>
              </p:cNvPr>
              <p:cNvSpPr txBox="1"/>
              <p:nvPr/>
            </p:nvSpPr>
            <p:spPr>
              <a:xfrm>
                <a:off x="4338981" y="-995064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G</a:t>
                </a:r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9EE24B7A-0DC0-4C52-ACBA-7CA2A2A1027C}"/>
                  </a:ext>
                </a:extLst>
              </p:cNvPr>
              <p:cNvSpPr txBox="1"/>
              <p:nvPr/>
            </p:nvSpPr>
            <p:spPr>
              <a:xfrm>
                <a:off x="9057777" y="1083447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I</a:t>
                </a:r>
              </a:p>
            </p:txBody>
          </p:sp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D7E6B6B1-0F83-4839-B88B-2079AAF39174}"/>
                  </a:ext>
                </a:extLst>
              </p:cNvPr>
              <p:cNvSpPr txBox="1"/>
              <p:nvPr/>
            </p:nvSpPr>
            <p:spPr>
              <a:xfrm>
                <a:off x="8897334" y="940517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H</a:t>
                </a:r>
              </a:p>
            </p:txBody>
          </p:sp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0A1A48DA-5370-47E0-8162-454C5EE0F413}"/>
                  </a:ext>
                </a:extLst>
              </p:cNvPr>
              <p:cNvSpPr txBox="1"/>
              <p:nvPr/>
            </p:nvSpPr>
            <p:spPr>
              <a:xfrm>
                <a:off x="9000078" y="1394890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H</a:t>
                </a:r>
              </a:p>
            </p:txBody>
          </p:sp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8AA15AC6-A3DD-4E5C-B4AD-92506EA10D85}"/>
                  </a:ext>
                </a:extLst>
              </p:cNvPr>
              <p:cNvSpPr txBox="1"/>
              <p:nvPr/>
            </p:nvSpPr>
            <p:spPr>
              <a:xfrm>
                <a:off x="8535317" y="2962778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I</a:t>
                </a:r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17D98CA1-5FE5-4BBC-87F6-37A5F557EE88}"/>
                  </a:ext>
                </a:extLst>
              </p:cNvPr>
              <p:cNvSpPr txBox="1"/>
              <p:nvPr/>
            </p:nvSpPr>
            <p:spPr>
              <a:xfrm>
                <a:off x="8909340" y="1872357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J</a:t>
                </a:r>
              </a:p>
            </p:txBody>
          </p:sp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26D01DC9-51B5-4CEE-8DBF-CB90E9D7AD2C}"/>
                  </a:ext>
                </a:extLst>
              </p:cNvPr>
              <p:cNvSpPr txBox="1"/>
              <p:nvPr/>
            </p:nvSpPr>
            <p:spPr>
              <a:xfrm>
                <a:off x="8753016" y="2371287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J</a:t>
                </a:r>
              </a:p>
            </p:txBody>
          </p: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4411761F-9A11-480F-9793-9333AC0C63D8}"/>
                  </a:ext>
                </a:extLst>
              </p:cNvPr>
              <p:cNvSpPr txBox="1"/>
              <p:nvPr/>
            </p:nvSpPr>
            <p:spPr>
              <a:xfrm>
                <a:off x="9006050" y="2168103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K</a:t>
                </a:r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9CFCF7A-F02E-4AF0-9529-90F1DE3BD933}"/>
                  </a:ext>
                </a:extLst>
              </p:cNvPr>
              <p:cNvSpPr txBox="1"/>
              <p:nvPr/>
            </p:nvSpPr>
            <p:spPr>
              <a:xfrm>
                <a:off x="4548436" y="3385057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K</a:t>
                </a:r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D00C907A-E86F-440A-B413-7C6F497BEF20}"/>
                  </a:ext>
                </a:extLst>
              </p:cNvPr>
              <p:cNvSpPr txBox="1"/>
              <p:nvPr/>
            </p:nvSpPr>
            <p:spPr>
              <a:xfrm>
                <a:off x="8603456" y="2636168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L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E1D252B6-3140-4C70-9D86-66E659DC28A4}"/>
                  </a:ext>
                </a:extLst>
              </p:cNvPr>
              <p:cNvSpPr txBox="1"/>
              <p:nvPr/>
            </p:nvSpPr>
            <p:spPr>
              <a:xfrm>
                <a:off x="8044666" y="3400812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L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C98E1B38-D8F0-42F4-A08C-93219BCB4319}"/>
                  </a:ext>
                </a:extLst>
              </p:cNvPr>
              <p:cNvSpPr txBox="1"/>
              <p:nvPr/>
            </p:nvSpPr>
            <p:spPr>
              <a:xfrm>
                <a:off x="8361869" y="3200391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512DB65F-FF40-4B78-BA1E-289F17F5409C}"/>
                  </a:ext>
                </a:extLst>
              </p:cNvPr>
              <p:cNvSpPr txBox="1"/>
              <p:nvPr/>
            </p:nvSpPr>
            <p:spPr>
              <a:xfrm>
                <a:off x="6724684" y="3995834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M</a:t>
                </a:r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7EB7C0F-B652-4430-B22A-68A7F2B4E1F5}"/>
                  </a:ext>
                </a:extLst>
              </p:cNvPr>
              <p:cNvSpPr txBox="1"/>
              <p:nvPr/>
            </p:nvSpPr>
            <p:spPr>
              <a:xfrm>
                <a:off x="7446123" y="3790570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N</a:t>
                </a: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C9B24937-A550-4748-8478-AD3DE743900F}"/>
                  </a:ext>
                </a:extLst>
              </p:cNvPr>
              <p:cNvSpPr txBox="1"/>
              <p:nvPr/>
            </p:nvSpPr>
            <p:spPr>
              <a:xfrm>
                <a:off x="7074013" y="4103442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N</a:t>
                </a:r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B0B6FBD7-05E6-4402-95B7-88C0CE6590CF}"/>
                  </a:ext>
                </a:extLst>
              </p:cNvPr>
              <p:cNvSpPr txBox="1"/>
              <p:nvPr/>
            </p:nvSpPr>
            <p:spPr>
              <a:xfrm>
                <a:off x="7341185" y="4110812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O</a:t>
                </a:r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0B200570-40F2-479B-8EE3-64994BF79A7C}"/>
                  </a:ext>
                </a:extLst>
              </p:cNvPr>
              <p:cNvSpPr txBox="1"/>
              <p:nvPr/>
            </p:nvSpPr>
            <p:spPr>
              <a:xfrm>
                <a:off x="5404743" y="4139243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O</a:t>
                </a:r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0EF114F0-6967-423B-B0CE-516A11628DA0}"/>
                  </a:ext>
                </a:extLst>
              </p:cNvPr>
              <p:cNvSpPr txBox="1"/>
              <p:nvPr/>
            </p:nvSpPr>
            <p:spPr>
              <a:xfrm>
                <a:off x="6531568" y="4119529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P</a:t>
                </a:r>
              </a:p>
            </p:txBody>
          </p: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54CD61C1-729E-4FBB-B5D9-159F5B0EA5D2}"/>
                  </a:ext>
                </a:extLst>
              </p:cNvPr>
              <p:cNvSpPr txBox="1"/>
              <p:nvPr/>
            </p:nvSpPr>
            <p:spPr>
              <a:xfrm>
                <a:off x="5982442" y="4159902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P</a:t>
                </a:r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8A183C69-0930-46E8-B45F-269DCC9DD9AF}"/>
                  </a:ext>
                </a:extLst>
              </p:cNvPr>
              <p:cNvSpPr txBox="1"/>
              <p:nvPr/>
            </p:nvSpPr>
            <p:spPr>
              <a:xfrm>
                <a:off x="6293424" y="4330757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Q</a:t>
                </a: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489C8FF9-8FE2-41DC-9B0C-1D044C7F9727}"/>
                  </a:ext>
                </a:extLst>
              </p:cNvPr>
              <p:cNvSpPr txBox="1"/>
              <p:nvPr/>
            </p:nvSpPr>
            <p:spPr>
              <a:xfrm>
                <a:off x="3709992" y="449606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Q</a:t>
                </a:r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B0C440D3-E3F1-4F28-9AC3-547FB3A5DF11}"/>
                  </a:ext>
                </a:extLst>
              </p:cNvPr>
              <p:cNvSpPr txBox="1"/>
              <p:nvPr/>
            </p:nvSpPr>
            <p:spPr>
              <a:xfrm>
                <a:off x="5721687" y="4159902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R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75ACB724-2DE8-417C-8737-718525C187C7}"/>
                  </a:ext>
                </a:extLst>
              </p:cNvPr>
              <p:cNvSpPr txBox="1"/>
              <p:nvPr/>
            </p:nvSpPr>
            <p:spPr>
              <a:xfrm>
                <a:off x="4826340" y="3749289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R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F7742EBD-1BE0-4260-B09C-F868577E697A}"/>
                  </a:ext>
                </a:extLst>
              </p:cNvPr>
              <p:cNvSpPr txBox="1"/>
              <p:nvPr/>
            </p:nvSpPr>
            <p:spPr>
              <a:xfrm>
                <a:off x="5096707" y="4016888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S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CABA5D32-9F52-4E58-A015-F3F116C1C20B}"/>
                  </a:ext>
                </a:extLst>
              </p:cNvPr>
              <p:cNvSpPr txBox="1"/>
              <p:nvPr/>
            </p:nvSpPr>
            <p:spPr>
              <a:xfrm>
                <a:off x="3854310" y="2764474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S</a:t>
                </a: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FCF2DA02-BFCE-4BFB-9876-E9AADA7DCC06}"/>
                  </a:ext>
                </a:extLst>
              </p:cNvPr>
              <p:cNvSpPr txBox="1"/>
              <p:nvPr/>
            </p:nvSpPr>
            <p:spPr>
              <a:xfrm>
                <a:off x="4270532" y="3379957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T</a:t>
                </a:r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54BBCC36-8355-4EB9-8ABF-E89F7E484B4F}"/>
                  </a:ext>
                </a:extLst>
              </p:cNvPr>
              <p:cNvSpPr txBox="1"/>
              <p:nvPr/>
            </p:nvSpPr>
            <p:spPr>
              <a:xfrm>
                <a:off x="3834908" y="3091085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T</a:t>
                </a:r>
              </a:p>
            </p:txBody>
          </p: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9F62E53D-50E3-4AE3-B56A-08B0333CC2EC}"/>
                  </a:ext>
                </a:extLst>
              </p:cNvPr>
              <p:cNvSpPr txBox="1"/>
              <p:nvPr/>
            </p:nvSpPr>
            <p:spPr>
              <a:xfrm>
                <a:off x="3941418" y="3367834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U</a:t>
                </a: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7A6ACAD0-C500-409A-90C2-6F1AC95C0F46}"/>
                  </a:ext>
                </a:extLst>
              </p:cNvPr>
              <p:cNvSpPr txBox="1"/>
              <p:nvPr/>
            </p:nvSpPr>
            <p:spPr>
              <a:xfrm>
                <a:off x="3335708" y="1571633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U</a:t>
                </a:r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E99FDF06-E3EA-482D-B89B-0D7F640BA7DF}"/>
                  </a:ext>
                </a:extLst>
              </p:cNvPr>
              <p:cNvSpPr txBox="1"/>
              <p:nvPr/>
            </p:nvSpPr>
            <p:spPr>
              <a:xfrm>
                <a:off x="3653893" y="2593446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V</a:t>
                </a: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AB0781FF-5F38-480B-B1CD-E5C94CA60B89}"/>
                  </a:ext>
                </a:extLst>
              </p:cNvPr>
              <p:cNvSpPr txBox="1"/>
              <p:nvPr/>
            </p:nvSpPr>
            <p:spPr>
              <a:xfrm>
                <a:off x="3456140" y="2107021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V</a:t>
                </a:r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4A156E35-D43A-49E5-A0AC-C12D03928850}"/>
                  </a:ext>
                </a:extLst>
              </p:cNvPr>
              <p:cNvSpPr txBox="1"/>
              <p:nvPr/>
            </p:nvSpPr>
            <p:spPr>
              <a:xfrm>
                <a:off x="3368657" y="2443044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W</a:t>
                </a: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8661FEFB-2364-4FF5-ABD1-DD7A5DF8DEDC}"/>
                  </a:ext>
                </a:extLst>
              </p:cNvPr>
              <p:cNvSpPr txBox="1"/>
              <p:nvPr/>
            </p:nvSpPr>
            <p:spPr>
              <a:xfrm>
                <a:off x="6170791" y="-1253043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W</a:t>
                </a:r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7B12D99F-A919-4DF3-B88B-A584FE15B1D8}"/>
                  </a:ext>
                </a:extLst>
              </p:cNvPr>
              <p:cNvSpPr txBox="1"/>
              <p:nvPr/>
            </p:nvSpPr>
            <p:spPr>
              <a:xfrm>
                <a:off x="3468944" y="1880101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X</a:t>
                </a: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47F2EDE8-291C-43F1-A4B2-CCF01140F54F}"/>
                  </a:ext>
                </a:extLst>
              </p:cNvPr>
              <p:cNvSpPr txBox="1"/>
              <p:nvPr/>
            </p:nvSpPr>
            <p:spPr>
              <a:xfrm>
                <a:off x="3444594" y="843790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X</a:t>
                </a:r>
              </a:p>
            </p:txBody>
          </p: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68D78CB0-61C0-497A-975F-8E070243194B}"/>
                  </a:ext>
                </a:extLst>
              </p:cNvPr>
              <p:cNvSpPr txBox="1"/>
              <p:nvPr/>
            </p:nvSpPr>
            <p:spPr>
              <a:xfrm>
                <a:off x="3311822" y="1229600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Y</a:t>
                </a: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27FF3EEA-91EA-4AE5-B07A-24D50972B8EB}"/>
                  </a:ext>
                </a:extLst>
              </p:cNvPr>
              <p:cNvSpPr txBox="1"/>
              <p:nvPr/>
            </p:nvSpPr>
            <p:spPr>
              <a:xfrm>
                <a:off x="4129737" y="-407591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Y</a:t>
                </a:r>
              </a:p>
            </p:txBody>
          </p:sp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66A54155-8536-4D89-8BA6-82F77B9D8676}"/>
                  </a:ext>
                </a:extLst>
              </p:cNvPr>
              <p:cNvSpPr txBox="1"/>
              <p:nvPr/>
            </p:nvSpPr>
            <p:spPr>
              <a:xfrm>
                <a:off x="3646259" y="260643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Z</a:t>
                </a: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E3A02428-41AD-48A4-9B7F-3E256CAA513C}"/>
                  </a:ext>
                </a:extLst>
              </p:cNvPr>
              <p:cNvSpPr txBox="1"/>
              <p:nvPr/>
            </p:nvSpPr>
            <p:spPr>
              <a:xfrm>
                <a:off x="3815876" y="-337571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Z</a:t>
                </a:r>
              </a:p>
            </p:txBody>
          </p:sp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FCB8C98B-5AAB-4169-81DC-D89D20A0CD7F}"/>
                  </a:ext>
                </a:extLst>
              </p:cNvPr>
              <p:cNvSpPr txBox="1"/>
              <p:nvPr/>
            </p:nvSpPr>
            <p:spPr>
              <a:xfrm>
                <a:off x="3575879" y="-123726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E1917D08-F94B-4BCF-8438-20A0DA0812C2}"/>
                  </a:ext>
                </a:extLst>
              </p:cNvPr>
              <p:cNvSpPr txBox="1"/>
              <p:nvPr/>
            </p:nvSpPr>
            <p:spPr>
              <a:xfrm>
                <a:off x="5129806" y="-1291813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2FA369CC-92B2-4739-A892-D586A1A7E955}"/>
                  </a:ext>
                </a:extLst>
              </p:cNvPr>
              <p:cNvSpPr txBox="1"/>
              <p:nvPr/>
            </p:nvSpPr>
            <p:spPr>
              <a:xfrm>
                <a:off x="4256403" y="-644396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C1B1675B-8467-4B8A-B3EC-CF8C03FCC981}"/>
                  </a:ext>
                </a:extLst>
              </p:cNvPr>
              <p:cNvSpPr txBox="1"/>
              <p:nvPr/>
            </p:nvSpPr>
            <p:spPr>
              <a:xfrm>
                <a:off x="4560554" y="-951437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2EE9ADDE-3E19-4608-8F82-73C8737D8019}"/>
                  </a:ext>
                </a:extLst>
              </p:cNvPr>
              <p:cNvSpPr txBox="1"/>
              <p:nvPr/>
            </p:nvSpPr>
            <p:spPr>
              <a:xfrm>
                <a:off x="4834856" y="-1024102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87541090-8047-4D5F-BFCA-9503D7CD339B}"/>
                  </a:ext>
                </a:extLst>
              </p:cNvPr>
              <p:cNvSpPr txBox="1"/>
              <p:nvPr/>
            </p:nvSpPr>
            <p:spPr>
              <a:xfrm>
                <a:off x="5826144" y="-1318388"/>
                <a:ext cx="2886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E84F079B-B4B2-411D-8F8F-DEFE2210B6E0}"/>
                  </a:ext>
                </a:extLst>
              </p:cNvPr>
              <p:cNvSpPr txBox="1"/>
              <p:nvPr/>
            </p:nvSpPr>
            <p:spPr>
              <a:xfrm>
                <a:off x="6481734" y="-1345647"/>
                <a:ext cx="3175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2B2CB21A-5CAD-4133-BC94-21AE3395F4D6}"/>
                  </a:ext>
                </a:extLst>
              </p:cNvPr>
              <p:cNvSpPr txBox="1"/>
              <p:nvPr/>
            </p:nvSpPr>
            <p:spPr>
              <a:xfrm>
                <a:off x="7009807" y="-1285787"/>
                <a:ext cx="3175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6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</p:grp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7497EF68-BBAC-4DF0-8386-BAA00064ACE1}"/>
              </a:ext>
            </a:extLst>
          </p:cNvPr>
          <p:cNvGrpSpPr/>
          <p:nvPr/>
        </p:nvGrpSpPr>
        <p:grpSpPr>
          <a:xfrm>
            <a:off x="3648813" y="-1245529"/>
            <a:ext cx="5488042" cy="5637257"/>
            <a:chOff x="3648813" y="-1245529"/>
            <a:chExt cx="5488042" cy="5637257"/>
          </a:xfrm>
        </p:grpSpPr>
        <p:sp>
          <p:nvSpPr>
            <p:cNvPr id="218" name="Star: 5 Points 217">
              <a:extLst>
                <a:ext uri="{FF2B5EF4-FFF2-40B4-BE49-F238E27FC236}">
                  <a16:creationId xmlns:a16="http://schemas.microsoft.com/office/drawing/2014/main" id="{0D5D56C0-68FD-4280-9C4B-464509F9F501}"/>
                </a:ext>
              </a:extLst>
            </p:cNvPr>
            <p:cNvSpPr/>
            <p:nvPr/>
          </p:nvSpPr>
          <p:spPr>
            <a:xfrm>
              <a:off x="8718203" y="2159000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0" name="Star: 5 Points 219">
              <a:extLst>
                <a:ext uri="{FF2B5EF4-FFF2-40B4-BE49-F238E27FC236}">
                  <a16:creationId xmlns:a16="http://schemas.microsoft.com/office/drawing/2014/main" id="{19124EBF-1E05-45BB-B2C5-A2F9A1428823}"/>
                </a:ext>
              </a:extLst>
            </p:cNvPr>
            <p:cNvSpPr/>
            <p:nvPr/>
          </p:nvSpPr>
          <p:spPr>
            <a:xfrm>
              <a:off x="7232303" y="3882770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1" name="Star: 5 Points 220">
              <a:extLst>
                <a:ext uri="{FF2B5EF4-FFF2-40B4-BE49-F238E27FC236}">
                  <a16:creationId xmlns:a16="http://schemas.microsoft.com/office/drawing/2014/main" id="{57EFCA0E-14AF-408E-9549-DADCF3884AC9}"/>
                </a:ext>
              </a:extLst>
            </p:cNvPr>
            <p:cNvSpPr/>
            <p:nvPr/>
          </p:nvSpPr>
          <p:spPr>
            <a:xfrm>
              <a:off x="6259223" y="4093998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2" name="Star: 5 Points 221">
              <a:extLst>
                <a:ext uri="{FF2B5EF4-FFF2-40B4-BE49-F238E27FC236}">
                  <a16:creationId xmlns:a16="http://schemas.microsoft.com/office/drawing/2014/main" id="{D4A3C56F-83DC-4BB6-9ED6-8CA8C6110EF2}"/>
                </a:ext>
              </a:extLst>
            </p:cNvPr>
            <p:cNvSpPr/>
            <p:nvPr/>
          </p:nvSpPr>
          <p:spPr>
            <a:xfrm>
              <a:off x="5584272" y="-995064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3" name="Star: 5 Points 222">
              <a:extLst>
                <a:ext uri="{FF2B5EF4-FFF2-40B4-BE49-F238E27FC236}">
                  <a16:creationId xmlns:a16="http://schemas.microsoft.com/office/drawing/2014/main" id="{D2F59A17-1AAD-4A97-854A-F601BB15B988}"/>
                </a:ext>
              </a:extLst>
            </p:cNvPr>
            <p:cNvSpPr/>
            <p:nvPr/>
          </p:nvSpPr>
          <p:spPr>
            <a:xfrm>
              <a:off x="6778072" y="-1245529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4" name="Star: 5 Points 223">
              <a:extLst>
                <a:ext uri="{FF2B5EF4-FFF2-40B4-BE49-F238E27FC236}">
                  <a16:creationId xmlns:a16="http://schemas.microsoft.com/office/drawing/2014/main" id="{5C051708-9F30-4442-BD7D-AFF17A7978D8}"/>
                </a:ext>
              </a:extLst>
            </p:cNvPr>
            <p:cNvSpPr/>
            <p:nvPr/>
          </p:nvSpPr>
          <p:spPr>
            <a:xfrm>
              <a:off x="7681665" y="-803635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5" name="Star: 5 Points 224">
              <a:extLst>
                <a:ext uri="{FF2B5EF4-FFF2-40B4-BE49-F238E27FC236}">
                  <a16:creationId xmlns:a16="http://schemas.microsoft.com/office/drawing/2014/main" id="{BD437875-5EDC-4095-8522-BFC2B54A563C}"/>
                </a:ext>
              </a:extLst>
            </p:cNvPr>
            <p:cNvSpPr/>
            <p:nvPr/>
          </p:nvSpPr>
          <p:spPr>
            <a:xfrm>
              <a:off x="8005862" y="3126237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6" name="Star: 5 Points 225">
              <a:extLst>
                <a:ext uri="{FF2B5EF4-FFF2-40B4-BE49-F238E27FC236}">
                  <a16:creationId xmlns:a16="http://schemas.microsoft.com/office/drawing/2014/main" id="{DBCB516D-B3A9-4724-8F0A-9C1059B88AA6}"/>
                </a:ext>
              </a:extLst>
            </p:cNvPr>
            <p:cNvSpPr/>
            <p:nvPr/>
          </p:nvSpPr>
          <p:spPr>
            <a:xfrm>
              <a:off x="8304659" y="204549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7" name="Star: 5 Points 226">
              <a:extLst>
                <a:ext uri="{FF2B5EF4-FFF2-40B4-BE49-F238E27FC236}">
                  <a16:creationId xmlns:a16="http://schemas.microsoft.com/office/drawing/2014/main" id="{F41C53D6-4EC4-4599-9F4A-3D2319A1030C}"/>
                </a:ext>
              </a:extLst>
            </p:cNvPr>
            <p:cNvSpPr/>
            <p:nvPr/>
          </p:nvSpPr>
          <p:spPr>
            <a:xfrm>
              <a:off x="8838058" y="1155049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9" name="Star: 5 Points 228">
              <a:extLst>
                <a:ext uri="{FF2B5EF4-FFF2-40B4-BE49-F238E27FC236}">
                  <a16:creationId xmlns:a16="http://schemas.microsoft.com/office/drawing/2014/main" id="{A9A96A9E-14E2-4444-8EB3-B8C072848CAA}"/>
                </a:ext>
              </a:extLst>
            </p:cNvPr>
            <p:cNvSpPr/>
            <p:nvPr/>
          </p:nvSpPr>
          <p:spPr>
            <a:xfrm>
              <a:off x="4493492" y="-730970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30" name="Star: 5 Points 229">
              <a:extLst>
                <a:ext uri="{FF2B5EF4-FFF2-40B4-BE49-F238E27FC236}">
                  <a16:creationId xmlns:a16="http://schemas.microsoft.com/office/drawing/2014/main" id="{71DAF499-5AA4-4877-94AA-65B86E0045B9}"/>
                </a:ext>
              </a:extLst>
            </p:cNvPr>
            <p:cNvSpPr/>
            <p:nvPr/>
          </p:nvSpPr>
          <p:spPr>
            <a:xfrm>
              <a:off x="3818532" y="0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32" name="Star: 5 Points 231">
              <a:extLst>
                <a:ext uri="{FF2B5EF4-FFF2-40B4-BE49-F238E27FC236}">
                  <a16:creationId xmlns:a16="http://schemas.microsoft.com/office/drawing/2014/main" id="{E77F812E-8873-4897-8709-F9DF42111C88}"/>
                </a:ext>
              </a:extLst>
            </p:cNvPr>
            <p:cNvSpPr/>
            <p:nvPr/>
          </p:nvSpPr>
          <p:spPr>
            <a:xfrm>
              <a:off x="5168521" y="3733905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33" name="Star: 5 Points 232">
              <a:extLst>
                <a:ext uri="{FF2B5EF4-FFF2-40B4-BE49-F238E27FC236}">
                  <a16:creationId xmlns:a16="http://schemas.microsoft.com/office/drawing/2014/main" id="{87BED7A6-DF6F-4405-9B9C-6248D55FD8BD}"/>
                </a:ext>
              </a:extLst>
            </p:cNvPr>
            <p:cNvSpPr/>
            <p:nvPr/>
          </p:nvSpPr>
          <p:spPr>
            <a:xfrm>
              <a:off x="4142946" y="3236192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34" name="Star: 5 Points 233">
              <a:extLst>
                <a:ext uri="{FF2B5EF4-FFF2-40B4-BE49-F238E27FC236}">
                  <a16:creationId xmlns:a16="http://schemas.microsoft.com/office/drawing/2014/main" id="{B8AF0943-9A8F-46C0-88CF-164C00532359}"/>
                </a:ext>
              </a:extLst>
            </p:cNvPr>
            <p:cNvSpPr/>
            <p:nvPr/>
          </p:nvSpPr>
          <p:spPr>
            <a:xfrm>
              <a:off x="3648813" y="2328185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35" name="Star: 5 Points 234">
              <a:extLst>
                <a:ext uri="{FF2B5EF4-FFF2-40B4-BE49-F238E27FC236}">
                  <a16:creationId xmlns:a16="http://schemas.microsoft.com/office/drawing/2014/main" id="{00D53202-1786-4416-8D42-5BF65AC0DEB5}"/>
                </a:ext>
              </a:extLst>
            </p:cNvPr>
            <p:cNvSpPr/>
            <p:nvPr/>
          </p:nvSpPr>
          <p:spPr>
            <a:xfrm>
              <a:off x="3669133" y="1145549"/>
              <a:ext cx="298797" cy="29773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519DEC3-C254-4AE6-B3A4-F8F83BD17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19841" y="838617"/>
            <a:ext cx="5638800" cy="563880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C157328-E570-4539-A829-93487C667AC9}"/>
              </a:ext>
            </a:extLst>
          </p:cNvPr>
          <p:cNvSpPr/>
          <p:nvPr/>
        </p:nvSpPr>
        <p:spPr>
          <a:xfrm>
            <a:off x="-4385625" y="1491353"/>
            <a:ext cx="1982804" cy="2184935"/>
          </a:xfrm>
          <a:custGeom>
            <a:avLst/>
            <a:gdLst>
              <a:gd name="connsiteX0" fmla="*/ 0 w 1982804"/>
              <a:gd name="connsiteY0" fmla="*/ 510139 h 2184935"/>
              <a:gd name="connsiteX1" fmla="*/ 1010653 w 1982804"/>
              <a:gd name="connsiteY1" fmla="*/ 2184935 h 2184935"/>
              <a:gd name="connsiteX2" fmla="*/ 1126156 w 1982804"/>
              <a:gd name="connsiteY2" fmla="*/ 1963554 h 2184935"/>
              <a:gd name="connsiteX3" fmla="*/ 1193533 w 1982804"/>
              <a:gd name="connsiteY3" fmla="*/ 1848051 h 2184935"/>
              <a:gd name="connsiteX4" fmla="*/ 1347537 w 1982804"/>
              <a:gd name="connsiteY4" fmla="*/ 1559293 h 2184935"/>
              <a:gd name="connsiteX5" fmla="*/ 1434164 w 1982804"/>
              <a:gd name="connsiteY5" fmla="*/ 1357162 h 2184935"/>
              <a:gd name="connsiteX6" fmla="*/ 1559293 w 1982804"/>
              <a:gd name="connsiteY6" fmla="*/ 1164657 h 2184935"/>
              <a:gd name="connsiteX7" fmla="*/ 1713297 w 1982804"/>
              <a:gd name="connsiteY7" fmla="*/ 856649 h 2184935"/>
              <a:gd name="connsiteX8" fmla="*/ 1790299 w 1982804"/>
              <a:gd name="connsiteY8" fmla="*/ 770021 h 2184935"/>
              <a:gd name="connsiteX9" fmla="*/ 1867301 w 1982804"/>
              <a:gd name="connsiteY9" fmla="*/ 673769 h 2184935"/>
              <a:gd name="connsiteX10" fmla="*/ 1905802 w 1982804"/>
              <a:gd name="connsiteY10" fmla="*/ 616017 h 2184935"/>
              <a:gd name="connsiteX11" fmla="*/ 1982804 w 1982804"/>
              <a:gd name="connsiteY11" fmla="*/ 577516 h 2184935"/>
              <a:gd name="connsiteX12" fmla="*/ 1973179 w 1982804"/>
              <a:gd name="connsiteY12" fmla="*/ 539015 h 2184935"/>
              <a:gd name="connsiteX13" fmla="*/ 1973179 w 1982804"/>
              <a:gd name="connsiteY13" fmla="*/ 539015 h 2184935"/>
              <a:gd name="connsiteX14" fmla="*/ 981777 w 1982804"/>
              <a:gd name="connsiteY14" fmla="*/ 0 h 2184935"/>
              <a:gd name="connsiteX15" fmla="*/ 0 w 1982804"/>
              <a:gd name="connsiteY15" fmla="*/ 510139 h 2184935"/>
              <a:gd name="connsiteX0" fmla="*/ 0 w 1982804"/>
              <a:gd name="connsiteY0" fmla="*/ 510139 h 2184935"/>
              <a:gd name="connsiteX1" fmla="*/ 1010653 w 1982804"/>
              <a:gd name="connsiteY1" fmla="*/ 2184935 h 2184935"/>
              <a:gd name="connsiteX2" fmla="*/ 1126156 w 1982804"/>
              <a:gd name="connsiteY2" fmla="*/ 1963554 h 2184935"/>
              <a:gd name="connsiteX3" fmla="*/ 1193533 w 1982804"/>
              <a:gd name="connsiteY3" fmla="*/ 1848051 h 2184935"/>
              <a:gd name="connsiteX4" fmla="*/ 1347537 w 1982804"/>
              <a:gd name="connsiteY4" fmla="*/ 1559293 h 2184935"/>
              <a:gd name="connsiteX5" fmla="*/ 1434164 w 1982804"/>
              <a:gd name="connsiteY5" fmla="*/ 1357162 h 2184935"/>
              <a:gd name="connsiteX6" fmla="*/ 1559293 w 1982804"/>
              <a:gd name="connsiteY6" fmla="*/ 1164657 h 2184935"/>
              <a:gd name="connsiteX7" fmla="*/ 1713297 w 1982804"/>
              <a:gd name="connsiteY7" fmla="*/ 856649 h 2184935"/>
              <a:gd name="connsiteX8" fmla="*/ 1790299 w 1982804"/>
              <a:gd name="connsiteY8" fmla="*/ 770021 h 2184935"/>
              <a:gd name="connsiteX9" fmla="*/ 1867301 w 1982804"/>
              <a:gd name="connsiteY9" fmla="*/ 673769 h 2184935"/>
              <a:gd name="connsiteX10" fmla="*/ 1905802 w 1982804"/>
              <a:gd name="connsiteY10" fmla="*/ 616017 h 2184935"/>
              <a:gd name="connsiteX11" fmla="*/ 1982804 w 1982804"/>
              <a:gd name="connsiteY11" fmla="*/ 577516 h 2184935"/>
              <a:gd name="connsiteX12" fmla="*/ 1973179 w 1982804"/>
              <a:gd name="connsiteY12" fmla="*/ 539015 h 2184935"/>
              <a:gd name="connsiteX13" fmla="*/ 1973179 w 1982804"/>
              <a:gd name="connsiteY13" fmla="*/ 539015 h 2184935"/>
              <a:gd name="connsiteX14" fmla="*/ 981777 w 1982804"/>
              <a:gd name="connsiteY14" fmla="*/ 0 h 2184935"/>
              <a:gd name="connsiteX15" fmla="*/ 0 w 1982804"/>
              <a:gd name="connsiteY15" fmla="*/ 510139 h 2184935"/>
              <a:gd name="connsiteX0" fmla="*/ 0 w 1982804"/>
              <a:gd name="connsiteY0" fmla="*/ 510139 h 2184935"/>
              <a:gd name="connsiteX1" fmla="*/ 1010653 w 1982804"/>
              <a:gd name="connsiteY1" fmla="*/ 2184935 h 2184935"/>
              <a:gd name="connsiteX2" fmla="*/ 1126156 w 1982804"/>
              <a:gd name="connsiteY2" fmla="*/ 1963554 h 2184935"/>
              <a:gd name="connsiteX3" fmla="*/ 1193533 w 1982804"/>
              <a:gd name="connsiteY3" fmla="*/ 1848051 h 2184935"/>
              <a:gd name="connsiteX4" fmla="*/ 1347537 w 1982804"/>
              <a:gd name="connsiteY4" fmla="*/ 1559293 h 2184935"/>
              <a:gd name="connsiteX5" fmla="*/ 1434164 w 1982804"/>
              <a:gd name="connsiteY5" fmla="*/ 1357162 h 2184935"/>
              <a:gd name="connsiteX6" fmla="*/ 1559293 w 1982804"/>
              <a:gd name="connsiteY6" fmla="*/ 1164657 h 2184935"/>
              <a:gd name="connsiteX7" fmla="*/ 1713297 w 1982804"/>
              <a:gd name="connsiteY7" fmla="*/ 856649 h 2184935"/>
              <a:gd name="connsiteX8" fmla="*/ 1790299 w 1982804"/>
              <a:gd name="connsiteY8" fmla="*/ 770021 h 2184935"/>
              <a:gd name="connsiteX9" fmla="*/ 1867301 w 1982804"/>
              <a:gd name="connsiteY9" fmla="*/ 673769 h 2184935"/>
              <a:gd name="connsiteX10" fmla="*/ 1905802 w 1982804"/>
              <a:gd name="connsiteY10" fmla="*/ 616017 h 2184935"/>
              <a:gd name="connsiteX11" fmla="*/ 1982804 w 1982804"/>
              <a:gd name="connsiteY11" fmla="*/ 577516 h 2184935"/>
              <a:gd name="connsiteX12" fmla="*/ 1973179 w 1982804"/>
              <a:gd name="connsiteY12" fmla="*/ 539015 h 2184935"/>
              <a:gd name="connsiteX13" fmla="*/ 1973179 w 1982804"/>
              <a:gd name="connsiteY13" fmla="*/ 539015 h 2184935"/>
              <a:gd name="connsiteX14" fmla="*/ 981777 w 1982804"/>
              <a:gd name="connsiteY14" fmla="*/ 0 h 2184935"/>
              <a:gd name="connsiteX15" fmla="*/ 0 w 1982804"/>
              <a:gd name="connsiteY15" fmla="*/ 510139 h 2184935"/>
              <a:gd name="connsiteX0" fmla="*/ 0 w 1982804"/>
              <a:gd name="connsiteY0" fmla="*/ 510139 h 2184935"/>
              <a:gd name="connsiteX1" fmla="*/ 1010653 w 1982804"/>
              <a:gd name="connsiteY1" fmla="*/ 2184935 h 2184935"/>
              <a:gd name="connsiteX2" fmla="*/ 1126156 w 1982804"/>
              <a:gd name="connsiteY2" fmla="*/ 1963554 h 2184935"/>
              <a:gd name="connsiteX3" fmla="*/ 1193533 w 1982804"/>
              <a:gd name="connsiteY3" fmla="*/ 1848051 h 2184935"/>
              <a:gd name="connsiteX4" fmla="*/ 1347537 w 1982804"/>
              <a:gd name="connsiteY4" fmla="*/ 1559293 h 2184935"/>
              <a:gd name="connsiteX5" fmla="*/ 1434164 w 1982804"/>
              <a:gd name="connsiteY5" fmla="*/ 1357162 h 2184935"/>
              <a:gd name="connsiteX6" fmla="*/ 1559293 w 1982804"/>
              <a:gd name="connsiteY6" fmla="*/ 1164657 h 2184935"/>
              <a:gd name="connsiteX7" fmla="*/ 1713297 w 1982804"/>
              <a:gd name="connsiteY7" fmla="*/ 856649 h 2184935"/>
              <a:gd name="connsiteX8" fmla="*/ 1790299 w 1982804"/>
              <a:gd name="connsiteY8" fmla="*/ 770021 h 2184935"/>
              <a:gd name="connsiteX9" fmla="*/ 1867301 w 1982804"/>
              <a:gd name="connsiteY9" fmla="*/ 673769 h 2184935"/>
              <a:gd name="connsiteX10" fmla="*/ 1905802 w 1982804"/>
              <a:gd name="connsiteY10" fmla="*/ 616017 h 2184935"/>
              <a:gd name="connsiteX11" fmla="*/ 1982804 w 1982804"/>
              <a:gd name="connsiteY11" fmla="*/ 577516 h 2184935"/>
              <a:gd name="connsiteX12" fmla="*/ 1973179 w 1982804"/>
              <a:gd name="connsiteY12" fmla="*/ 539015 h 2184935"/>
              <a:gd name="connsiteX13" fmla="*/ 1973179 w 1982804"/>
              <a:gd name="connsiteY13" fmla="*/ 539015 h 2184935"/>
              <a:gd name="connsiteX14" fmla="*/ 981777 w 1982804"/>
              <a:gd name="connsiteY14" fmla="*/ 0 h 2184935"/>
              <a:gd name="connsiteX15" fmla="*/ 0 w 1982804"/>
              <a:gd name="connsiteY15" fmla="*/ 510139 h 2184935"/>
              <a:gd name="connsiteX0" fmla="*/ 0 w 1982804"/>
              <a:gd name="connsiteY0" fmla="*/ 510139 h 2184935"/>
              <a:gd name="connsiteX1" fmla="*/ 1010653 w 1982804"/>
              <a:gd name="connsiteY1" fmla="*/ 2184935 h 2184935"/>
              <a:gd name="connsiteX2" fmla="*/ 1126156 w 1982804"/>
              <a:gd name="connsiteY2" fmla="*/ 1963554 h 2184935"/>
              <a:gd name="connsiteX3" fmla="*/ 1193533 w 1982804"/>
              <a:gd name="connsiteY3" fmla="*/ 1848051 h 2184935"/>
              <a:gd name="connsiteX4" fmla="*/ 1347537 w 1982804"/>
              <a:gd name="connsiteY4" fmla="*/ 1559293 h 2184935"/>
              <a:gd name="connsiteX5" fmla="*/ 1434164 w 1982804"/>
              <a:gd name="connsiteY5" fmla="*/ 1357162 h 2184935"/>
              <a:gd name="connsiteX6" fmla="*/ 1559293 w 1982804"/>
              <a:gd name="connsiteY6" fmla="*/ 1164657 h 2184935"/>
              <a:gd name="connsiteX7" fmla="*/ 1713297 w 1982804"/>
              <a:gd name="connsiteY7" fmla="*/ 856649 h 2184935"/>
              <a:gd name="connsiteX8" fmla="*/ 1790299 w 1982804"/>
              <a:gd name="connsiteY8" fmla="*/ 770021 h 2184935"/>
              <a:gd name="connsiteX9" fmla="*/ 1867301 w 1982804"/>
              <a:gd name="connsiteY9" fmla="*/ 673769 h 2184935"/>
              <a:gd name="connsiteX10" fmla="*/ 1905802 w 1982804"/>
              <a:gd name="connsiteY10" fmla="*/ 616017 h 2184935"/>
              <a:gd name="connsiteX11" fmla="*/ 1982804 w 1982804"/>
              <a:gd name="connsiteY11" fmla="*/ 577516 h 2184935"/>
              <a:gd name="connsiteX12" fmla="*/ 1973179 w 1982804"/>
              <a:gd name="connsiteY12" fmla="*/ 539015 h 2184935"/>
              <a:gd name="connsiteX13" fmla="*/ 1973179 w 1982804"/>
              <a:gd name="connsiteY13" fmla="*/ 539015 h 2184935"/>
              <a:gd name="connsiteX14" fmla="*/ 981777 w 1982804"/>
              <a:gd name="connsiteY14" fmla="*/ 0 h 2184935"/>
              <a:gd name="connsiteX15" fmla="*/ 0 w 1982804"/>
              <a:gd name="connsiteY15" fmla="*/ 510139 h 2184935"/>
              <a:gd name="connsiteX0" fmla="*/ 0 w 1982804"/>
              <a:gd name="connsiteY0" fmla="*/ 510139 h 2184935"/>
              <a:gd name="connsiteX1" fmla="*/ 1010653 w 1982804"/>
              <a:gd name="connsiteY1" fmla="*/ 2184935 h 2184935"/>
              <a:gd name="connsiteX2" fmla="*/ 1126156 w 1982804"/>
              <a:gd name="connsiteY2" fmla="*/ 1963554 h 2184935"/>
              <a:gd name="connsiteX3" fmla="*/ 1193533 w 1982804"/>
              <a:gd name="connsiteY3" fmla="*/ 1848051 h 2184935"/>
              <a:gd name="connsiteX4" fmla="*/ 1347537 w 1982804"/>
              <a:gd name="connsiteY4" fmla="*/ 1559293 h 2184935"/>
              <a:gd name="connsiteX5" fmla="*/ 1434164 w 1982804"/>
              <a:gd name="connsiteY5" fmla="*/ 1357162 h 2184935"/>
              <a:gd name="connsiteX6" fmla="*/ 1559293 w 1982804"/>
              <a:gd name="connsiteY6" fmla="*/ 1164657 h 2184935"/>
              <a:gd name="connsiteX7" fmla="*/ 1713297 w 1982804"/>
              <a:gd name="connsiteY7" fmla="*/ 856649 h 2184935"/>
              <a:gd name="connsiteX8" fmla="*/ 1790299 w 1982804"/>
              <a:gd name="connsiteY8" fmla="*/ 770021 h 2184935"/>
              <a:gd name="connsiteX9" fmla="*/ 1867301 w 1982804"/>
              <a:gd name="connsiteY9" fmla="*/ 673769 h 2184935"/>
              <a:gd name="connsiteX10" fmla="*/ 1905802 w 1982804"/>
              <a:gd name="connsiteY10" fmla="*/ 616017 h 2184935"/>
              <a:gd name="connsiteX11" fmla="*/ 1982804 w 1982804"/>
              <a:gd name="connsiteY11" fmla="*/ 577516 h 2184935"/>
              <a:gd name="connsiteX12" fmla="*/ 1973179 w 1982804"/>
              <a:gd name="connsiteY12" fmla="*/ 539015 h 2184935"/>
              <a:gd name="connsiteX13" fmla="*/ 1973179 w 1982804"/>
              <a:gd name="connsiteY13" fmla="*/ 539015 h 2184935"/>
              <a:gd name="connsiteX14" fmla="*/ 981777 w 1982804"/>
              <a:gd name="connsiteY14" fmla="*/ 0 h 2184935"/>
              <a:gd name="connsiteX15" fmla="*/ 0 w 1982804"/>
              <a:gd name="connsiteY15" fmla="*/ 510139 h 2184935"/>
              <a:gd name="connsiteX0" fmla="*/ 0 w 1982804"/>
              <a:gd name="connsiteY0" fmla="*/ 510139 h 2184935"/>
              <a:gd name="connsiteX1" fmla="*/ 1010653 w 1982804"/>
              <a:gd name="connsiteY1" fmla="*/ 2184935 h 2184935"/>
              <a:gd name="connsiteX2" fmla="*/ 1126156 w 1982804"/>
              <a:gd name="connsiteY2" fmla="*/ 1963554 h 2184935"/>
              <a:gd name="connsiteX3" fmla="*/ 1193533 w 1982804"/>
              <a:gd name="connsiteY3" fmla="*/ 1848051 h 2184935"/>
              <a:gd name="connsiteX4" fmla="*/ 1347537 w 1982804"/>
              <a:gd name="connsiteY4" fmla="*/ 1559293 h 2184935"/>
              <a:gd name="connsiteX5" fmla="*/ 1434164 w 1982804"/>
              <a:gd name="connsiteY5" fmla="*/ 1357162 h 2184935"/>
              <a:gd name="connsiteX6" fmla="*/ 1559293 w 1982804"/>
              <a:gd name="connsiteY6" fmla="*/ 1164657 h 2184935"/>
              <a:gd name="connsiteX7" fmla="*/ 1713297 w 1982804"/>
              <a:gd name="connsiteY7" fmla="*/ 856649 h 2184935"/>
              <a:gd name="connsiteX8" fmla="*/ 1790299 w 1982804"/>
              <a:gd name="connsiteY8" fmla="*/ 770021 h 2184935"/>
              <a:gd name="connsiteX9" fmla="*/ 1867301 w 1982804"/>
              <a:gd name="connsiteY9" fmla="*/ 673769 h 2184935"/>
              <a:gd name="connsiteX10" fmla="*/ 1905802 w 1982804"/>
              <a:gd name="connsiteY10" fmla="*/ 616017 h 2184935"/>
              <a:gd name="connsiteX11" fmla="*/ 1982804 w 1982804"/>
              <a:gd name="connsiteY11" fmla="*/ 577516 h 2184935"/>
              <a:gd name="connsiteX12" fmla="*/ 1973179 w 1982804"/>
              <a:gd name="connsiteY12" fmla="*/ 539015 h 2184935"/>
              <a:gd name="connsiteX13" fmla="*/ 1973179 w 1982804"/>
              <a:gd name="connsiteY13" fmla="*/ 539015 h 2184935"/>
              <a:gd name="connsiteX14" fmla="*/ 981777 w 1982804"/>
              <a:gd name="connsiteY14" fmla="*/ 0 h 2184935"/>
              <a:gd name="connsiteX15" fmla="*/ 0 w 1982804"/>
              <a:gd name="connsiteY15" fmla="*/ 510139 h 2184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982804" h="2184935">
                <a:moveTo>
                  <a:pt x="0" y="510139"/>
                </a:moveTo>
                <a:lnTo>
                  <a:pt x="1010653" y="2184935"/>
                </a:lnTo>
                <a:cubicBezTo>
                  <a:pt x="1124040" y="2033751"/>
                  <a:pt x="1016849" y="2190575"/>
                  <a:pt x="1126156" y="1963554"/>
                </a:cubicBezTo>
                <a:cubicBezTo>
                  <a:pt x="1145492" y="1923394"/>
                  <a:pt x="1171074" y="1886552"/>
                  <a:pt x="1193533" y="1848051"/>
                </a:cubicBezTo>
                <a:cubicBezTo>
                  <a:pt x="1274939" y="1542780"/>
                  <a:pt x="1167480" y="1867964"/>
                  <a:pt x="1347537" y="1559293"/>
                </a:cubicBezTo>
                <a:cubicBezTo>
                  <a:pt x="1384473" y="1495975"/>
                  <a:pt x="1399505" y="1421754"/>
                  <a:pt x="1434164" y="1357162"/>
                </a:cubicBezTo>
                <a:cubicBezTo>
                  <a:pt x="1470350" y="1289724"/>
                  <a:pt x="1521516" y="1231216"/>
                  <a:pt x="1559293" y="1164657"/>
                </a:cubicBezTo>
                <a:cubicBezTo>
                  <a:pt x="1631731" y="1037028"/>
                  <a:pt x="1633071" y="976989"/>
                  <a:pt x="1713297" y="856649"/>
                </a:cubicBezTo>
                <a:cubicBezTo>
                  <a:pt x="1734728" y="824503"/>
                  <a:pt x="1765413" y="799573"/>
                  <a:pt x="1790299" y="770021"/>
                </a:cubicBezTo>
                <a:cubicBezTo>
                  <a:pt x="1816765" y="738593"/>
                  <a:pt x="1844510" y="707956"/>
                  <a:pt x="1867301" y="673769"/>
                </a:cubicBezTo>
                <a:cubicBezTo>
                  <a:pt x="1880135" y="654518"/>
                  <a:pt x="1884320" y="624609"/>
                  <a:pt x="1905802" y="616017"/>
                </a:cubicBezTo>
                <a:cubicBezTo>
                  <a:pt x="1964669" y="592471"/>
                  <a:pt x="1939552" y="606351"/>
                  <a:pt x="1982804" y="577516"/>
                </a:cubicBezTo>
                <a:lnTo>
                  <a:pt x="1973179" y="539015"/>
                </a:lnTo>
                <a:lnTo>
                  <a:pt x="1973179" y="539015"/>
                </a:lnTo>
                <a:cubicBezTo>
                  <a:pt x="1642712" y="359343"/>
                  <a:pt x="1427747" y="555058"/>
                  <a:pt x="981777" y="0"/>
                </a:cubicBezTo>
                <a:cubicBezTo>
                  <a:pt x="635268" y="497304"/>
                  <a:pt x="548640" y="407470"/>
                  <a:pt x="0" y="510139"/>
                </a:cubicBezTo>
                <a:close/>
              </a:path>
            </a:pathLst>
          </a:custGeom>
          <a:solidFill>
            <a:srgbClr val="2672E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35682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B57046-E794-41F6-A4AA-3E94BA9CB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003" y="-119113"/>
            <a:ext cx="6172200" cy="6172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97DA2A-3FF9-435D-8DD2-500435098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63403" y="-462013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021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F6F6F36-38E7-4BA9-8F98-2FE42F0B4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5354" y="-2380750"/>
            <a:ext cx="11575982" cy="11575982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764E121-ACAB-4374-84FE-05349EB9D5F2}"/>
              </a:ext>
            </a:extLst>
          </p:cNvPr>
          <p:cNvSpPr/>
          <p:nvPr/>
        </p:nvSpPr>
        <p:spPr>
          <a:xfrm>
            <a:off x="6636068" y="-2855068"/>
            <a:ext cx="12568136" cy="12568136"/>
          </a:xfrm>
          <a:custGeom>
            <a:avLst/>
            <a:gdLst>
              <a:gd name="connsiteX0" fmla="*/ 6051733 w 12568136"/>
              <a:gd name="connsiteY0" fmla="*/ 654909 h 12568136"/>
              <a:gd name="connsiteX1" fmla="*/ 5796845 w 12568136"/>
              <a:gd name="connsiteY1" fmla="*/ 735239 h 12568136"/>
              <a:gd name="connsiteX2" fmla="*/ 5518286 w 12568136"/>
              <a:gd name="connsiteY2" fmla="*/ 699404 h 12568136"/>
              <a:gd name="connsiteX3" fmla="*/ 4973769 w 12568136"/>
              <a:gd name="connsiteY3" fmla="*/ 831635 h 12568136"/>
              <a:gd name="connsiteX4" fmla="*/ 4764621 w 12568136"/>
              <a:gd name="connsiteY4" fmla="*/ 873036 h 12568136"/>
              <a:gd name="connsiteX5" fmla="*/ 4678833 w 12568136"/>
              <a:gd name="connsiteY5" fmla="*/ 1279133 h 12568136"/>
              <a:gd name="connsiteX6" fmla="*/ 4061140 w 12568136"/>
              <a:gd name="connsiteY6" fmla="*/ 1371144 h 12568136"/>
              <a:gd name="connsiteX7" fmla="*/ 3731190 w 12568136"/>
              <a:gd name="connsiteY7" fmla="*/ 1329677 h 12568136"/>
              <a:gd name="connsiteX8" fmla="*/ 3508164 w 12568136"/>
              <a:gd name="connsiteY8" fmla="*/ 1495690 h 12568136"/>
              <a:gd name="connsiteX9" fmla="*/ 3195648 w 12568136"/>
              <a:gd name="connsiteY9" fmla="*/ 1551442 h 12568136"/>
              <a:gd name="connsiteX10" fmla="*/ 3085856 w 12568136"/>
              <a:gd name="connsiteY10" fmla="*/ 1825376 h 12568136"/>
              <a:gd name="connsiteX11" fmla="*/ 2737581 w 12568136"/>
              <a:gd name="connsiteY11" fmla="*/ 2060056 h 12568136"/>
              <a:gd name="connsiteX12" fmla="*/ 2518344 w 12568136"/>
              <a:gd name="connsiteY12" fmla="*/ 2196161 h 12568136"/>
              <a:gd name="connsiteX13" fmla="*/ 2373744 w 12568136"/>
              <a:gd name="connsiteY13" fmla="*/ 2496717 h 12568136"/>
              <a:gd name="connsiteX14" fmla="*/ 2090347 w 12568136"/>
              <a:gd name="connsiteY14" fmla="*/ 2709201 h 12568136"/>
              <a:gd name="connsiteX15" fmla="*/ 2100969 w 12568136"/>
              <a:gd name="connsiteY15" fmla="*/ 3186893 h 12568136"/>
              <a:gd name="connsiteX16" fmla="*/ 1659162 w 12568136"/>
              <a:gd name="connsiteY16" fmla="*/ 3335770 h 12568136"/>
              <a:gd name="connsiteX17" fmla="*/ 1540211 w 12568136"/>
              <a:gd name="connsiteY17" fmla="*/ 3635668 h 12568136"/>
              <a:gd name="connsiteX18" fmla="*/ 1991582 w 12568136"/>
              <a:gd name="connsiteY18" fmla="*/ 4106933 h 12568136"/>
              <a:gd name="connsiteX19" fmla="*/ 1521413 w 12568136"/>
              <a:gd name="connsiteY19" fmla="*/ 5105234 h 12568136"/>
              <a:gd name="connsiteX20" fmla="*/ 1011677 w 12568136"/>
              <a:gd name="connsiteY20" fmla="*/ 5629269 h 12568136"/>
              <a:gd name="connsiteX21" fmla="*/ 1150449 w 12568136"/>
              <a:gd name="connsiteY21" fmla="*/ 6223346 h 12568136"/>
              <a:gd name="connsiteX22" fmla="*/ 1045663 w 12568136"/>
              <a:gd name="connsiteY22" fmla="*/ 6883118 h 12568136"/>
              <a:gd name="connsiteX23" fmla="*/ 1529953 w 12568136"/>
              <a:gd name="connsiteY23" fmla="*/ 7402940 h 12568136"/>
              <a:gd name="connsiteX24" fmla="*/ 1985917 w 12568136"/>
              <a:gd name="connsiteY24" fmla="*/ 8368319 h 12568136"/>
              <a:gd name="connsiteX25" fmla="*/ 2180287 w 12568136"/>
              <a:gd name="connsiteY25" fmla="*/ 9288602 h 12568136"/>
              <a:gd name="connsiteX26" fmla="*/ 2985198 w 12568136"/>
              <a:gd name="connsiteY26" fmla="*/ 9678241 h 12568136"/>
              <a:gd name="connsiteX27" fmla="*/ 3725715 w 12568136"/>
              <a:gd name="connsiteY27" fmla="*/ 10425051 h 12568136"/>
              <a:gd name="connsiteX28" fmla="*/ 5067677 w 12568136"/>
              <a:gd name="connsiteY28" fmla="*/ 10016922 h 12568136"/>
              <a:gd name="connsiteX29" fmla="*/ 5929600 w 12568136"/>
              <a:gd name="connsiteY29" fmla="*/ 11167353 h 12568136"/>
              <a:gd name="connsiteX30" fmla="*/ 6970393 w 12568136"/>
              <a:gd name="connsiteY30" fmla="*/ 10944573 h 12568136"/>
              <a:gd name="connsiteX31" fmla="*/ 7246521 w 12568136"/>
              <a:gd name="connsiteY31" fmla="*/ 9260868 h 12568136"/>
              <a:gd name="connsiteX32" fmla="*/ 9477791 w 12568136"/>
              <a:gd name="connsiteY32" fmla="*/ 8566814 h 12568136"/>
              <a:gd name="connsiteX33" fmla="*/ 10793705 w 12568136"/>
              <a:gd name="connsiteY33" fmla="*/ 8082705 h 12568136"/>
              <a:gd name="connsiteX34" fmla="*/ 10991952 w 12568136"/>
              <a:gd name="connsiteY34" fmla="*/ 7033067 h 12568136"/>
              <a:gd name="connsiteX35" fmla="*/ 11459251 w 12568136"/>
              <a:gd name="connsiteY35" fmla="*/ 6233345 h 12568136"/>
              <a:gd name="connsiteX36" fmla="*/ 10984875 w 12568136"/>
              <a:gd name="connsiteY36" fmla="*/ 5426479 h 12568136"/>
              <a:gd name="connsiteX37" fmla="*/ 10857428 w 12568136"/>
              <a:gd name="connsiteY37" fmla="*/ 4362559 h 12568136"/>
              <a:gd name="connsiteX38" fmla="*/ 10899912 w 12568136"/>
              <a:gd name="connsiteY38" fmla="*/ 3627098 h 12568136"/>
              <a:gd name="connsiteX39" fmla="*/ 10459169 w 12568136"/>
              <a:gd name="connsiteY39" fmla="*/ 3171899 h 12568136"/>
              <a:gd name="connsiteX40" fmla="*/ 10198970 w 12568136"/>
              <a:gd name="connsiteY40" fmla="*/ 2641724 h 12568136"/>
              <a:gd name="connsiteX41" fmla="*/ 9466171 w 12568136"/>
              <a:gd name="connsiteY41" fmla="*/ 2470354 h 12568136"/>
              <a:gd name="connsiteX42" fmla="*/ 9476789 w 12568136"/>
              <a:gd name="connsiteY42" fmla="*/ 1854495 h 12568136"/>
              <a:gd name="connsiteX43" fmla="*/ 9131252 w 12568136"/>
              <a:gd name="connsiteY43" fmla="*/ 1594179 h 12568136"/>
              <a:gd name="connsiteX44" fmla="*/ 8509106 w 12568136"/>
              <a:gd name="connsiteY44" fmla="*/ 1954876 h 12568136"/>
              <a:gd name="connsiteX45" fmla="*/ 7831152 w 12568136"/>
              <a:gd name="connsiteY45" fmla="*/ 1265078 h 12568136"/>
              <a:gd name="connsiteX46" fmla="*/ 7611521 w 12568136"/>
              <a:gd name="connsiteY46" fmla="*/ 874778 h 12568136"/>
              <a:gd name="connsiteX47" fmla="*/ 7253230 w 12568136"/>
              <a:gd name="connsiteY47" fmla="*/ 849137 h 12568136"/>
              <a:gd name="connsiteX48" fmla="*/ 6991633 w 12568136"/>
              <a:gd name="connsiteY48" fmla="*/ 703106 h 12568136"/>
              <a:gd name="connsiteX49" fmla="*/ 6684135 w 12568136"/>
              <a:gd name="connsiteY49" fmla="*/ 832142 h 12568136"/>
              <a:gd name="connsiteX50" fmla="*/ 6311932 w 12568136"/>
              <a:gd name="connsiteY50" fmla="*/ 778081 h 12568136"/>
              <a:gd name="connsiteX51" fmla="*/ 6051733 w 12568136"/>
              <a:gd name="connsiteY51" fmla="*/ 654909 h 12568136"/>
              <a:gd name="connsiteX52" fmla="*/ 6284068 w 12568136"/>
              <a:gd name="connsiteY52" fmla="*/ 0 h 12568136"/>
              <a:gd name="connsiteX53" fmla="*/ 12568136 w 12568136"/>
              <a:gd name="connsiteY53" fmla="*/ 6284068 h 12568136"/>
              <a:gd name="connsiteX54" fmla="*/ 6284068 w 12568136"/>
              <a:gd name="connsiteY54" fmla="*/ 12568136 h 12568136"/>
              <a:gd name="connsiteX55" fmla="*/ 0 w 12568136"/>
              <a:gd name="connsiteY55" fmla="*/ 6284068 h 12568136"/>
              <a:gd name="connsiteX56" fmla="*/ 6284068 w 12568136"/>
              <a:gd name="connsiteY56" fmla="*/ 0 h 12568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2568136" h="12568136">
                <a:moveTo>
                  <a:pt x="6051733" y="654909"/>
                </a:moveTo>
                <a:cubicBezTo>
                  <a:pt x="5880840" y="771749"/>
                  <a:pt x="5892832" y="752814"/>
                  <a:pt x="5796845" y="735239"/>
                </a:cubicBezTo>
                <a:cubicBezTo>
                  <a:pt x="5590146" y="840751"/>
                  <a:pt x="5681131" y="726180"/>
                  <a:pt x="5518286" y="699404"/>
                </a:cubicBezTo>
                <a:cubicBezTo>
                  <a:pt x="5219065" y="1146487"/>
                  <a:pt x="5163103" y="926762"/>
                  <a:pt x="4973769" y="831635"/>
                </a:cubicBezTo>
                <a:cubicBezTo>
                  <a:pt x="4800367" y="966786"/>
                  <a:pt x="4838557" y="834154"/>
                  <a:pt x="4764621" y="873036"/>
                </a:cubicBezTo>
                <a:cubicBezTo>
                  <a:pt x="4759535" y="1168012"/>
                  <a:pt x="4752902" y="1018631"/>
                  <a:pt x="4678833" y="1279133"/>
                </a:cubicBezTo>
                <a:cubicBezTo>
                  <a:pt x="4395118" y="1472344"/>
                  <a:pt x="4239341" y="1379679"/>
                  <a:pt x="4061140" y="1371144"/>
                </a:cubicBezTo>
                <a:cubicBezTo>
                  <a:pt x="3904972" y="1392955"/>
                  <a:pt x="3963056" y="1418336"/>
                  <a:pt x="3731190" y="1329677"/>
                </a:cubicBezTo>
                <a:cubicBezTo>
                  <a:pt x="3638144" y="1339724"/>
                  <a:pt x="3634594" y="1453374"/>
                  <a:pt x="3508164" y="1495690"/>
                </a:cubicBezTo>
                <a:cubicBezTo>
                  <a:pt x="3424217" y="1575493"/>
                  <a:pt x="3330639" y="1568792"/>
                  <a:pt x="3195648" y="1551442"/>
                </a:cubicBezTo>
                <a:cubicBezTo>
                  <a:pt x="3224027" y="1672989"/>
                  <a:pt x="3263415" y="1691162"/>
                  <a:pt x="3085856" y="1825376"/>
                </a:cubicBezTo>
                <a:cubicBezTo>
                  <a:pt x="3049262" y="1895636"/>
                  <a:pt x="2963216" y="2046750"/>
                  <a:pt x="2737581" y="2060056"/>
                </a:cubicBezTo>
                <a:cubicBezTo>
                  <a:pt x="2658396" y="2129708"/>
                  <a:pt x="2692621" y="2185149"/>
                  <a:pt x="2518344" y="2196161"/>
                </a:cubicBezTo>
                <a:cubicBezTo>
                  <a:pt x="2463015" y="2267153"/>
                  <a:pt x="2434633" y="2341056"/>
                  <a:pt x="2373744" y="2496717"/>
                </a:cubicBezTo>
                <a:cubicBezTo>
                  <a:pt x="2312856" y="2600969"/>
                  <a:pt x="2237235" y="2636834"/>
                  <a:pt x="2090347" y="2709201"/>
                </a:cubicBezTo>
                <a:cubicBezTo>
                  <a:pt x="2161176" y="2856541"/>
                  <a:pt x="2173188" y="3029091"/>
                  <a:pt x="2100969" y="3186893"/>
                </a:cubicBezTo>
                <a:cubicBezTo>
                  <a:pt x="1943789" y="3282572"/>
                  <a:pt x="1898475" y="3305781"/>
                  <a:pt x="1659162" y="3335770"/>
                </a:cubicBezTo>
                <a:cubicBezTo>
                  <a:pt x="1683234" y="3498572"/>
                  <a:pt x="1661636" y="3511785"/>
                  <a:pt x="1540211" y="3635668"/>
                </a:cubicBezTo>
                <a:cubicBezTo>
                  <a:pt x="1678985" y="3801326"/>
                  <a:pt x="1803726" y="3880573"/>
                  <a:pt x="1991582" y="4106933"/>
                </a:cubicBezTo>
                <a:cubicBezTo>
                  <a:pt x="2009511" y="4444685"/>
                  <a:pt x="1750411" y="4846993"/>
                  <a:pt x="1521413" y="5105234"/>
                </a:cubicBezTo>
                <a:cubicBezTo>
                  <a:pt x="1343004" y="5405582"/>
                  <a:pt x="1266553" y="5440310"/>
                  <a:pt x="1011677" y="5629269"/>
                </a:cubicBezTo>
                <a:cubicBezTo>
                  <a:pt x="1218898" y="5786109"/>
                  <a:pt x="1195289" y="6023891"/>
                  <a:pt x="1150449" y="6223346"/>
                </a:cubicBezTo>
                <a:cubicBezTo>
                  <a:pt x="1267037" y="6448505"/>
                  <a:pt x="1056048" y="6708416"/>
                  <a:pt x="1045663" y="6883118"/>
                </a:cubicBezTo>
                <a:cubicBezTo>
                  <a:pt x="1324153" y="6980703"/>
                  <a:pt x="1387878" y="7134937"/>
                  <a:pt x="1529953" y="7402940"/>
                </a:cubicBezTo>
                <a:cubicBezTo>
                  <a:pt x="1765488" y="7602395"/>
                  <a:pt x="2034633" y="8050133"/>
                  <a:pt x="1985917" y="8368319"/>
                </a:cubicBezTo>
                <a:cubicBezTo>
                  <a:pt x="2183592" y="8583684"/>
                  <a:pt x="2173827" y="9053597"/>
                  <a:pt x="2180287" y="9288602"/>
                </a:cubicBezTo>
                <a:cubicBezTo>
                  <a:pt x="2475619" y="9257986"/>
                  <a:pt x="2646244" y="9365718"/>
                  <a:pt x="2985198" y="9678241"/>
                </a:cubicBezTo>
                <a:cubicBezTo>
                  <a:pt x="3358139" y="9793691"/>
                  <a:pt x="3598718" y="10227975"/>
                  <a:pt x="3725715" y="10425051"/>
                </a:cubicBezTo>
                <a:cubicBezTo>
                  <a:pt x="4039628" y="10219408"/>
                  <a:pt x="4487249" y="10043154"/>
                  <a:pt x="5067677" y="10016922"/>
                </a:cubicBezTo>
                <a:cubicBezTo>
                  <a:pt x="5342240" y="10110649"/>
                  <a:pt x="5786654" y="10792820"/>
                  <a:pt x="5929600" y="11167353"/>
                </a:cubicBezTo>
                <a:cubicBezTo>
                  <a:pt x="6267959" y="10924955"/>
                  <a:pt x="6639748" y="10966708"/>
                  <a:pt x="6970393" y="10944573"/>
                </a:cubicBezTo>
                <a:cubicBezTo>
                  <a:pt x="6995173" y="10219822"/>
                  <a:pt x="7137083" y="9792355"/>
                  <a:pt x="7246521" y="9260868"/>
                </a:cubicBezTo>
                <a:cubicBezTo>
                  <a:pt x="7738292" y="8943597"/>
                  <a:pt x="8840218" y="8567350"/>
                  <a:pt x="9477791" y="8566814"/>
                </a:cubicBezTo>
                <a:cubicBezTo>
                  <a:pt x="9833829" y="8317384"/>
                  <a:pt x="10246505" y="8139347"/>
                  <a:pt x="10793705" y="8082705"/>
                </a:cubicBezTo>
                <a:cubicBezTo>
                  <a:pt x="10784097" y="7879442"/>
                  <a:pt x="10814949" y="7304403"/>
                  <a:pt x="10991952" y="7033067"/>
                </a:cubicBezTo>
                <a:cubicBezTo>
                  <a:pt x="11034437" y="6718889"/>
                  <a:pt x="11183120" y="6394005"/>
                  <a:pt x="11459251" y="6233345"/>
                </a:cubicBezTo>
                <a:cubicBezTo>
                  <a:pt x="11317647" y="6154802"/>
                  <a:pt x="11112318" y="5940587"/>
                  <a:pt x="10984875" y="5426479"/>
                </a:cubicBezTo>
                <a:cubicBezTo>
                  <a:pt x="10816129" y="5131341"/>
                  <a:pt x="10680422" y="4676737"/>
                  <a:pt x="10857428" y="4362559"/>
                </a:cubicBezTo>
                <a:cubicBezTo>
                  <a:pt x="10751224" y="4055523"/>
                  <a:pt x="10779842" y="3971919"/>
                  <a:pt x="10899912" y="3627098"/>
                </a:cubicBezTo>
                <a:cubicBezTo>
                  <a:pt x="10724676" y="3548553"/>
                  <a:pt x="10554754" y="3395037"/>
                  <a:pt x="10459169" y="3171899"/>
                </a:cubicBezTo>
                <a:cubicBezTo>
                  <a:pt x="10317565" y="3029091"/>
                  <a:pt x="10170649" y="2870216"/>
                  <a:pt x="10198970" y="2641724"/>
                </a:cubicBezTo>
                <a:cubicBezTo>
                  <a:pt x="9915762" y="2609592"/>
                  <a:pt x="9754689" y="2631011"/>
                  <a:pt x="9466171" y="2470354"/>
                </a:cubicBezTo>
                <a:cubicBezTo>
                  <a:pt x="9406117" y="2174267"/>
                  <a:pt x="9401624" y="2138869"/>
                  <a:pt x="9476789" y="1854495"/>
                </a:cubicBezTo>
                <a:cubicBezTo>
                  <a:pt x="9222724" y="1811108"/>
                  <a:pt x="9235006" y="1738999"/>
                  <a:pt x="9131252" y="1594179"/>
                </a:cubicBezTo>
                <a:cubicBezTo>
                  <a:pt x="8913681" y="1767280"/>
                  <a:pt x="8829546" y="1859803"/>
                  <a:pt x="8509106" y="1954876"/>
                </a:cubicBezTo>
                <a:cubicBezTo>
                  <a:pt x="8296651" y="1889268"/>
                  <a:pt x="7934853" y="1651900"/>
                  <a:pt x="7831152" y="1265078"/>
                </a:cubicBezTo>
                <a:cubicBezTo>
                  <a:pt x="7684210" y="1115444"/>
                  <a:pt x="7695953" y="1159968"/>
                  <a:pt x="7611521" y="874778"/>
                </a:cubicBezTo>
                <a:cubicBezTo>
                  <a:pt x="7429347" y="933505"/>
                  <a:pt x="7476437" y="888588"/>
                  <a:pt x="7253230" y="849137"/>
                </a:cubicBezTo>
                <a:cubicBezTo>
                  <a:pt x="7125134" y="812492"/>
                  <a:pt x="7090022" y="742535"/>
                  <a:pt x="6991633" y="703106"/>
                </a:cubicBezTo>
                <a:cubicBezTo>
                  <a:pt x="6872002" y="776140"/>
                  <a:pt x="6870877" y="828571"/>
                  <a:pt x="6684135" y="832142"/>
                </a:cubicBezTo>
                <a:cubicBezTo>
                  <a:pt x="6452025" y="852432"/>
                  <a:pt x="6417332" y="812082"/>
                  <a:pt x="6311932" y="778081"/>
                </a:cubicBezTo>
                <a:cubicBezTo>
                  <a:pt x="6206531" y="797632"/>
                  <a:pt x="6140236" y="777188"/>
                  <a:pt x="6051733" y="654909"/>
                </a:cubicBezTo>
                <a:close/>
                <a:moveTo>
                  <a:pt x="6284068" y="0"/>
                </a:moveTo>
                <a:cubicBezTo>
                  <a:pt x="9754663" y="0"/>
                  <a:pt x="12568136" y="2813473"/>
                  <a:pt x="12568136" y="6284068"/>
                </a:cubicBezTo>
                <a:cubicBezTo>
                  <a:pt x="12568136" y="9754663"/>
                  <a:pt x="9754663" y="12568136"/>
                  <a:pt x="6284068" y="12568136"/>
                </a:cubicBezTo>
                <a:cubicBezTo>
                  <a:pt x="2813473" y="12568136"/>
                  <a:pt x="0" y="9754663"/>
                  <a:pt x="0" y="6284068"/>
                </a:cubicBezTo>
                <a:cubicBezTo>
                  <a:pt x="0" y="2813473"/>
                  <a:pt x="2813473" y="0"/>
                  <a:pt x="6284068" y="0"/>
                </a:cubicBezTo>
                <a:close/>
              </a:path>
            </a:pathLst>
          </a:cu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ACF11D-55DD-4ACF-86D7-DB4F5D770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1396"/>
            <a:ext cx="6858000" cy="6858000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FE6234A3-CC00-45F8-A590-4E9A774BB397}"/>
              </a:ext>
            </a:extLst>
          </p:cNvPr>
          <p:cNvSpPr/>
          <p:nvPr/>
        </p:nvSpPr>
        <p:spPr>
          <a:xfrm>
            <a:off x="272629" y="218872"/>
            <a:ext cx="6246707" cy="6232524"/>
          </a:xfrm>
          <a:custGeom>
            <a:avLst/>
            <a:gdLst>
              <a:gd name="connsiteX0" fmla="*/ 0 w 2129859"/>
              <a:gd name="connsiteY0" fmla="*/ 0 h 5120640"/>
              <a:gd name="connsiteX1" fmla="*/ 2129859 w 2129859"/>
              <a:gd name="connsiteY1" fmla="*/ 0 h 5120640"/>
              <a:gd name="connsiteX2" fmla="*/ 2129859 w 2129859"/>
              <a:gd name="connsiteY2" fmla="*/ 5120640 h 5120640"/>
              <a:gd name="connsiteX3" fmla="*/ 0 w 2129859"/>
              <a:gd name="connsiteY3" fmla="*/ 5120640 h 5120640"/>
              <a:gd name="connsiteX4" fmla="*/ 0 w 2129859"/>
              <a:gd name="connsiteY4" fmla="*/ 0 h 5120640"/>
              <a:gd name="connsiteX0" fmla="*/ 0 w 2129859"/>
              <a:gd name="connsiteY0" fmla="*/ 283344 h 5403984"/>
              <a:gd name="connsiteX1" fmla="*/ 1220537 w 2129859"/>
              <a:gd name="connsiteY1" fmla="*/ 0 h 5403984"/>
              <a:gd name="connsiteX2" fmla="*/ 2129859 w 2129859"/>
              <a:gd name="connsiteY2" fmla="*/ 283344 h 5403984"/>
              <a:gd name="connsiteX3" fmla="*/ 2129859 w 2129859"/>
              <a:gd name="connsiteY3" fmla="*/ 5403984 h 5403984"/>
              <a:gd name="connsiteX4" fmla="*/ 0 w 2129859"/>
              <a:gd name="connsiteY4" fmla="*/ 5403984 h 5403984"/>
              <a:gd name="connsiteX5" fmla="*/ 0 w 2129859"/>
              <a:gd name="connsiteY5" fmla="*/ 283344 h 5403984"/>
              <a:gd name="connsiteX0" fmla="*/ 0 w 2129859"/>
              <a:gd name="connsiteY0" fmla="*/ 283344 h 5403984"/>
              <a:gd name="connsiteX1" fmla="*/ 1220537 w 2129859"/>
              <a:gd name="connsiteY1" fmla="*/ 0 h 5403984"/>
              <a:gd name="connsiteX2" fmla="*/ 1677737 w 2129859"/>
              <a:gd name="connsiteY2" fmla="*/ 165100 h 5403984"/>
              <a:gd name="connsiteX3" fmla="*/ 2129859 w 2129859"/>
              <a:gd name="connsiteY3" fmla="*/ 283344 h 5403984"/>
              <a:gd name="connsiteX4" fmla="*/ 2129859 w 2129859"/>
              <a:gd name="connsiteY4" fmla="*/ 5403984 h 5403984"/>
              <a:gd name="connsiteX5" fmla="*/ 0 w 2129859"/>
              <a:gd name="connsiteY5" fmla="*/ 5403984 h 5403984"/>
              <a:gd name="connsiteX6" fmla="*/ 0 w 2129859"/>
              <a:gd name="connsiteY6" fmla="*/ 283344 h 5403984"/>
              <a:gd name="connsiteX0" fmla="*/ 0 w 3158559"/>
              <a:gd name="connsiteY0" fmla="*/ 1235844 h 5403984"/>
              <a:gd name="connsiteX1" fmla="*/ 2249237 w 3158559"/>
              <a:gd name="connsiteY1" fmla="*/ 0 h 5403984"/>
              <a:gd name="connsiteX2" fmla="*/ 2706437 w 3158559"/>
              <a:gd name="connsiteY2" fmla="*/ 165100 h 5403984"/>
              <a:gd name="connsiteX3" fmla="*/ 3158559 w 3158559"/>
              <a:gd name="connsiteY3" fmla="*/ 283344 h 5403984"/>
              <a:gd name="connsiteX4" fmla="*/ 3158559 w 3158559"/>
              <a:gd name="connsiteY4" fmla="*/ 5403984 h 5403984"/>
              <a:gd name="connsiteX5" fmla="*/ 1028700 w 3158559"/>
              <a:gd name="connsiteY5" fmla="*/ 5403984 h 5403984"/>
              <a:gd name="connsiteX6" fmla="*/ 0 w 3158559"/>
              <a:gd name="connsiteY6" fmla="*/ 1235844 h 5403984"/>
              <a:gd name="connsiteX0" fmla="*/ 22550 w 3181109"/>
              <a:gd name="connsiteY0" fmla="*/ 1235844 h 5403984"/>
              <a:gd name="connsiteX1" fmla="*/ 500137 w 3181109"/>
              <a:gd name="connsiteY1" fmla="*/ 1009650 h 5403984"/>
              <a:gd name="connsiteX2" fmla="*/ 2271787 w 3181109"/>
              <a:gd name="connsiteY2" fmla="*/ 0 h 5403984"/>
              <a:gd name="connsiteX3" fmla="*/ 2728987 w 3181109"/>
              <a:gd name="connsiteY3" fmla="*/ 165100 h 5403984"/>
              <a:gd name="connsiteX4" fmla="*/ 3181109 w 3181109"/>
              <a:gd name="connsiteY4" fmla="*/ 283344 h 5403984"/>
              <a:gd name="connsiteX5" fmla="*/ 3181109 w 3181109"/>
              <a:gd name="connsiteY5" fmla="*/ 5403984 h 5403984"/>
              <a:gd name="connsiteX6" fmla="*/ 1051250 w 3181109"/>
              <a:gd name="connsiteY6" fmla="*/ 5403984 h 5403984"/>
              <a:gd name="connsiteX7" fmla="*/ 22550 w 3181109"/>
              <a:gd name="connsiteY7" fmla="*/ 1235844 h 5403984"/>
              <a:gd name="connsiteX0" fmla="*/ 11116 w 3169675"/>
              <a:gd name="connsiteY0" fmla="*/ 1235844 h 5403984"/>
              <a:gd name="connsiteX1" fmla="*/ 488703 w 3169675"/>
              <a:gd name="connsiteY1" fmla="*/ 1009650 h 5403984"/>
              <a:gd name="connsiteX2" fmla="*/ 2260353 w 3169675"/>
              <a:gd name="connsiteY2" fmla="*/ 0 h 5403984"/>
              <a:gd name="connsiteX3" fmla="*/ 2717553 w 3169675"/>
              <a:gd name="connsiteY3" fmla="*/ 165100 h 5403984"/>
              <a:gd name="connsiteX4" fmla="*/ 3169675 w 3169675"/>
              <a:gd name="connsiteY4" fmla="*/ 283344 h 5403984"/>
              <a:gd name="connsiteX5" fmla="*/ 3169675 w 3169675"/>
              <a:gd name="connsiteY5" fmla="*/ 5403984 h 5403984"/>
              <a:gd name="connsiteX6" fmla="*/ 1039816 w 3169675"/>
              <a:gd name="connsiteY6" fmla="*/ 5403984 h 5403984"/>
              <a:gd name="connsiteX7" fmla="*/ 11116 w 3169675"/>
              <a:gd name="connsiteY7" fmla="*/ 1235844 h 5403984"/>
              <a:gd name="connsiteX0" fmla="*/ 11116 w 3169675"/>
              <a:gd name="connsiteY0" fmla="*/ 1235844 h 5403984"/>
              <a:gd name="connsiteX1" fmla="*/ 488703 w 3169675"/>
              <a:gd name="connsiteY1" fmla="*/ 1009650 h 5403984"/>
              <a:gd name="connsiteX2" fmla="*/ 2260353 w 3169675"/>
              <a:gd name="connsiteY2" fmla="*/ 0 h 5403984"/>
              <a:gd name="connsiteX3" fmla="*/ 2717553 w 3169675"/>
              <a:gd name="connsiteY3" fmla="*/ 165100 h 5403984"/>
              <a:gd name="connsiteX4" fmla="*/ 3169675 w 3169675"/>
              <a:gd name="connsiteY4" fmla="*/ 283344 h 5403984"/>
              <a:gd name="connsiteX5" fmla="*/ 3169675 w 3169675"/>
              <a:gd name="connsiteY5" fmla="*/ 5403984 h 5403984"/>
              <a:gd name="connsiteX6" fmla="*/ 1039816 w 3169675"/>
              <a:gd name="connsiteY6" fmla="*/ 5403984 h 5403984"/>
              <a:gd name="connsiteX7" fmla="*/ 11116 w 3169675"/>
              <a:gd name="connsiteY7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2249237 w 3158559"/>
              <a:gd name="connsiteY2" fmla="*/ 0 h 5403984"/>
              <a:gd name="connsiteX3" fmla="*/ 2706437 w 3158559"/>
              <a:gd name="connsiteY3" fmla="*/ 165100 h 5403984"/>
              <a:gd name="connsiteX4" fmla="*/ 3158559 w 3158559"/>
              <a:gd name="connsiteY4" fmla="*/ 283344 h 5403984"/>
              <a:gd name="connsiteX5" fmla="*/ 3158559 w 3158559"/>
              <a:gd name="connsiteY5" fmla="*/ 5403984 h 5403984"/>
              <a:gd name="connsiteX6" fmla="*/ 1028700 w 3158559"/>
              <a:gd name="connsiteY6" fmla="*/ 5403984 h 5403984"/>
              <a:gd name="connsiteX7" fmla="*/ 0 w 3158559"/>
              <a:gd name="connsiteY7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90337 w 3158559"/>
              <a:gd name="connsiteY2" fmla="*/ 635000 h 5403984"/>
              <a:gd name="connsiteX3" fmla="*/ 2249237 w 3158559"/>
              <a:gd name="connsiteY3" fmla="*/ 0 h 5403984"/>
              <a:gd name="connsiteX4" fmla="*/ 2706437 w 3158559"/>
              <a:gd name="connsiteY4" fmla="*/ 165100 h 5403984"/>
              <a:gd name="connsiteX5" fmla="*/ 3158559 w 3158559"/>
              <a:gd name="connsiteY5" fmla="*/ 283344 h 5403984"/>
              <a:gd name="connsiteX6" fmla="*/ 3158559 w 3158559"/>
              <a:gd name="connsiteY6" fmla="*/ 5403984 h 5403984"/>
              <a:gd name="connsiteX7" fmla="*/ 1028700 w 3158559"/>
              <a:gd name="connsiteY7" fmla="*/ 5403984 h 5403984"/>
              <a:gd name="connsiteX8" fmla="*/ 0 w 3158559"/>
              <a:gd name="connsiteY8" fmla="*/ 1235844 h 5403984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90337 w 3158559"/>
              <a:gd name="connsiteY2" fmla="*/ 635016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90337 w 3158559"/>
              <a:gd name="connsiteY2" fmla="*/ 635016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62820 w 3158559"/>
              <a:gd name="connsiteY2" fmla="*/ 624433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0 h 5404000"/>
              <a:gd name="connsiteX1" fmla="*/ 477587 w 3158559"/>
              <a:gd name="connsiteY1" fmla="*/ 1009666 h 5404000"/>
              <a:gd name="connsiteX2" fmla="*/ 862820 w 3158559"/>
              <a:gd name="connsiteY2" fmla="*/ 624433 h 5404000"/>
              <a:gd name="connsiteX3" fmla="*/ 1099887 w 3158559"/>
              <a:gd name="connsiteY3" fmla="*/ 304816 h 5404000"/>
              <a:gd name="connsiteX4" fmla="*/ 2249237 w 3158559"/>
              <a:gd name="connsiteY4" fmla="*/ 16 h 5404000"/>
              <a:gd name="connsiteX5" fmla="*/ 2706437 w 3158559"/>
              <a:gd name="connsiteY5" fmla="*/ 165116 h 5404000"/>
              <a:gd name="connsiteX6" fmla="*/ 3158559 w 3158559"/>
              <a:gd name="connsiteY6" fmla="*/ 283360 h 5404000"/>
              <a:gd name="connsiteX7" fmla="*/ 3158559 w 3158559"/>
              <a:gd name="connsiteY7" fmla="*/ 5404000 h 5404000"/>
              <a:gd name="connsiteX8" fmla="*/ 1028700 w 3158559"/>
              <a:gd name="connsiteY8" fmla="*/ 5404000 h 5404000"/>
              <a:gd name="connsiteX9" fmla="*/ 0 w 3158559"/>
              <a:gd name="connsiteY9" fmla="*/ 1235860 h 5404000"/>
              <a:gd name="connsiteX0" fmla="*/ 0 w 3158559"/>
              <a:gd name="connsiteY0" fmla="*/ 1235861 h 5404001"/>
              <a:gd name="connsiteX1" fmla="*/ 477587 w 3158559"/>
              <a:gd name="connsiteY1" fmla="*/ 1009667 h 5404001"/>
              <a:gd name="connsiteX2" fmla="*/ 862820 w 3158559"/>
              <a:gd name="connsiteY2" fmla="*/ 624434 h 5404001"/>
              <a:gd name="connsiteX3" fmla="*/ 1051204 w 3158559"/>
              <a:gd name="connsiteY3" fmla="*/ 290001 h 5404001"/>
              <a:gd name="connsiteX4" fmla="*/ 2249237 w 3158559"/>
              <a:gd name="connsiteY4" fmla="*/ 17 h 5404001"/>
              <a:gd name="connsiteX5" fmla="*/ 2706437 w 3158559"/>
              <a:gd name="connsiteY5" fmla="*/ 165117 h 5404001"/>
              <a:gd name="connsiteX6" fmla="*/ 3158559 w 3158559"/>
              <a:gd name="connsiteY6" fmla="*/ 283361 h 5404001"/>
              <a:gd name="connsiteX7" fmla="*/ 3158559 w 3158559"/>
              <a:gd name="connsiteY7" fmla="*/ 5404001 h 5404001"/>
              <a:gd name="connsiteX8" fmla="*/ 1028700 w 3158559"/>
              <a:gd name="connsiteY8" fmla="*/ 5404001 h 5404001"/>
              <a:gd name="connsiteX9" fmla="*/ 0 w 3158559"/>
              <a:gd name="connsiteY9" fmla="*/ 1235861 h 5404001"/>
              <a:gd name="connsiteX0" fmla="*/ 0 w 3158559"/>
              <a:gd name="connsiteY0" fmla="*/ 1235861 h 5404001"/>
              <a:gd name="connsiteX1" fmla="*/ 477587 w 3158559"/>
              <a:gd name="connsiteY1" fmla="*/ 1009667 h 5404001"/>
              <a:gd name="connsiteX2" fmla="*/ 862820 w 3158559"/>
              <a:gd name="connsiteY2" fmla="*/ 624434 h 5404001"/>
              <a:gd name="connsiteX3" fmla="*/ 1051204 w 3158559"/>
              <a:gd name="connsiteY3" fmla="*/ 290001 h 5404001"/>
              <a:gd name="connsiteX4" fmla="*/ 2249237 w 3158559"/>
              <a:gd name="connsiteY4" fmla="*/ 17 h 5404001"/>
              <a:gd name="connsiteX5" fmla="*/ 2706437 w 3158559"/>
              <a:gd name="connsiteY5" fmla="*/ 165117 h 5404001"/>
              <a:gd name="connsiteX6" fmla="*/ 3158559 w 3158559"/>
              <a:gd name="connsiteY6" fmla="*/ 283361 h 5404001"/>
              <a:gd name="connsiteX7" fmla="*/ 3158559 w 3158559"/>
              <a:gd name="connsiteY7" fmla="*/ 5404001 h 5404001"/>
              <a:gd name="connsiteX8" fmla="*/ 1028700 w 3158559"/>
              <a:gd name="connsiteY8" fmla="*/ 5404001 h 5404001"/>
              <a:gd name="connsiteX9" fmla="*/ 0 w 3158559"/>
              <a:gd name="connsiteY9" fmla="*/ 1235861 h 5404001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5844 h 5403984"/>
              <a:gd name="connsiteX1" fmla="*/ 477587 w 3158559"/>
              <a:gd name="connsiteY1" fmla="*/ 1009650 h 5403984"/>
              <a:gd name="connsiteX2" fmla="*/ 862820 w 3158559"/>
              <a:gd name="connsiteY2" fmla="*/ 624417 h 5403984"/>
              <a:gd name="connsiteX3" fmla="*/ 1051204 w 3158559"/>
              <a:gd name="connsiteY3" fmla="*/ 289984 h 5403984"/>
              <a:gd name="connsiteX4" fmla="*/ 1391987 w 3158559"/>
              <a:gd name="connsiteY4" fmla="*/ 245534 h 5403984"/>
              <a:gd name="connsiteX5" fmla="*/ 2249237 w 3158559"/>
              <a:gd name="connsiteY5" fmla="*/ 0 h 5403984"/>
              <a:gd name="connsiteX6" fmla="*/ 2706437 w 3158559"/>
              <a:gd name="connsiteY6" fmla="*/ 165100 h 5403984"/>
              <a:gd name="connsiteX7" fmla="*/ 3158559 w 3158559"/>
              <a:gd name="connsiteY7" fmla="*/ 283344 h 5403984"/>
              <a:gd name="connsiteX8" fmla="*/ 3158559 w 3158559"/>
              <a:gd name="connsiteY8" fmla="*/ 5403984 h 5403984"/>
              <a:gd name="connsiteX9" fmla="*/ 1028700 w 3158559"/>
              <a:gd name="connsiteY9" fmla="*/ 5403984 h 5403984"/>
              <a:gd name="connsiteX10" fmla="*/ 0 w 3158559"/>
              <a:gd name="connsiteY10" fmla="*/ 1235844 h 5403984"/>
              <a:gd name="connsiteX0" fmla="*/ 0 w 3158559"/>
              <a:gd name="connsiteY0" fmla="*/ 1238001 h 5406141"/>
              <a:gd name="connsiteX1" fmla="*/ 477587 w 3158559"/>
              <a:gd name="connsiteY1" fmla="*/ 1011807 h 5406141"/>
              <a:gd name="connsiteX2" fmla="*/ 862820 w 3158559"/>
              <a:gd name="connsiteY2" fmla="*/ 626574 h 5406141"/>
              <a:gd name="connsiteX3" fmla="*/ 1051204 w 3158559"/>
              <a:gd name="connsiteY3" fmla="*/ 292141 h 5406141"/>
              <a:gd name="connsiteX4" fmla="*/ 1391987 w 3158559"/>
              <a:gd name="connsiteY4" fmla="*/ 247691 h 5406141"/>
              <a:gd name="connsiteX5" fmla="*/ 1688320 w 3158559"/>
              <a:gd name="connsiteY5" fmla="*/ 93174 h 5406141"/>
              <a:gd name="connsiteX6" fmla="*/ 2249237 w 3158559"/>
              <a:gd name="connsiteY6" fmla="*/ 2157 h 5406141"/>
              <a:gd name="connsiteX7" fmla="*/ 2706437 w 3158559"/>
              <a:gd name="connsiteY7" fmla="*/ 167257 h 5406141"/>
              <a:gd name="connsiteX8" fmla="*/ 3158559 w 3158559"/>
              <a:gd name="connsiteY8" fmla="*/ 285501 h 5406141"/>
              <a:gd name="connsiteX9" fmla="*/ 3158559 w 3158559"/>
              <a:gd name="connsiteY9" fmla="*/ 5406141 h 5406141"/>
              <a:gd name="connsiteX10" fmla="*/ 1028700 w 3158559"/>
              <a:gd name="connsiteY10" fmla="*/ 5406141 h 5406141"/>
              <a:gd name="connsiteX11" fmla="*/ 0 w 3158559"/>
              <a:gd name="connsiteY11" fmla="*/ 1238001 h 5406141"/>
              <a:gd name="connsiteX0" fmla="*/ 0 w 3158559"/>
              <a:gd name="connsiteY0" fmla="*/ 1238001 h 5406141"/>
              <a:gd name="connsiteX1" fmla="*/ 477587 w 3158559"/>
              <a:gd name="connsiteY1" fmla="*/ 1011807 h 5406141"/>
              <a:gd name="connsiteX2" fmla="*/ 862820 w 3158559"/>
              <a:gd name="connsiteY2" fmla="*/ 626574 h 5406141"/>
              <a:gd name="connsiteX3" fmla="*/ 1051204 w 3158559"/>
              <a:gd name="connsiteY3" fmla="*/ 292141 h 5406141"/>
              <a:gd name="connsiteX4" fmla="*/ 1391987 w 3158559"/>
              <a:gd name="connsiteY4" fmla="*/ 247691 h 5406141"/>
              <a:gd name="connsiteX5" fmla="*/ 1688320 w 3158559"/>
              <a:gd name="connsiteY5" fmla="*/ 93174 h 5406141"/>
              <a:gd name="connsiteX6" fmla="*/ 2249237 w 3158559"/>
              <a:gd name="connsiteY6" fmla="*/ 2157 h 5406141"/>
              <a:gd name="connsiteX7" fmla="*/ 2706437 w 3158559"/>
              <a:gd name="connsiteY7" fmla="*/ 167257 h 5406141"/>
              <a:gd name="connsiteX8" fmla="*/ 3158559 w 3158559"/>
              <a:gd name="connsiteY8" fmla="*/ 285501 h 5406141"/>
              <a:gd name="connsiteX9" fmla="*/ 3158559 w 3158559"/>
              <a:gd name="connsiteY9" fmla="*/ 5406141 h 5406141"/>
              <a:gd name="connsiteX10" fmla="*/ 1028700 w 3158559"/>
              <a:gd name="connsiteY10" fmla="*/ 5406141 h 5406141"/>
              <a:gd name="connsiteX11" fmla="*/ 0 w 3158559"/>
              <a:gd name="connsiteY11" fmla="*/ 1238001 h 5406141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37522 h 5405662"/>
              <a:gd name="connsiteX1" fmla="*/ 477587 w 3158559"/>
              <a:gd name="connsiteY1" fmla="*/ 1011328 h 5405662"/>
              <a:gd name="connsiteX2" fmla="*/ 862820 w 3158559"/>
              <a:gd name="connsiteY2" fmla="*/ 626095 h 5405662"/>
              <a:gd name="connsiteX3" fmla="*/ 1051204 w 3158559"/>
              <a:gd name="connsiteY3" fmla="*/ 291662 h 5405662"/>
              <a:gd name="connsiteX4" fmla="*/ 1391987 w 3158559"/>
              <a:gd name="connsiteY4" fmla="*/ 247212 h 5405662"/>
              <a:gd name="connsiteX5" fmla="*/ 1688320 w 3158559"/>
              <a:gd name="connsiteY5" fmla="*/ 92695 h 5405662"/>
              <a:gd name="connsiteX6" fmla="*/ 2029104 w 3158559"/>
              <a:gd name="connsiteY6" fmla="*/ 240862 h 5405662"/>
              <a:gd name="connsiteX7" fmla="*/ 2249237 w 3158559"/>
              <a:gd name="connsiteY7" fmla="*/ 1678 h 5405662"/>
              <a:gd name="connsiteX8" fmla="*/ 2706437 w 3158559"/>
              <a:gd name="connsiteY8" fmla="*/ 166778 h 5405662"/>
              <a:gd name="connsiteX9" fmla="*/ 3158559 w 3158559"/>
              <a:gd name="connsiteY9" fmla="*/ 285022 h 5405662"/>
              <a:gd name="connsiteX10" fmla="*/ 3158559 w 3158559"/>
              <a:gd name="connsiteY10" fmla="*/ 5405662 h 5405662"/>
              <a:gd name="connsiteX11" fmla="*/ 1028700 w 3158559"/>
              <a:gd name="connsiteY11" fmla="*/ 5405662 h 5405662"/>
              <a:gd name="connsiteX12" fmla="*/ 0 w 3158559"/>
              <a:gd name="connsiteY12" fmla="*/ 1237522 h 5405662"/>
              <a:gd name="connsiteX0" fmla="*/ 0 w 3158559"/>
              <a:gd name="connsiteY0" fmla="*/ 1271198 h 5439338"/>
              <a:gd name="connsiteX1" fmla="*/ 477587 w 3158559"/>
              <a:gd name="connsiteY1" fmla="*/ 1045004 h 5439338"/>
              <a:gd name="connsiteX2" fmla="*/ 862820 w 3158559"/>
              <a:gd name="connsiteY2" fmla="*/ 659771 h 5439338"/>
              <a:gd name="connsiteX3" fmla="*/ 1051204 w 3158559"/>
              <a:gd name="connsiteY3" fmla="*/ 325338 h 5439338"/>
              <a:gd name="connsiteX4" fmla="*/ 1391987 w 3158559"/>
              <a:gd name="connsiteY4" fmla="*/ 280888 h 5439338"/>
              <a:gd name="connsiteX5" fmla="*/ 1688320 w 3158559"/>
              <a:gd name="connsiteY5" fmla="*/ 126371 h 5439338"/>
              <a:gd name="connsiteX6" fmla="*/ 2029104 w 3158559"/>
              <a:gd name="connsiteY6" fmla="*/ 274538 h 5439338"/>
              <a:gd name="connsiteX7" fmla="*/ 2242887 w 3158559"/>
              <a:gd name="connsiteY7" fmla="*/ 1487 h 5439338"/>
              <a:gd name="connsiteX8" fmla="*/ 2706437 w 3158559"/>
              <a:gd name="connsiteY8" fmla="*/ 200454 h 5439338"/>
              <a:gd name="connsiteX9" fmla="*/ 3158559 w 3158559"/>
              <a:gd name="connsiteY9" fmla="*/ 318698 h 5439338"/>
              <a:gd name="connsiteX10" fmla="*/ 3158559 w 3158559"/>
              <a:gd name="connsiteY10" fmla="*/ 5439338 h 5439338"/>
              <a:gd name="connsiteX11" fmla="*/ 1028700 w 3158559"/>
              <a:gd name="connsiteY11" fmla="*/ 5439338 h 5439338"/>
              <a:gd name="connsiteX12" fmla="*/ 0 w 3158559"/>
              <a:gd name="connsiteY12" fmla="*/ 1271198 h 5439338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706437 w 3158559"/>
              <a:gd name="connsiteY8" fmla="*/ 198967 h 5437851"/>
              <a:gd name="connsiteX9" fmla="*/ 3158559 w 3158559"/>
              <a:gd name="connsiteY9" fmla="*/ 317211 h 5437851"/>
              <a:gd name="connsiteX10" fmla="*/ 3158559 w 3158559"/>
              <a:gd name="connsiteY10" fmla="*/ 5437851 h 5437851"/>
              <a:gd name="connsiteX11" fmla="*/ 1028700 w 3158559"/>
              <a:gd name="connsiteY11" fmla="*/ 5437851 h 5437851"/>
              <a:gd name="connsiteX12" fmla="*/ 0 w 3158559"/>
              <a:gd name="connsiteY12" fmla="*/ 1269711 h 5437851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706437 w 3158559"/>
              <a:gd name="connsiteY8" fmla="*/ 198967 h 5437851"/>
              <a:gd name="connsiteX9" fmla="*/ 3158559 w 3158559"/>
              <a:gd name="connsiteY9" fmla="*/ 317211 h 5437851"/>
              <a:gd name="connsiteX10" fmla="*/ 3158559 w 3158559"/>
              <a:gd name="connsiteY10" fmla="*/ 5437851 h 5437851"/>
              <a:gd name="connsiteX11" fmla="*/ 1028700 w 3158559"/>
              <a:gd name="connsiteY11" fmla="*/ 5437851 h 5437851"/>
              <a:gd name="connsiteX12" fmla="*/ 0 w 3158559"/>
              <a:gd name="connsiteY12" fmla="*/ 1269711 h 5437851"/>
              <a:gd name="connsiteX0" fmla="*/ 0 w 3158559"/>
              <a:gd name="connsiteY0" fmla="*/ 1283724 h 5451864"/>
              <a:gd name="connsiteX1" fmla="*/ 477587 w 3158559"/>
              <a:gd name="connsiteY1" fmla="*/ 1057530 h 5451864"/>
              <a:gd name="connsiteX2" fmla="*/ 862820 w 3158559"/>
              <a:gd name="connsiteY2" fmla="*/ 672297 h 5451864"/>
              <a:gd name="connsiteX3" fmla="*/ 1051204 w 3158559"/>
              <a:gd name="connsiteY3" fmla="*/ 337864 h 5451864"/>
              <a:gd name="connsiteX4" fmla="*/ 1391987 w 3158559"/>
              <a:gd name="connsiteY4" fmla="*/ 293414 h 5451864"/>
              <a:gd name="connsiteX5" fmla="*/ 1688320 w 3158559"/>
              <a:gd name="connsiteY5" fmla="*/ 138897 h 5451864"/>
              <a:gd name="connsiteX6" fmla="*/ 2029104 w 3158559"/>
              <a:gd name="connsiteY6" fmla="*/ 287064 h 5451864"/>
              <a:gd name="connsiteX7" fmla="*/ 2242887 w 3158559"/>
              <a:gd name="connsiteY7" fmla="*/ 14013 h 5451864"/>
              <a:gd name="connsiteX8" fmla="*/ 2463020 w 3158559"/>
              <a:gd name="connsiteY8" fmla="*/ 35180 h 5451864"/>
              <a:gd name="connsiteX9" fmla="*/ 2706437 w 3158559"/>
              <a:gd name="connsiteY9" fmla="*/ 212980 h 5451864"/>
              <a:gd name="connsiteX10" fmla="*/ 3158559 w 3158559"/>
              <a:gd name="connsiteY10" fmla="*/ 331224 h 5451864"/>
              <a:gd name="connsiteX11" fmla="*/ 3158559 w 3158559"/>
              <a:gd name="connsiteY11" fmla="*/ 5451864 h 5451864"/>
              <a:gd name="connsiteX12" fmla="*/ 1028700 w 3158559"/>
              <a:gd name="connsiteY12" fmla="*/ 5451864 h 5451864"/>
              <a:gd name="connsiteX13" fmla="*/ 0 w 3158559"/>
              <a:gd name="connsiteY13" fmla="*/ 1283724 h 5451864"/>
              <a:gd name="connsiteX0" fmla="*/ 0 w 3158559"/>
              <a:gd name="connsiteY0" fmla="*/ 1273476 h 5441616"/>
              <a:gd name="connsiteX1" fmla="*/ 477587 w 3158559"/>
              <a:gd name="connsiteY1" fmla="*/ 1047282 h 5441616"/>
              <a:gd name="connsiteX2" fmla="*/ 862820 w 3158559"/>
              <a:gd name="connsiteY2" fmla="*/ 662049 h 5441616"/>
              <a:gd name="connsiteX3" fmla="*/ 1051204 w 3158559"/>
              <a:gd name="connsiteY3" fmla="*/ 327616 h 5441616"/>
              <a:gd name="connsiteX4" fmla="*/ 1391987 w 3158559"/>
              <a:gd name="connsiteY4" fmla="*/ 283166 h 5441616"/>
              <a:gd name="connsiteX5" fmla="*/ 1688320 w 3158559"/>
              <a:gd name="connsiteY5" fmla="*/ 128649 h 5441616"/>
              <a:gd name="connsiteX6" fmla="*/ 2029104 w 3158559"/>
              <a:gd name="connsiteY6" fmla="*/ 276816 h 5441616"/>
              <a:gd name="connsiteX7" fmla="*/ 2242887 w 3158559"/>
              <a:gd name="connsiteY7" fmla="*/ 3765 h 5441616"/>
              <a:gd name="connsiteX8" fmla="*/ 2463020 w 3158559"/>
              <a:gd name="connsiteY8" fmla="*/ 24932 h 5441616"/>
              <a:gd name="connsiteX9" fmla="*/ 2706437 w 3158559"/>
              <a:gd name="connsiteY9" fmla="*/ 202732 h 5441616"/>
              <a:gd name="connsiteX10" fmla="*/ 3158559 w 3158559"/>
              <a:gd name="connsiteY10" fmla="*/ 320976 h 5441616"/>
              <a:gd name="connsiteX11" fmla="*/ 3158559 w 3158559"/>
              <a:gd name="connsiteY11" fmla="*/ 5441616 h 5441616"/>
              <a:gd name="connsiteX12" fmla="*/ 1028700 w 3158559"/>
              <a:gd name="connsiteY12" fmla="*/ 5441616 h 5441616"/>
              <a:gd name="connsiteX13" fmla="*/ 0 w 3158559"/>
              <a:gd name="connsiteY13" fmla="*/ 1273476 h 5441616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463020 w 3158559"/>
              <a:gd name="connsiteY8" fmla="*/ 21167 h 5437851"/>
              <a:gd name="connsiteX9" fmla="*/ 2706437 w 3158559"/>
              <a:gd name="connsiteY9" fmla="*/ 198967 h 5437851"/>
              <a:gd name="connsiteX10" fmla="*/ 3158559 w 3158559"/>
              <a:gd name="connsiteY10" fmla="*/ 317211 h 5437851"/>
              <a:gd name="connsiteX11" fmla="*/ 3158559 w 3158559"/>
              <a:gd name="connsiteY11" fmla="*/ 5437851 h 5437851"/>
              <a:gd name="connsiteX12" fmla="*/ 1028700 w 3158559"/>
              <a:gd name="connsiteY12" fmla="*/ 5437851 h 5437851"/>
              <a:gd name="connsiteX13" fmla="*/ 0 w 3158559"/>
              <a:gd name="connsiteY13" fmla="*/ 1269711 h 5437851"/>
              <a:gd name="connsiteX0" fmla="*/ 0 w 3158559"/>
              <a:gd name="connsiteY0" fmla="*/ 1269711 h 5437851"/>
              <a:gd name="connsiteX1" fmla="*/ 477587 w 3158559"/>
              <a:gd name="connsiteY1" fmla="*/ 1043517 h 5437851"/>
              <a:gd name="connsiteX2" fmla="*/ 862820 w 3158559"/>
              <a:gd name="connsiteY2" fmla="*/ 658284 h 5437851"/>
              <a:gd name="connsiteX3" fmla="*/ 1051204 w 3158559"/>
              <a:gd name="connsiteY3" fmla="*/ 323851 h 5437851"/>
              <a:gd name="connsiteX4" fmla="*/ 1391987 w 3158559"/>
              <a:gd name="connsiteY4" fmla="*/ 279401 h 5437851"/>
              <a:gd name="connsiteX5" fmla="*/ 1688320 w 3158559"/>
              <a:gd name="connsiteY5" fmla="*/ 124884 h 5437851"/>
              <a:gd name="connsiteX6" fmla="*/ 2029104 w 3158559"/>
              <a:gd name="connsiteY6" fmla="*/ 273051 h 5437851"/>
              <a:gd name="connsiteX7" fmla="*/ 2242887 w 3158559"/>
              <a:gd name="connsiteY7" fmla="*/ 0 h 5437851"/>
              <a:gd name="connsiteX8" fmla="*/ 2463020 w 3158559"/>
              <a:gd name="connsiteY8" fmla="*/ 21167 h 5437851"/>
              <a:gd name="connsiteX9" fmla="*/ 2706437 w 3158559"/>
              <a:gd name="connsiteY9" fmla="*/ 198967 h 5437851"/>
              <a:gd name="connsiteX10" fmla="*/ 3158559 w 3158559"/>
              <a:gd name="connsiteY10" fmla="*/ 317211 h 5437851"/>
              <a:gd name="connsiteX11" fmla="*/ 3158559 w 3158559"/>
              <a:gd name="connsiteY11" fmla="*/ 5437851 h 5437851"/>
              <a:gd name="connsiteX12" fmla="*/ 1028700 w 3158559"/>
              <a:gd name="connsiteY12" fmla="*/ 5437851 h 5437851"/>
              <a:gd name="connsiteX13" fmla="*/ 0 w 3158559"/>
              <a:gd name="connsiteY13" fmla="*/ 1269711 h 5437851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248544 h 5416684"/>
              <a:gd name="connsiteX1" fmla="*/ 477587 w 3158559"/>
              <a:gd name="connsiteY1" fmla="*/ 1022350 h 5416684"/>
              <a:gd name="connsiteX2" fmla="*/ 862820 w 3158559"/>
              <a:gd name="connsiteY2" fmla="*/ 637117 h 5416684"/>
              <a:gd name="connsiteX3" fmla="*/ 1051204 w 3158559"/>
              <a:gd name="connsiteY3" fmla="*/ 302684 h 5416684"/>
              <a:gd name="connsiteX4" fmla="*/ 1391987 w 3158559"/>
              <a:gd name="connsiteY4" fmla="*/ 258234 h 5416684"/>
              <a:gd name="connsiteX5" fmla="*/ 1688320 w 3158559"/>
              <a:gd name="connsiteY5" fmla="*/ 103717 h 5416684"/>
              <a:gd name="connsiteX6" fmla="*/ 2029104 w 3158559"/>
              <a:gd name="connsiteY6" fmla="*/ 251884 h 5416684"/>
              <a:gd name="connsiteX7" fmla="*/ 2602720 w 3158559"/>
              <a:gd name="connsiteY7" fmla="*/ 321733 h 5416684"/>
              <a:gd name="connsiteX8" fmla="*/ 2463020 w 3158559"/>
              <a:gd name="connsiteY8" fmla="*/ 0 h 5416684"/>
              <a:gd name="connsiteX9" fmla="*/ 2706437 w 3158559"/>
              <a:gd name="connsiteY9" fmla="*/ 177800 h 5416684"/>
              <a:gd name="connsiteX10" fmla="*/ 3158559 w 3158559"/>
              <a:gd name="connsiteY10" fmla="*/ 296044 h 5416684"/>
              <a:gd name="connsiteX11" fmla="*/ 3158559 w 3158559"/>
              <a:gd name="connsiteY11" fmla="*/ 5416684 h 5416684"/>
              <a:gd name="connsiteX12" fmla="*/ 1028700 w 3158559"/>
              <a:gd name="connsiteY12" fmla="*/ 5416684 h 5416684"/>
              <a:gd name="connsiteX13" fmla="*/ 0 w 3158559"/>
              <a:gd name="connsiteY13" fmla="*/ 1248544 h 5416684"/>
              <a:gd name="connsiteX0" fmla="*/ 0 w 3158559"/>
              <a:gd name="connsiteY0" fmla="*/ 1144827 h 5312967"/>
              <a:gd name="connsiteX1" fmla="*/ 477587 w 3158559"/>
              <a:gd name="connsiteY1" fmla="*/ 918633 h 5312967"/>
              <a:gd name="connsiteX2" fmla="*/ 862820 w 3158559"/>
              <a:gd name="connsiteY2" fmla="*/ 533400 h 5312967"/>
              <a:gd name="connsiteX3" fmla="*/ 1051204 w 3158559"/>
              <a:gd name="connsiteY3" fmla="*/ 198967 h 5312967"/>
              <a:gd name="connsiteX4" fmla="*/ 1391987 w 3158559"/>
              <a:gd name="connsiteY4" fmla="*/ 154517 h 5312967"/>
              <a:gd name="connsiteX5" fmla="*/ 1688320 w 3158559"/>
              <a:gd name="connsiteY5" fmla="*/ 0 h 5312967"/>
              <a:gd name="connsiteX6" fmla="*/ 2029104 w 3158559"/>
              <a:gd name="connsiteY6" fmla="*/ 148167 h 5312967"/>
              <a:gd name="connsiteX7" fmla="*/ 2602720 w 3158559"/>
              <a:gd name="connsiteY7" fmla="*/ 218016 h 5312967"/>
              <a:gd name="connsiteX8" fmla="*/ 2784753 w 3158559"/>
              <a:gd name="connsiteY8" fmla="*/ 260350 h 5312967"/>
              <a:gd name="connsiteX9" fmla="*/ 2706437 w 3158559"/>
              <a:gd name="connsiteY9" fmla="*/ 74083 h 5312967"/>
              <a:gd name="connsiteX10" fmla="*/ 3158559 w 3158559"/>
              <a:gd name="connsiteY10" fmla="*/ 192327 h 5312967"/>
              <a:gd name="connsiteX11" fmla="*/ 3158559 w 3158559"/>
              <a:gd name="connsiteY11" fmla="*/ 5312967 h 5312967"/>
              <a:gd name="connsiteX12" fmla="*/ 1028700 w 3158559"/>
              <a:gd name="connsiteY12" fmla="*/ 5312967 h 5312967"/>
              <a:gd name="connsiteX13" fmla="*/ 0 w 3158559"/>
              <a:gd name="connsiteY13" fmla="*/ 1144827 h 5312967"/>
              <a:gd name="connsiteX0" fmla="*/ 0 w 3158559"/>
              <a:gd name="connsiteY0" fmla="*/ 1144827 h 5312967"/>
              <a:gd name="connsiteX1" fmla="*/ 477587 w 3158559"/>
              <a:gd name="connsiteY1" fmla="*/ 918633 h 5312967"/>
              <a:gd name="connsiteX2" fmla="*/ 862820 w 3158559"/>
              <a:gd name="connsiteY2" fmla="*/ 533400 h 5312967"/>
              <a:gd name="connsiteX3" fmla="*/ 1051204 w 3158559"/>
              <a:gd name="connsiteY3" fmla="*/ 198967 h 5312967"/>
              <a:gd name="connsiteX4" fmla="*/ 1391987 w 3158559"/>
              <a:gd name="connsiteY4" fmla="*/ 154517 h 5312967"/>
              <a:gd name="connsiteX5" fmla="*/ 1688320 w 3158559"/>
              <a:gd name="connsiteY5" fmla="*/ 0 h 5312967"/>
              <a:gd name="connsiteX6" fmla="*/ 2029104 w 3158559"/>
              <a:gd name="connsiteY6" fmla="*/ 148167 h 5312967"/>
              <a:gd name="connsiteX7" fmla="*/ 2602720 w 3158559"/>
              <a:gd name="connsiteY7" fmla="*/ 218016 h 5312967"/>
              <a:gd name="connsiteX8" fmla="*/ 2784753 w 3158559"/>
              <a:gd name="connsiteY8" fmla="*/ 260350 h 5312967"/>
              <a:gd name="connsiteX9" fmla="*/ 3070504 w 3158559"/>
              <a:gd name="connsiteY9" fmla="*/ 179917 h 5312967"/>
              <a:gd name="connsiteX10" fmla="*/ 3158559 w 3158559"/>
              <a:gd name="connsiteY10" fmla="*/ 192327 h 5312967"/>
              <a:gd name="connsiteX11" fmla="*/ 3158559 w 3158559"/>
              <a:gd name="connsiteY11" fmla="*/ 5312967 h 5312967"/>
              <a:gd name="connsiteX12" fmla="*/ 1028700 w 3158559"/>
              <a:gd name="connsiteY12" fmla="*/ 5312967 h 5312967"/>
              <a:gd name="connsiteX13" fmla="*/ 0 w 3158559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2784753 w 3937493"/>
              <a:gd name="connsiteY8" fmla="*/ 260350 h 5312967"/>
              <a:gd name="connsiteX9" fmla="*/ 3070504 w 3937493"/>
              <a:gd name="connsiteY9" fmla="*/ 179917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2784753 w 3937493"/>
              <a:gd name="connsiteY8" fmla="*/ 2603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937493"/>
              <a:gd name="connsiteY0" fmla="*/ 1144827 h 5312967"/>
              <a:gd name="connsiteX1" fmla="*/ 477587 w 3937493"/>
              <a:gd name="connsiteY1" fmla="*/ 918633 h 5312967"/>
              <a:gd name="connsiteX2" fmla="*/ 862820 w 3937493"/>
              <a:gd name="connsiteY2" fmla="*/ 533400 h 5312967"/>
              <a:gd name="connsiteX3" fmla="*/ 1051204 w 3937493"/>
              <a:gd name="connsiteY3" fmla="*/ 198967 h 5312967"/>
              <a:gd name="connsiteX4" fmla="*/ 1391987 w 3937493"/>
              <a:gd name="connsiteY4" fmla="*/ 154517 h 5312967"/>
              <a:gd name="connsiteX5" fmla="*/ 1688320 w 3937493"/>
              <a:gd name="connsiteY5" fmla="*/ 0 h 5312967"/>
              <a:gd name="connsiteX6" fmla="*/ 2029104 w 3937493"/>
              <a:gd name="connsiteY6" fmla="*/ 148167 h 5312967"/>
              <a:gd name="connsiteX7" fmla="*/ 2602720 w 3937493"/>
              <a:gd name="connsiteY7" fmla="*/ 218016 h 5312967"/>
              <a:gd name="connsiteX8" fmla="*/ 3106487 w 3937493"/>
              <a:gd name="connsiteY8" fmla="*/ 146050 h 5312967"/>
              <a:gd name="connsiteX9" fmla="*/ 3413404 w 3937493"/>
              <a:gd name="connsiteY9" fmla="*/ 501650 h 5312967"/>
              <a:gd name="connsiteX10" fmla="*/ 3937493 w 3937493"/>
              <a:gd name="connsiteY10" fmla="*/ 755360 h 5312967"/>
              <a:gd name="connsiteX11" fmla="*/ 3158559 w 3937493"/>
              <a:gd name="connsiteY11" fmla="*/ 5312967 h 5312967"/>
              <a:gd name="connsiteX12" fmla="*/ 1028700 w 3937493"/>
              <a:gd name="connsiteY12" fmla="*/ 5312967 h 5312967"/>
              <a:gd name="connsiteX13" fmla="*/ 0 w 3937493"/>
              <a:gd name="connsiteY13" fmla="*/ 1144827 h 5312967"/>
              <a:gd name="connsiteX0" fmla="*/ 0 w 3423882"/>
              <a:gd name="connsiteY0" fmla="*/ 1144827 h 5312967"/>
              <a:gd name="connsiteX1" fmla="*/ 477587 w 3423882"/>
              <a:gd name="connsiteY1" fmla="*/ 918633 h 5312967"/>
              <a:gd name="connsiteX2" fmla="*/ 862820 w 3423882"/>
              <a:gd name="connsiteY2" fmla="*/ 533400 h 5312967"/>
              <a:gd name="connsiteX3" fmla="*/ 1051204 w 3423882"/>
              <a:gd name="connsiteY3" fmla="*/ 198967 h 5312967"/>
              <a:gd name="connsiteX4" fmla="*/ 1391987 w 3423882"/>
              <a:gd name="connsiteY4" fmla="*/ 154517 h 5312967"/>
              <a:gd name="connsiteX5" fmla="*/ 1688320 w 3423882"/>
              <a:gd name="connsiteY5" fmla="*/ 0 h 5312967"/>
              <a:gd name="connsiteX6" fmla="*/ 2029104 w 3423882"/>
              <a:gd name="connsiteY6" fmla="*/ 148167 h 5312967"/>
              <a:gd name="connsiteX7" fmla="*/ 2602720 w 3423882"/>
              <a:gd name="connsiteY7" fmla="*/ 218016 h 5312967"/>
              <a:gd name="connsiteX8" fmla="*/ 3106487 w 3423882"/>
              <a:gd name="connsiteY8" fmla="*/ 146050 h 5312967"/>
              <a:gd name="connsiteX9" fmla="*/ 3413404 w 3423882"/>
              <a:gd name="connsiteY9" fmla="*/ 501650 h 5312967"/>
              <a:gd name="connsiteX10" fmla="*/ 2794493 w 3423882"/>
              <a:gd name="connsiteY10" fmla="*/ 1187160 h 5312967"/>
              <a:gd name="connsiteX11" fmla="*/ 3158559 w 3423882"/>
              <a:gd name="connsiteY11" fmla="*/ 5312967 h 5312967"/>
              <a:gd name="connsiteX12" fmla="*/ 1028700 w 3423882"/>
              <a:gd name="connsiteY12" fmla="*/ 5312967 h 5312967"/>
              <a:gd name="connsiteX13" fmla="*/ 0 w 3423882"/>
              <a:gd name="connsiteY13" fmla="*/ 1144827 h 5312967"/>
              <a:gd name="connsiteX0" fmla="*/ 0 w 3423790"/>
              <a:gd name="connsiteY0" fmla="*/ 1144827 h 5312967"/>
              <a:gd name="connsiteX1" fmla="*/ 477587 w 3423790"/>
              <a:gd name="connsiteY1" fmla="*/ 918633 h 5312967"/>
              <a:gd name="connsiteX2" fmla="*/ 862820 w 3423790"/>
              <a:gd name="connsiteY2" fmla="*/ 533400 h 5312967"/>
              <a:gd name="connsiteX3" fmla="*/ 1051204 w 3423790"/>
              <a:gd name="connsiteY3" fmla="*/ 198967 h 5312967"/>
              <a:gd name="connsiteX4" fmla="*/ 1391987 w 3423790"/>
              <a:gd name="connsiteY4" fmla="*/ 154517 h 5312967"/>
              <a:gd name="connsiteX5" fmla="*/ 1688320 w 3423790"/>
              <a:gd name="connsiteY5" fmla="*/ 0 h 5312967"/>
              <a:gd name="connsiteX6" fmla="*/ 2029104 w 3423790"/>
              <a:gd name="connsiteY6" fmla="*/ 148167 h 5312967"/>
              <a:gd name="connsiteX7" fmla="*/ 2602720 w 3423790"/>
              <a:gd name="connsiteY7" fmla="*/ 218016 h 5312967"/>
              <a:gd name="connsiteX8" fmla="*/ 3106487 w 3423790"/>
              <a:gd name="connsiteY8" fmla="*/ 146050 h 5312967"/>
              <a:gd name="connsiteX9" fmla="*/ 3413404 w 3423790"/>
              <a:gd name="connsiteY9" fmla="*/ 501650 h 5312967"/>
              <a:gd name="connsiteX10" fmla="*/ 2786026 w 3423790"/>
              <a:gd name="connsiteY10" fmla="*/ 1178694 h 5312967"/>
              <a:gd name="connsiteX11" fmla="*/ 3158559 w 3423790"/>
              <a:gd name="connsiteY11" fmla="*/ 5312967 h 5312967"/>
              <a:gd name="connsiteX12" fmla="*/ 1028700 w 3423790"/>
              <a:gd name="connsiteY12" fmla="*/ 5312967 h 5312967"/>
              <a:gd name="connsiteX13" fmla="*/ 0 w 3423790"/>
              <a:gd name="connsiteY13" fmla="*/ 1144827 h 5312967"/>
              <a:gd name="connsiteX0" fmla="*/ 0 w 3413404"/>
              <a:gd name="connsiteY0" fmla="*/ 1144827 h 5312967"/>
              <a:gd name="connsiteX1" fmla="*/ 477587 w 3413404"/>
              <a:gd name="connsiteY1" fmla="*/ 918633 h 5312967"/>
              <a:gd name="connsiteX2" fmla="*/ 862820 w 3413404"/>
              <a:gd name="connsiteY2" fmla="*/ 533400 h 5312967"/>
              <a:gd name="connsiteX3" fmla="*/ 1051204 w 3413404"/>
              <a:gd name="connsiteY3" fmla="*/ 198967 h 5312967"/>
              <a:gd name="connsiteX4" fmla="*/ 1391987 w 3413404"/>
              <a:gd name="connsiteY4" fmla="*/ 154517 h 5312967"/>
              <a:gd name="connsiteX5" fmla="*/ 1688320 w 3413404"/>
              <a:gd name="connsiteY5" fmla="*/ 0 h 5312967"/>
              <a:gd name="connsiteX6" fmla="*/ 2029104 w 3413404"/>
              <a:gd name="connsiteY6" fmla="*/ 148167 h 5312967"/>
              <a:gd name="connsiteX7" fmla="*/ 2602720 w 3413404"/>
              <a:gd name="connsiteY7" fmla="*/ 218016 h 5312967"/>
              <a:gd name="connsiteX8" fmla="*/ 3106487 w 3413404"/>
              <a:gd name="connsiteY8" fmla="*/ 146050 h 5312967"/>
              <a:gd name="connsiteX9" fmla="*/ 3413404 w 3413404"/>
              <a:gd name="connsiteY9" fmla="*/ 501650 h 5312967"/>
              <a:gd name="connsiteX10" fmla="*/ 2786026 w 3413404"/>
              <a:gd name="connsiteY10" fmla="*/ 1178694 h 5312967"/>
              <a:gd name="connsiteX11" fmla="*/ 3158559 w 3413404"/>
              <a:gd name="connsiteY11" fmla="*/ 5312967 h 5312967"/>
              <a:gd name="connsiteX12" fmla="*/ 1028700 w 3413404"/>
              <a:gd name="connsiteY12" fmla="*/ 5312967 h 5312967"/>
              <a:gd name="connsiteX13" fmla="*/ 0 w 3413404"/>
              <a:gd name="connsiteY13" fmla="*/ 1144827 h 5312967"/>
              <a:gd name="connsiteX0" fmla="*/ 0 w 3413404"/>
              <a:gd name="connsiteY0" fmla="*/ 1144827 h 5312967"/>
              <a:gd name="connsiteX1" fmla="*/ 477587 w 3413404"/>
              <a:gd name="connsiteY1" fmla="*/ 918633 h 5312967"/>
              <a:gd name="connsiteX2" fmla="*/ 862820 w 3413404"/>
              <a:gd name="connsiteY2" fmla="*/ 533400 h 5312967"/>
              <a:gd name="connsiteX3" fmla="*/ 1051204 w 3413404"/>
              <a:gd name="connsiteY3" fmla="*/ 198967 h 5312967"/>
              <a:gd name="connsiteX4" fmla="*/ 1391987 w 3413404"/>
              <a:gd name="connsiteY4" fmla="*/ 154517 h 5312967"/>
              <a:gd name="connsiteX5" fmla="*/ 1688320 w 3413404"/>
              <a:gd name="connsiteY5" fmla="*/ 0 h 5312967"/>
              <a:gd name="connsiteX6" fmla="*/ 2029104 w 3413404"/>
              <a:gd name="connsiteY6" fmla="*/ 148167 h 5312967"/>
              <a:gd name="connsiteX7" fmla="*/ 2602720 w 3413404"/>
              <a:gd name="connsiteY7" fmla="*/ 218016 h 5312967"/>
              <a:gd name="connsiteX8" fmla="*/ 3106487 w 3413404"/>
              <a:gd name="connsiteY8" fmla="*/ 146050 h 5312967"/>
              <a:gd name="connsiteX9" fmla="*/ 3413404 w 3413404"/>
              <a:gd name="connsiteY9" fmla="*/ 501650 h 5312967"/>
              <a:gd name="connsiteX10" fmla="*/ 2786026 w 3413404"/>
              <a:gd name="connsiteY10" fmla="*/ 1178694 h 5312967"/>
              <a:gd name="connsiteX11" fmla="*/ 2261092 w 3413404"/>
              <a:gd name="connsiteY11" fmla="*/ 2747567 h 5312967"/>
              <a:gd name="connsiteX12" fmla="*/ 1028700 w 3413404"/>
              <a:gd name="connsiteY12" fmla="*/ 5312967 h 5312967"/>
              <a:gd name="connsiteX13" fmla="*/ 0 w 3413404"/>
              <a:gd name="connsiteY13" fmla="*/ 1144827 h 5312967"/>
              <a:gd name="connsiteX0" fmla="*/ 0 w 3413404"/>
              <a:gd name="connsiteY0" fmla="*/ 1144827 h 2747567"/>
              <a:gd name="connsiteX1" fmla="*/ 477587 w 3413404"/>
              <a:gd name="connsiteY1" fmla="*/ 918633 h 2747567"/>
              <a:gd name="connsiteX2" fmla="*/ 862820 w 3413404"/>
              <a:gd name="connsiteY2" fmla="*/ 533400 h 2747567"/>
              <a:gd name="connsiteX3" fmla="*/ 1051204 w 3413404"/>
              <a:gd name="connsiteY3" fmla="*/ 198967 h 2747567"/>
              <a:gd name="connsiteX4" fmla="*/ 1391987 w 3413404"/>
              <a:gd name="connsiteY4" fmla="*/ 154517 h 2747567"/>
              <a:gd name="connsiteX5" fmla="*/ 1688320 w 3413404"/>
              <a:gd name="connsiteY5" fmla="*/ 0 h 2747567"/>
              <a:gd name="connsiteX6" fmla="*/ 2029104 w 3413404"/>
              <a:gd name="connsiteY6" fmla="*/ 148167 h 2747567"/>
              <a:gd name="connsiteX7" fmla="*/ 2602720 w 3413404"/>
              <a:gd name="connsiteY7" fmla="*/ 218016 h 2747567"/>
              <a:gd name="connsiteX8" fmla="*/ 3106487 w 3413404"/>
              <a:gd name="connsiteY8" fmla="*/ 146050 h 2747567"/>
              <a:gd name="connsiteX9" fmla="*/ 3413404 w 3413404"/>
              <a:gd name="connsiteY9" fmla="*/ 501650 h 2747567"/>
              <a:gd name="connsiteX10" fmla="*/ 2786026 w 3413404"/>
              <a:gd name="connsiteY10" fmla="*/ 1178694 h 2747567"/>
              <a:gd name="connsiteX11" fmla="*/ 2261092 w 3413404"/>
              <a:gd name="connsiteY11" fmla="*/ 2747567 h 2747567"/>
              <a:gd name="connsiteX12" fmla="*/ 901700 w 3413404"/>
              <a:gd name="connsiteY12" fmla="*/ 1773900 h 2747567"/>
              <a:gd name="connsiteX13" fmla="*/ 0 w 3413404"/>
              <a:gd name="connsiteY13" fmla="*/ 1144827 h 2747567"/>
              <a:gd name="connsiteX0" fmla="*/ 0 w 3413404"/>
              <a:gd name="connsiteY0" fmla="*/ 1144827 h 2772967"/>
              <a:gd name="connsiteX1" fmla="*/ 477587 w 3413404"/>
              <a:gd name="connsiteY1" fmla="*/ 918633 h 2772967"/>
              <a:gd name="connsiteX2" fmla="*/ 862820 w 3413404"/>
              <a:gd name="connsiteY2" fmla="*/ 533400 h 2772967"/>
              <a:gd name="connsiteX3" fmla="*/ 1051204 w 3413404"/>
              <a:gd name="connsiteY3" fmla="*/ 198967 h 2772967"/>
              <a:gd name="connsiteX4" fmla="*/ 1391987 w 3413404"/>
              <a:gd name="connsiteY4" fmla="*/ 154517 h 2772967"/>
              <a:gd name="connsiteX5" fmla="*/ 1688320 w 3413404"/>
              <a:gd name="connsiteY5" fmla="*/ 0 h 2772967"/>
              <a:gd name="connsiteX6" fmla="*/ 2029104 w 3413404"/>
              <a:gd name="connsiteY6" fmla="*/ 148167 h 2772967"/>
              <a:gd name="connsiteX7" fmla="*/ 2602720 w 3413404"/>
              <a:gd name="connsiteY7" fmla="*/ 218016 h 2772967"/>
              <a:gd name="connsiteX8" fmla="*/ 3106487 w 3413404"/>
              <a:gd name="connsiteY8" fmla="*/ 146050 h 2772967"/>
              <a:gd name="connsiteX9" fmla="*/ 3413404 w 3413404"/>
              <a:gd name="connsiteY9" fmla="*/ 501650 h 2772967"/>
              <a:gd name="connsiteX10" fmla="*/ 2786026 w 3413404"/>
              <a:gd name="connsiteY10" fmla="*/ 1178694 h 2772967"/>
              <a:gd name="connsiteX11" fmla="*/ 2244159 w 3413404"/>
              <a:gd name="connsiteY11" fmla="*/ 2772967 h 2772967"/>
              <a:gd name="connsiteX12" fmla="*/ 901700 w 3413404"/>
              <a:gd name="connsiteY12" fmla="*/ 1773900 h 2772967"/>
              <a:gd name="connsiteX13" fmla="*/ 0 w 3413404"/>
              <a:gd name="connsiteY13" fmla="*/ 1144827 h 2772967"/>
              <a:gd name="connsiteX0" fmla="*/ 130715 w 2942986"/>
              <a:gd name="connsiteY0" fmla="*/ 1364961 h 2772967"/>
              <a:gd name="connsiteX1" fmla="*/ 7169 w 2942986"/>
              <a:gd name="connsiteY1" fmla="*/ 918633 h 2772967"/>
              <a:gd name="connsiteX2" fmla="*/ 392402 w 2942986"/>
              <a:gd name="connsiteY2" fmla="*/ 533400 h 2772967"/>
              <a:gd name="connsiteX3" fmla="*/ 580786 w 2942986"/>
              <a:gd name="connsiteY3" fmla="*/ 198967 h 2772967"/>
              <a:gd name="connsiteX4" fmla="*/ 921569 w 2942986"/>
              <a:gd name="connsiteY4" fmla="*/ 154517 h 2772967"/>
              <a:gd name="connsiteX5" fmla="*/ 1217902 w 2942986"/>
              <a:gd name="connsiteY5" fmla="*/ 0 h 2772967"/>
              <a:gd name="connsiteX6" fmla="*/ 1558686 w 2942986"/>
              <a:gd name="connsiteY6" fmla="*/ 148167 h 2772967"/>
              <a:gd name="connsiteX7" fmla="*/ 2132302 w 2942986"/>
              <a:gd name="connsiteY7" fmla="*/ 218016 h 2772967"/>
              <a:gd name="connsiteX8" fmla="*/ 2636069 w 2942986"/>
              <a:gd name="connsiteY8" fmla="*/ 146050 h 2772967"/>
              <a:gd name="connsiteX9" fmla="*/ 2942986 w 2942986"/>
              <a:gd name="connsiteY9" fmla="*/ 501650 h 2772967"/>
              <a:gd name="connsiteX10" fmla="*/ 2315608 w 2942986"/>
              <a:gd name="connsiteY10" fmla="*/ 1178694 h 2772967"/>
              <a:gd name="connsiteX11" fmla="*/ 1773741 w 2942986"/>
              <a:gd name="connsiteY11" fmla="*/ 2772967 h 2772967"/>
              <a:gd name="connsiteX12" fmla="*/ 431282 w 2942986"/>
              <a:gd name="connsiteY12" fmla="*/ 1773900 h 2772967"/>
              <a:gd name="connsiteX13" fmla="*/ 130715 w 2942986"/>
              <a:gd name="connsiteY13" fmla="*/ 1364961 h 2772967"/>
              <a:gd name="connsiteX0" fmla="*/ 424113 w 2935817"/>
              <a:gd name="connsiteY0" fmla="*/ 177390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424113 w 2935817"/>
              <a:gd name="connsiteY12" fmla="*/ 1773900 h 2772967"/>
              <a:gd name="connsiteX0" fmla="*/ 424113 w 2935817"/>
              <a:gd name="connsiteY0" fmla="*/ 177390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424113 w 2935817"/>
              <a:gd name="connsiteY12" fmla="*/ 1773900 h 2772967"/>
              <a:gd name="connsiteX0" fmla="*/ 388553 w 2935817"/>
              <a:gd name="connsiteY0" fmla="*/ 178406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388553 w 2935817"/>
              <a:gd name="connsiteY12" fmla="*/ 1784060 h 2772967"/>
              <a:gd name="connsiteX0" fmla="*/ 388553 w 2935817"/>
              <a:gd name="connsiteY0" fmla="*/ 1784060 h 2772967"/>
              <a:gd name="connsiteX1" fmla="*/ 0 w 2935817"/>
              <a:gd name="connsiteY1" fmla="*/ 918633 h 2772967"/>
              <a:gd name="connsiteX2" fmla="*/ 385233 w 2935817"/>
              <a:gd name="connsiteY2" fmla="*/ 533400 h 2772967"/>
              <a:gd name="connsiteX3" fmla="*/ 573617 w 2935817"/>
              <a:gd name="connsiteY3" fmla="*/ 198967 h 2772967"/>
              <a:gd name="connsiteX4" fmla="*/ 914400 w 2935817"/>
              <a:gd name="connsiteY4" fmla="*/ 154517 h 2772967"/>
              <a:gd name="connsiteX5" fmla="*/ 1210733 w 2935817"/>
              <a:gd name="connsiteY5" fmla="*/ 0 h 2772967"/>
              <a:gd name="connsiteX6" fmla="*/ 1551517 w 2935817"/>
              <a:gd name="connsiteY6" fmla="*/ 148167 h 2772967"/>
              <a:gd name="connsiteX7" fmla="*/ 2125133 w 2935817"/>
              <a:gd name="connsiteY7" fmla="*/ 218016 h 2772967"/>
              <a:gd name="connsiteX8" fmla="*/ 2628900 w 2935817"/>
              <a:gd name="connsiteY8" fmla="*/ 146050 h 2772967"/>
              <a:gd name="connsiteX9" fmla="*/ 2935817 w 2935817"/>
              <a:gd name="connsiteY9" fmla="*/ 501650 h 2772967"/>
              <a:gd name="connsiteX10" fmla="*/ 2308439 w 2935817"/>
              <a:gd name="connsiteY10" fmla="*/ 1178694 h 2772967"/>
              <a:gd name="connsiteX11" fmla="*/ 1766572 w 2935817"/>
              <a:gd name="connsiteY11" fmla="*/ 2772967 h 2772967"/>
              <a:gd name="connsiteX12" fmla="*/ 388553 w 293581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593937 w 2956137"/>
              <a:gd name="connsiteY3" fmla="*/ 19896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593937 w 2956137"/>
              <a:gd name="connsiteY3" fmla="*/ 19896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17177 w 2956137"/>
              <a:gd name="connsiteY3" fmla="*/ 75268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28759 w 2956137"/>
              <a:gd name="connsiteY10" fmla="*/ 117869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08439 w 2956137"/>
              <a:gd name="connsiteY10" fmla="*/ 116853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08873 w 2956137"/>
              <a:gd name="connsiteY0" fmla="*/ 1784060 h 2772967"/>
              <a:gd name="connsiteX1" fmla="*/ 0 w 2956137"/>
              <a:gd name="connsiteY1" fmla="*/ 938953 h 2772967"/>
              <a:gd name="connsiteX2" fmla="*/ 405553 w 2956137"/>
              <a:gd name="connsiteY2" fmla="*/ 533400 h 2772967"/>
              <a:gd name="connsiteX3" fmla="*/ 1122257 w 2956137"/>
              <a:gd name="connsiteY3" fmla="*/ 773007 h 2772967"/>
              <a:gd name="connsiteX4" fmla="*/ 934720 w 2956137"/>
              <a:gd name="connsiteY4" fmla="*/ 154517 h 2772967"/>
              <a:gd name="connsiteX5" fmla="*/ 1231053 w 2956137"/>
              <a:gd name="connsiteY5" fmla="*/ 0 h 2772967"/>
              <a:gd name="connsiteX6" fmla="*/ 1571837 w 2956137"/>
              <a:gd name="connsiteY6" fmla="*/ 148167 h 2772967"/>
              <a:gd name="connsiteX7" fmla="*/ 2145453 w 2956137"/>
              <a:gd name="connsiteY7" fmla="*/ 218016 h 2772967"/>
              <a:gd name="connsiteX8" fmla="*/ 2649220 w 2956137"/>
              <a:gd name="connsiteY8" fmla="*/ 146050 h 2772967"/>
              <a:gd name="connsiteX9" fmla="*/ 2956137 w 2956137"/>
              <a:gd name="connsiteY9" fmla="*/ 501650 h 2772967"/>
              <a:gd name="connsiteX10" fmla="*/ 2308439 w 2956137"/>
              <a:gd name="connsiteY10" fmla="*/ 1168534 h 2772967"/>
              <a:gd name="connsiteX11" fmla="*/ 1786892 w 2956137"/>
              <a:gd name="connsiteY11" fmla="*/ 2772967 h 2772967"/>
              <a:gd name="connsiteX12" fmla="*/ 408873 w 2956137"/>
              <a:gd name="connsiteY12" fmla="*/ 1784060 h 2772967"/>
              <a:gd name="connsiteX0" fmla="*/ 413082 w 2960346"/>
              <a:gd name="connsiteY0" fmla="*/ 1784060 h 2772967"/>
              <a:gd name="connsiteX1" fmla="*/ 4209 w 2960346"/>
              <a:gd name="connsiteY1" fmla="*/ 938953 h 2772967"/>
              <a:gd name="connsiteX2" fmla="*/ 130261 w 2960346"/>
              <a:gd name="connsiteY2" fmla="*/ 448310 h 2772967"/>
              <a:gd name="connsiteX3" fmla="*/ 409762 w 2960346"/>
              <a:gd name="connsiteY3" fmla="*/ 533400 h 2772967"/>
              <a:gd name="connsiteX4" fmla="*/ 1126466 w 2960346"/>
              <a:gd name="connsiteY4" fmla="*/ 773007 h 2772967"/>
              <a:gd name="connsiteX5" fmla="*/ 938929 w 2960346"/>
              <a:gd name="connsiteY5" fmla="*/ 154517 h 2772967"/>
              <a:gd name="connsiteX6" fmla="*/ 1235262 w 2960346"/>
              <a:gd name="connsiteY6" fmla="*/ 0 h 2772967"/>
              <a:gd name="connsiteX7" fmla="*/ 1576046 w 2960346"/>
              <a:gd name="connsiteY7" fmla="*/ 148167 h 2772967"/>
              <a:gd name="connsiteX8" fmla="*/ 2149662 w 2960346"/>
              <a:gd name="connsiteY8" fmla="*/ 218016 h 2772967"/>
              <a:gd name="connsiteX9" fmla="*/ 2653429 w 2960346"/>
              <a:gd name="connsiteY9" fmla="*/ 146050 h 2772967"/>
              <a:gd name="connsiteX10" fmla="*/ 2960346 w 2960346"/>
              <a:gd name="connsiteY10" fmla="*/ 501650 h 2772967"/>
              <a:gd name="connsiteX11" fmla="*/ 2312648 w 2960346"/>
              <a:gd name="connsiteY11" fmla="*/ 1168534 h 2772967"/>
              <a:gd name="connsiteX12" fmla="*/ 1791101 w 2960346"/>
              <a:gd name="connsiteY12" fmla="*/ 2772967 h 2772967"/>
              <a:gd name="connsiteX13" fmla="*/ 413082 w 2960346"/>
              <a:gd name="connsiteY13" fmla="*/ 1784060 h 2772967"/>
              <a:gd name="connsiteX0" fmla="*/ 503556 w 3050820"/>
              <a:gd name="connsiteY0" fmla="*/ 1784060 h 2772967"/>
              <a:gd name="connsiteX1" fmla="*/ 94683 w 3050820"/>
              <a:gd name="connsiteY1" fmla="*/ 938953 h 2772967"/>
              <a:gd name="connsiteX2" fmla="*/ 4835 w 3050820"/>
              <a:gd name="connsiteY2" fmla="*/ 579543 h 2772967"/>
              <a:gd name="connsiteX3" fmla="*/ 220735 w 3050820"/>
              <a:gd name="connsiteY3" fmla="*/ 448310 h 2772967"/>
              <a:gd name="connsiteX4" fmla="*/ 500236 w 3050820"/>
              <a:gd name="connsiteY4" fmla="*/ 533400 h 2772967"/>
              <a:gd name="connsiteX5" fmla="*/ 1216940 w 3050820"/>
              <a:gd name="connsiteY5" fmla="*/ 773007 h 2772967"/>
              <a:gd name="connsiteX6" fmla="*/ 1029403 w 3050820"/>
              <a:gd name="connsiteY6" fmla="*/ 154517 h 2772967"/>
              <a:gd name="connsiteX7" fmla="*/ 1325736 w 3050820"/>
              <a:gd name="connsiteY7" fmla="*/ 0 h 2772967"/>
              <a:gd name="connsiteX8" fmla="*/ 1666520 w 3050820"/>
              <a:gd name="connsiteY8" fmla="*/ 148167 h 2772967"/>
              <a:gd name="connsiteX9" fmla="*/ 2240136 w 3050820"/>
              <a:gd name="connsiteY9" fmla="*/ 218016 h 2772967"/>
              <a:gd name="connsiteX10" fmla="*/ 2743903 w 3050820"/>
              <a:gd name="connsiteY10" fmla="*/ 146050 h 2772967"/>
              <a:gd name="connsiteX11" fmla="*/ 3050820 w 3050820"/>
              <a:gd name="connsiteY11" fmla="*/ 501650 h 2772967"/>
              <a:gd name="connsiteX12" fmla="*/ 2403122 w 3050820"/>
              <a:gd name="connsiteY12" fmla="*/ 1168534 h 2772967"/>
              <a:gd name="connsiteX13" fmla="*/ 1881575 w 3050820"/>
              <a:gd name="connsiteY13" fmla="*/ 2772967 h 2772967"/>
              <a:gd name="connsiteX14" fmla="*/ 503556 w 3050820"/>
              <a:gd name="connsiteY14" fmla="*/ 1784060 h 2772967"/>
              <a:gd name="connsiteX0" fmla="*/ 498721 w 3045985"/>
              <a:gd name="connsiteY0" fmla="*/ 1784060 h 2772967"/>
              <a:gd name="connsiteX1" fmla="*/ 89848 w 3045985"/>
              <a:gd name="connsiteY1" fmla="*/ 938953 h 2772967"/>
              <a:gd name="connsiteX2" fmla="*/ 0 w 3045985"/>
              <a:gd name="connsiteY2" fmla="*/ 579543 h 2772967"/>
              <a:gd name="connsiteX3" fmla="*/ 215900 w 3045985"/>
              <a:gd name="connsiteY3" fmla="*/ 448310 h 2772967"/>
              <a:gd name="connsiteX4" fmla="*/ 495401 w 3045985"/>
              <a:gd name="connsiteY4" fmla="*/ 533400 h 2772967"/>
              <a:gd name="connsiteX5" fmla="*/ 1212105 w 3045985"/>
              <a:gd name="connsiteY5" fmla="*/ 773007 h 2772967"/>
              <a:gd name="connsiteX6" fmla="*/ 1024568 w 3045985"/>
              <a:gd name="connsiteY6" fmla="*/ 154517 h 2772967"/>
              <a:gd name="connsiteX7" fmla="*/ 1320901 w 3045985"/>
              <a:gd name="connsiteY7" fmla="*/ 0 h 2772967"/>
              <a:gd name="connsiteX8" fmla="*/ 1661685 w 3045985"/>
              <a:gd name="connsiteY8" fmla="*/ 148167 h 2772967"/>
              <a:gd name="connsiteX9" fmla="*/ 2235301 w 3045985"/>
              <a:gd name="connsiteY9" fmla="*/ 218016 h 2772967"/>
              <a:gd name="connsiteX10" fmla="*/ 2739068 w 3045985"/>
              <a:gd name="connsiteY10" fmla="*/ 146050 h 2772967"/>
              <a:gd name="connsiteX11" fmla="*/ 3045985 w 3045985"/>
              <a:gd name="connsiteY11" fmla="*/ 501650 h 2772967"/>
              <a:gd name="connsiteX12" fmla="*/ 2398287 w 3045985"/>
              <a:gd name="connsiteY12" fmla="*/ 1168534 h 2772967"/>
              <a:gd name="connsiteX13" fmla="*/ 1876740 w 3045985"/>
              <a:gd name="connsiteY13" fmla="*/ 2772967 h 2772967"/>
              <a:gd name="connsiteX14" fmla="*/ 498721 w 3045985"/>
              <a:gd name="connsiteY14" fmla="*/ 1784060 h 2772967"/>
              <a:gd name="connsiteX0" fmla="*/ 498721 w 3045985"/>
              <a:gd name="connsiteY0" fmla="*/ 1784060 h 2772967"/>
              <a:gd name="connsiteX1" fmla="*/ 89848 w 3045985"/>
              <a:gd name="connsiteY1" fmla="*/ 938953 h 2772967"/>
              <a:gd name="connsiteX2" fmla="*/ 0 w 3045985"/>
              <a:gd name="connsiteY2" fmla="*/ 579543 h 2772967"/>
              <a:gd name="connsiteX3" fmla="*/ 215900 w 3045985"/>
              <a:gd name="connsiteY3" fmla="*/ 448310 h 2772967"/>
              <a:gd name="connsiteX4" fmla="*/ 495401 w 3045985"/>
              <a:gd name="connsiteY4" fmla="*/ 533400 h 2772967"/>
              <a:gd name="connsiteX5" fmla="*/ 1212105 w 3045985"/>
              <a:gd name="connsiteY5" fmla="*/ 773007 h 2772967"/>
              <a:gd name="connsiteX6" fmla="*/ 1024568 w 3045985"/>
              <a:gd name="connsiteY6" fmla="*/ 154517 h 2772967"/>
              <a:gd name="connsiteX7" fmla="*/ 1320901 w 3045985"/>
              <a:gd name="connsiteY7" fmla="*/ 0 h 2772967"/>
              <a:gd name="connsiteX8" fmla="*/ 1661685 w 3045985"/>
              <a:gd name="connsiteY8" fmla="*/ 148167 h 2772967"/>
              <a:gd name="connsiteX9" fmla="*/ 2235301 w 3045985"/>
              <a:gd name="connsiteY9" fmla="*/ 218016 h 2772967"/>
              <a:gd name="connsiteX10" fmla="*/ 2739068 w 3045985"/>
              <a:gd name="connsiteY10" fmla="*/ 146050 h 2772967"/>
              <a:gd name="connsiteX11" fmla="*/ 3045985 w 3045985"/>
              <a:gd name="connsiteY11" fmla="*/ 501650 h 2772967"/>
              <a:gd name="connsiteX12" fmla="*/ 2398287 w 3045985"/>
              <a:gd name="connsiteY12" fmla="*/ 1168534 h 2772967"/>
              <a:gd name="connsiteX13" fmla="*/ 1876740 w 3045985"/>
              <a:gd name="connsiteY13" fmla="*/ 2772967 h 2772967"/>
              <a:gd name="connsiteX14" fmla="*/ 498721 w 3045985"/>
              <a:gd name="connsiteY14" fmla="*/ 1784060 h 2772967"/>
              <a:gd name="connsiteX0" fmla="*/ 498721 w 3045985"/>
              <a:gd name="connsiteY0" fmla="*/ 1784060 h 2772967"/>
              <a:gd name="connsiteX1" fmla="*/ 89848 w 3045985"/>
              <a:gd name="connsiteY1" fmla="*/ 938953 h 2772967"/>
              <a:gd name="connsiteX2" fmla="*/ 0 w 3045985"/>
              <a:gd name="connsiteY2" fmla="*/ 579543 h 2772967"/>
              <a:gd name="connsiteX3" fmla="*/ 165100 w 3045985"/>
              <a:gd name="connsiteY3" fmla="*/ 441960 h 2772967"/>
              <a:gd name="connsiteX4" fmla="*/ 495401 w 3045985"/>
              <a:gd name="connsiteY4" fmla="*/ 533400 h 2772967"/>
              <a:gd name="connsiteX5" fmla="*/ 1212105 w 3045985"/>
              <a:gd name="connsiteY5" fmla="*/ 773007 h 2772967"/>
              <a:gd name="connsiteX6" fmla="*/ 1024568 w 3045985"/>
              <a:gd name="connsiteY6" fmla="*/ 154517 h 2772967"/>
              <a:gd name="connsiteX7" fmla="*/ 1320901 w 3045985"/>
              <a:gd name="connsiteY7" fmla="*/ 0 h 2772967"/>
              <a:gd name="connsiteX8" fmla="*/ 1661685 w 3045985"/>
              <a:gd name="connsiteY8" fmla="*/ 148167 h 2772967"/>
              <a:gd name="connsiteX9" fmla="*/ 2235301 w 3045985"/>
              <a:gd name="connsiteY9" fmla="*/ 218016 h 2772967"/>
              <a:gd name="connsiteX10" fmla="*/ 2739068 w 3045985"/>
              <a:gd name="connsiteY10" fmla="*/ 146050 h 2772967"/>
              <a:gd name="connsiteX11" fmla="*/ 3045985 w 3045985"/>
              <a:gd name="connsiteY11" fmla="*/ 501650 h 2772967"/>
              <a:gd name="connsiteX12" fmla="*/ 2398287 w 3045985"/>
              <a:gd name="connsiteY12" fmla="*/ 1168534 h 2772967"/>
              <a:gd name="connsiteX13" fmla="*/ 1876740 w 3045985"/>
              <a:gd name="connsiteY13" fmla="*/ 2772967 h 2772967"/>
              <a:gd name="connsiteX14" fmla="*/ 498721 w 3045985"/>
              <a:gd name="connsiteY14" fmla="*/ 1784060 h 2772967"/>
              <a:gd name="connsiteX0" fmla="*/ 498721 w 3045985"/>
              <a:gd name="connsiteY0" fmla="*/ 1784060 h 2772967"/>
              <a:gd name="connsiteX1" fmla="*/ 89848 w 3045985"/>
              <a:gd name="connsiteY1" fmla="*/ 938953 h 2772967"/>
              <a:gd name="connsiteX2" fmla="*/ 0 w 3045985"/>
              <a:gd name="connsiteY2" fmla="*/ 579543 h 2772967"/>
              <a:gd name="connsiteX3" fmla="*/ 165100 w 3045985"/>
              <a:gd name="connsiteY3" fmla="*/ 441960 h 2772967"/>
              <a:gd name="connsiteX4" fmla="*/ 495401 w 3045985"/>
              <a:gd name="connsiteY4" fmla="*/ 533400 h 2772967"/>
              <a:gd name="connsiteX5" fmla="*/ 1212105 w 3045985"/>
              <a:gd name="connsiteY5" fmla="*/ 773007 h 2772967"/>
              <a:gd name="connsiteX6" fmla="*/ 1024568 w 3045985"/>
              <a:gd name="connsiteY6" fmla="*/ 154517 h 2772967"/>
              <a:gd name="connsiteX7" fmla="*/ 1320901 w 3045985"/>
              <a:gd name="connsiteY7" fmla="*/ 0 h 2772967"/>
              <a:gd name="connsiteX8" fmla="*/ 1661685 w 3045985"/>
              <a:gd name="connsiteY8" fmla="*/ 148167 h 2772967"/>
              <a:gd name="connsiteX9" fmla="*/ 2235301 w 3045985"/>
              <a:gd name="connsiteY9" fmla="*/ 218016 h 2772967"/>
              <a:gd name="connsiteX10" fmla="*/ 2739068 w 3045985"/>
              <a:gd name="connsiteY10" fmla="*/ 146050 h 2772967"/>
              <a:gd name="connsiteX11" fmla="*/ 3045985 w 3045985"/>
              <a:gd name="connsiteY11" fmla="*/ 501650 h 2772967"/>
              <a:gd name="connsiteX12" fmla="*/ 2398287 w 3045985"/>
              <a:gd name="connsiteY12" fmla="*/ 1168534 h 2772967"/>
              <a:gd name="connsiteX13" fmla="*/ 1876740 w 3045985"/>
              <a:gd name="connsiteY13" fmla="*/ 2772967 h 2772967"/>
              <a:gd name="connsiteX14" fmla="*/ 498721 w 3045985"/>
              <a:gd name="connsiteY14" fmla="*/ 1784060 h 2772967"/>
              <a:gd name="connsiteX0" fmla="*/ 498721 w 3045985"/>
              <a:gd name="connsiteY0" fmla="*/ 1784060 h 2772967"/>
              <a:gd name="connsiteX1" fmla="*/ 89848 w 3045985"/>
              <a:gd name="connsiteY1" fmla="*/ 938953 h 2772967"/>
              <a:gd name="connsiteX2" fmla="*/ 0 w 3045985"/>
              <a:gd name="connsiteY2" fmla="*/ 579543 h 2772967"/>
              <a:gd name="connsiteX3" fmla="*/ 165100 w 3045985"/>
              <a:gd name="connsiteY3" fmla="*/ 441960 h 2772967"/>
              <a:gd name="connsiteX4" fmla="*/ 495401 w 3045985"/>
              <a:gd name="connsiteY4" fmla="*/ 533400 h 2772967"/>
              <a:gd name="connsiteX5" fmla="*/ 1212105 w 3045985"/>
              <a:gd name="connsiteY5" fmla="*/ 773007 h 2772967"/>
              <a:gd name="connsiteX6" fmla="*/ 1024568 w 3045985"/>
              <a:gd name="connsiteY6" fmla="*/ 154517 h 2772967"/>
              <a:gd name="connsiteX7" fmla="*/ 1320901 w 3045985"/>
              <a:gd name="connsiteY7" fmla="*/ 0 h 2772967"/>
              <a:gd name="connsiteX8" fmla="*/ 1661685 w 3045985"/>
              <a:gd name="connsiteY8" fmla="*/ 148167 h 2772967"/>
              <a:gd name="connsiteX9" fmla="*/ 2235301 w 3045985"/>
              <a:gd name="connsiteY9" fmla="*/ 218016 h 2772967"/>
              <a:gd name="connsiteX10" fmla="*/ 2739068 w 3045985"/>
              <a:gd name="connsiteY10" fmla="*/ 146050 h 2772967"/>
              <a:gd name="connsiteX11" fmla="*/ 3045985 w 3045985"/>
              <a:gd name="connsiteY11" fmla="*/ 501650 h 2772967"/>
              <a:gd name="connsiteX12" fmla="*/ 2398287 w 3045985"/>
              <a:gd name="connsiteY12" fmla="*/ 1168534 h 2772967"/>
              <a:gd name="connsiteX13" fmla="*/ 1876740 w 3045985"/>
              <a:gd name="connsiteY13" fmla="*/ 2772967 h 2772967"/>
              <a:gd name="connsiteX14" fmla="*/ 498721 w 3045985"/>
              <a:gd name="connsiteY14" fmla="*/ 1784060 h 2772967"/>
              <a:gd name="connsiteX0" fmla="*/ 498721 w 3045985"/>
              <a:gd name="connsiteY0" fmla="*/ 1784060 h 2772967"/>
              <a:gd name="connsiteX1" fmla="*/ 89848 w 3045985"/>
              <a:gd name="connsiteY1" fmla="*/ 938953 h 2772967"/>
              <a:gd name="connsiteX2" fmla="*/ 0 w 3045985"/>
              <a:gd name="connsiteY2" fmla="*/ 579543 h 2772967"/>
              <a:gd name="connsiteX3" fmla="*/ 165100 w 3045985"/>
              <a:gd name="connsiteY3" fmla="*/ 441960 h 2772967"/>
              <a:gd name="connsiteX4" fmla="*/ 495401 w 3045985"/>
              <a:gd name="connsiteY4" fmla="*/ 533400 h 2772967"/>
              <a:gd name="connsiteX5" fmla="*/ 1212105 w 3045985"/>
              <a:gd name="connsiteY5" fmla="*/ 773007 h 2772967"/>
              <a:gd name="connsiteX6" fmla="*/ 1024568 w 3045985"/>
              <a:gd name="connsiteY6" fmla="*/ 154517 h 2772967"/>
              <a:gd name="connsiteX7" fmla="*/ 1320901 w 3045985"/>
              <a:gd name="connsiteY7" fmla="*/ 0 h 2772967"/>
              <a:gd name="connsiteX8" fmla="*/ 1661685 w 3045985"/>
              <a:gd name="connsiteY8" fmla="*/ 148167 h 2772967"/>
              <a:gd name="connsiteX9" fmla="*/ 2235301 w 3045985"/>
              <a:gd name="connsiteY9" fmla="*/ 218016 h 2772967"/>
              <a:gd name="connsiteX10" fmla="*/ 2739068 w 3045985"/>
              <a:gd name="connsiteY10" fmla="*/ 146050 h 2772967"/>
              <a:gd name="connsiteX11" fmla="*/ 3045985 w 3045985"/>
              <a:gd name="connsiteY11" fmla="*/ 501650 h 2772967"/>
              <a:gd name="connsiteX12" fmla="*/ 2398287 w 3045985"/>
              <a:gd name="connsiteY12" fmla="*/ 1168534 h 2772967"/>
              <a:gd name="connsiteX13" fmla="*/ 1876740 w 3045985"/>
              <a:gd name="connsiteY13" fmla="*/ 2772967 h 2772967"/>
              <a:gd name="connsiteX14" fmla="*/ 498721 w 3045985"/>
              <a:gd name="connsiteY14" fmla="*/ 1784060 h 2772967"/>
              <a:gd name="connsiteX0" fmla="*/ 498721 w 3045985"/>
              <a:gd name="connsiteY0" fmla="*/ 1784060 h 2772967"/>
              <a:gd name="connsiteX1" fmla="*/ 89848 w 3045985"/>
              <a:gd name="connsiteY1" fmla="*/ 938953 h 2772967"/>
              <a:gd name="connsiteX2" fmla="*/ 0 w 3045985"/>
              <a:gd name="connsiteY2" fmla="*/ 579543 h 2772967"/>
              <a:gd name="connsiteX3" fmla="*/ 165100 w 3045985"/>
              <a:gd name="connsiteY3" fmla="*/ 441960 h 2772967"/>
              <a:gd name="connsiteX4" fmla="*/ 495401 w 3045985"/>
              <a:gd name="connsiteY4" fmla="*/ 533400 h 2772967"/>
              <a:gd name="connsiteX5" fmla="*/ 709185 w 3045985"/>
              <a:gd name="connsiteY5" fmla="*/ 229447 h 2772967"/>
              <a:gd name="connsiteX6" fmla="*/ 1024568 w 3045985"/>
              <a:gd name="connsiteY6" fmla="*/ 154517 h 2772967"/>
              <a:gd name="connsiteX7" fmla="*/ 1320901 w 3045985"/>
              <a:gd name="connsiteY7" fmla="*/ 0 h 2772967"/>
              <a:gd name="connsiteX8" fmla="*/ 1661685 w 3045985"/>
              <a:gd name="connsiteY8" fmla="*/ 148167 h 2772967"/>
              <a:gd name="connsiteX9" fmla="*/ 2235301 w 3045985"/>
              <a:gd name="connsiteY9" fmla="*/ 218016 h 2772967"/>
              <a:gd name="connsiteX10" fmla="*/ 2739068 w 3045985"/>
              <a:gd name="connsiteY10" fmla="*/ 146050 h 2772967"/>
              <a:gd name="connsiteX11" fmla="*/ 3045985 w 3045985"/>
              <a:gd name="connsiteY11" fmla="*/ 501650 h 2772967"/>
              <a:gd name="connsiteX12" fmla="*/ 2398287 w 3045985"/>
              <a:gd name="connsiteY12" fmla="*/ 1168534 h 2772967"/>
              <a:gd name="connsiteX13" fmla="*/ 1876740 w 3045985"/>
              <a:gd name="connsiteY13" fmla="*/ 2772967 h 2772967"/>
              <a:gd name="connsiteX14" fmla="*/ 498721 w 3045985"/>
              <a:gd name="connsiteY14" fmla="*/ 1784060 h 2772967"/>
              <a:gd name="connsiteX0" fmla="*/ 498721 w 3045985"/>
              <a:gd name="connsiteY0" fmla="*/ 1784060 h 2772967"/>
              <a:gd name="connsiteX1" fmla="*/ 89848 w 3045985"/>
              <a:gd name="connsiteY1" fmla="*/ 938953 h 2772967"/>
              <a:gd name="connsiteX2" fmla="*/ 0 w 3045985"/>
              <a:gd name="connsiteY2" fmla="*/ 579543 h 2772967"/>
              <a:gd name="connsiteX3" fmla="*/ 165100 w 3045985"/>
              <a:gd name="connsiteY3" fmla="*/ 441960 h 2772967"/>
              <a:gd name="connsiteX4" fmla="*/ 495401 w 3045985"/>
              <a:gd name="connsiteY4" fmla="*/ 533400 h 2772967"/>
              <a:gd name="connsiteX5" fmla="*/ 709185 w 3045985"/>
              <a:gd name="connsiteY5" fmla="*/ 229447 h 2772967"/>
              <a:gd name="connsiteX6" fmla="*/ 1024568 w 3045985"/>
              <a:gd name="connsiteY6" fmla="*/ 154517 h 2772967"/>
              <a:gd name="connsiteX7" fmla="*/ 1320901 w 3045985"/>
              <a:gd name="connsiteY7" fmla="*/ 0 h 2772967"/>
              <a:gd name="connsiteX8" fmla="*/ 1661685 w 3045985"/>
              <a:gd name="connsiteY8" fmla="*/ 148167 h 2772967"/>
              <a:gd name="connsiteX9" fmla="*/ 2235301 w 3045985"/>
              <a:gd name="connsiteY9" fmla="*/ 218016 h 2772967"/>
              <a:gd name="connsiteX10" fmla="*/ 2739068 w 3045985"/>
              <a:gd name="connsiteY10" fmla="*/ 146050 h 2772967"/>
              <a:gd name="connsiteX11" fmla="*/ 3045985 w 3045985"/>
              <a:gd name="connsiteY11" fmla="*/ 501650 h 2772967"/>
              <a:gd name="connsiteX12" fmla="*/ 2398287 w 3045985"/>
              <a:gd name="connsiteY12" fmla="*/ 1168534 h 2772967"/>
              <a:gd name="connsiteX13" fmla="*/ 1876740 w 3045985"/>
              <a:gd name="connsiteY13" fmla="*/ 2772967 h 2772967"/>
              <a:gd name="connsiteX14" fmla="*/ 498721 w 3045985"/>
              <a:gd name="connsiteY14" fmla="*/ 1784060 h 2772967"/>
              <a:gd name="connsiteX0" fmla="*/ 498721 w 3045985"/>
              <a:gd name="connsiteY0" fmla="*/ 1784060 h 2772967"/>
              <a:gd name="connsiteX1" fmla="*/ 89848 w 3045985"/>
              <a:gd name="connsiteY1" fmla="*/ 938953 h 2772967"/>
              <a:gd name="connsiteX2" fmla="*/ 0 w 3045985"/>
              <a:gd name="connsiteY2" fmla="*/ 579543 h 2772967"/>
              <a:gd name="connsiteX3" fmla="*/ 165100 w 3045985"/>
              <a:gd name="connsiteY3" fmla="*/ 441960 h 2772967"/>
              <a:gd name="connsiteX4" fmla="*/ 495401 w 3045985"/>
              <a:gd name="connsiteY4" fmla="*/ 533400 h 2772967"/>
              <a:gd name="connsiteX5" fmla="*/ 709185 w 3045985"/>
              <a:gd name="connsiteY5" fmla="*/ 229447 h 2772967"/>
              <a:gd name="connsiteX6" fmla="*/ 1024568 w 3045985"/>
              <a:gd name="connsiteY6" fmla="*/ 154517 h 2772967"/>
              <a:gd name="connsiteX7" fmla="*/ 1320901 w 3045985"/>
              <a:gd name="connsiteY7" fmla="*/ 0 h 2772967"/>
              <a:gd name="connsiteX8" fmla="*/ 1661685 w 3045985"/>
              <a:gd name="connsiteY8" fmla="*/ 148167 h 2772967"/>
              <a:gd name="connsiteX9" fmla="*/ 2235301 w 3045985"/>
              <a:gd name="connsiteY9" fmla="*/ 218016 h 2772967"/>
              <a:gd name="connsiteX10" fmla="*/ 2739068 w 3045985"/>
              <a:gd name="connsiteY10" fmla="*/ 146050 h 2772967"/>
              <a:gd name="connsiteX11" fmla="*/ 3045985 w 3045985"/>
              <a:gd name="connsiteY11" fmla="*/ 501650 h 2772967"/>
              <a:gd name="connsiteX12" fmla="*/ 2398287 w 3045985"/>
              <a:gd name="connsiteY12" fmla="*/ 1168534 h 2772967"/>
              <a:gd name="connsiteX13" fmla="*/ 1876740 w 3045985"/>
              <a:gd name="connsiteY13" fmla="*/ 2772967 h 2772967"/>
              <a:gd name="connsiteX14" fmla="*/ 498721 w 3045985"/>
              <a:gd name="connsiteY14" fmla="*/ 1784060 h 2772967"/>
              <a:gd name="connsiteX0" fmla="*/ 498721 w 3045985"/>
              <a:gd name="connsiteY0" fmla="*/ 1784060 h 2772967"/>
              <a:gd name="connsiteX1" fmla="*/ 89848 w 3045985"/>
              <a:gd name="connsiteY1" fmla="*/ 938953 h 2772967"/>
              <a:gd name="connsiteX2" fmla="*/ 0 w 3045985"/>
              <a:gd name="connsiteY2" fmla="*/ 579543 h 2772967"/>
              <a:gd name="connsiteX3" fmla="*/ 165100 w 3045985"/>
              <a:gd name="connsiteY3" fmla="*/ 441960 h 2772967"/>
              <a:gd name="connsiteX4" fmla="*/ 495401 w 3045985"/>
              <a:gd name="connsiteY4" fmla="*/ 533400 h 2772967"/>
              <a:gd name="connsiteX5" fmla="*/ 709185 w 3045985"/>
              <a:gd name="connsiteY5" fmla="*/ 229447 h 2772967"/>
              <a:gd name="connsiteX6" fmla="*/ 1024568 w 3045985"/>
              <a:gd name="connsiteY6" fmla="*/ 154517 h 2772967"/>
              <a:gd name="connsiteX7" fmla="*/ 1320901 w 3045985"/>
              <a:gd name="connsiteY7" fmla="*/ 0 h 2772967"/>
              <a:gd name="connsiteX8" fmla="*/ 1661685 w 3045985"/>
              <a:gd name="connsiteY8" fmla="*/ 148167 h 2772967"/>
              <a:gd name="connsiteX9" fmla="*/ 2235301 w 3045985"/>
              <a:gd name="connsiteY9" fmla="*/ 218016 h 2772967"/>
              <a:gd name="connsiteX10" fmla="*/ 2739068 w 3045985"/>
              <a:gd name="connsiteY10" fmla="*/ 146050 h 2772967"/>
              <a:gd name="connsiteX11" fmla="*/ 3045985 w 3045985"/>
              <a:gd name="connsiteY11" fmla="*/ 501650 h 2772967"/>
              <a:gd name="connsiteX12" fmla="*/ 2398287 w 3045985"/>
              <a:gd name="connsiteY12" fmla="*/ 1168534 h 2772967"/>
              <a:gd name="connsiteX13" fmla="*/ 1876740 w 3045985"/>
              <a:gd name="connsiteY13" fmla="*/ 2772967 h 2772967"/>
              <a:gd name="connsiteX14" fmla="*/ 498721 w 3045985"/>
              <a:gd name="connsiteY14" fmla="*/ 1784060 h 2772967"/>
              <a:gd name="connsiteX0" fmla="*/ 498721 w 3045985"/>
              <a:gd name="connsiteY0" fmla="*/ 1784060 h 2772967"/>
              <a:gd name="connsiteX1" fmla="*/ 89848 w 3045985"/>
              <a:gd name="connsiteY1" fmla="*/ 938953 h 2772967"/>
              <a:gd name="connsiteX2" fmla="*/ 0 w 3045985"/>
              <a:gd name="connsiteY2" fmla="*/ 579543 h 2772967"/>
              <a:gd name="connsiteX3" fmla="*/ 165100 w 3045985"/>
              <a:gd name="connsiteY3" fmla="*/ 441960 h 2772967"/>
              <a:gd name="connsiteX4" fmla="*/ 495401 w 3045985"/>
              <a:gd name="connsiteY4" fmla="*/ 533400 h 2772967"/>
              <a:gd name="connsiteX5" fmla="*/ 693945 w 3045985"/>
              <a:gd name="connsiteY5" fmla="*/ 214207 h 2772967"/>
              <a:gd name="connsiteX6" fmla="*/ 1024568 w 3045985"/>
              <a:gd name="connsiteY6" fmla="*/ 154517 h 2772967"/>
              <a:gd name="connsiteX7" fmla="*/ 1320901 w 3045985"/>
              <a:gd name="connsiteY7" fmla="*/ 0 h 2772967"/>
              <a:gd name="connsiteX8" fmla="*/ 1661685 w 3045985"/>
              <a:gd name="connsiteY8" fmla="*/ 148167 h 2772967"/>
              <a:gd name="connsiteX9" fmla="*/ 2235301 w 3045985"/>
              <a:gd name="connsiteY9" fmla="*/ 218016 h 2772967"/>
              <a:gd name="connsiteX10" fmla="*/ 2739068 w 3045985"/>
              <a:gd name="connsiteY10" fmla="*/ 146050 h 2772967"/>
              <a:gd name="connsiteX11" fmla="*/ 3045985 w 3045985"/>
              <a:gd name="connsiteY11" fmla="*/ 501650 h 2772967"/>
              <a:gd name="connsiteX12" fmla="*/ 2398287 w 3045985"/>
              <a:gd name="connsiteY12" fmla="*/ 1168534 h 2772967"/>
              <a:gd name="connsiteX13" fmla="*/ 1876740 w 3045985"/>
              <a:gd name="connsiteY13" fmla="*/ 2772967 h 2772967"/>
              <a:gd name="connsiteX14" fmla="*/ 498721 w 3045985"/>
              <a:gd name="connsiteY14" fmla="*/ 1784060 h 2772967"/>
              <a:gd name="connsiteX0" fmla="*/ 498721 w 3045985"/>
              <a:gd name="connsiteY0" fmla="*/ 1784060 h 2772967"/>
              <a:gd name="connsiteX1" fmla="*/ 89848 w 3045985"/>
              <a:gd name="connsiteY1" fmla="*/ 938953 h 2772967"/>
              <a:gd name="connsiteX2" fmla="*/ 0 w 3045985"/>
              <a:gd name="connsiteY2" fmla="*/ 579543 h 2772967"/>
              <a:gd name="connsiteX3" fmla="*/ 165100 w 3045985"/>
              <a:gd name="connsiteY3" fmla="*/ 441960 h 2772967"/>
              <a:gd name="connsiteX4" fmla="*/ 495401 w 3045985"/>
              <a:gd name="connsiteY4" fmla="*/ 533400 h 2772967"/>
              <a:gd name="connsiteX5" fmla="*/ 693945 w 3045985"/>
              <a:gd name="connsiteY5" fmla="*/ 214207 h 2772967"/>
              <a:gd name="connsiteX6" fmla="*/ 1024568 w 3045985"/>
              <a:gd name="connsiteY6" fmla="*/ 154517 h 2772967"/>
              <a:gd name="connsiteX7" fmla="*/ 1320901 w 3045985"/>
              <a:gd name="connsiteY7" fmla="*/ 0 h 2772967"/>
              <a:gd name="connsiteX8" fmla="*/ 1661685 w 3045985"/>
              <a:gd name="connsiteY8" fmla="*/ 148167 h 2772967"/>
              <a:gd name="connsiteX9" fmla="*/ 2235301 w 3045985"/>
              <a:gd name="connsiteY9" fmla="*/ 218016 h 2772967"/>
              <a:gd name="connsiteX10" fmla="*/ 2739068 w 3045985"/>
              <a:gd name="connsiteY10" fmla="*/ 146050 h 2772967"/>
              <a:gd name="connsiteX11" fmla="*/ 3045985 w 3045985"/>
              <a:gd name="connsiteY11" fmla="*/ 501650 h 2772967"/>
              <a:gd name="connsiteX12" fmla="*/ 2398287 w 3045985"/>
              <a:gd name="connsiteY12" fmla="*/ 1168534 h 2772967"/>
              <a:gd name="connsiteX13" fmla="*/ 1876740 w 3045985"/>
              <a:gd name="connsiteY13" fmla="*/ 2772967 h 2772967"/>
              <a:gd name="connsiteX14" fmla="*/ 498721 w 3045985"/>
              <a:gd name="connsiteY14" fmla="*/ 1784060 h 2772967"/>
              <a:gd name="connsiteX0" fmla="*/ 498721 w 3045985"/>
              <a:gd name="connsiteY0" fmla="*/ 1853202 h 2842109"/>
              <a:gd name="connsiteX1" fmla="*/ 89848 w 3045985"/>
              <a:gd name="connsiteY1" fmla="*/ 1008095 h 2842109"/>
              <a:gd name="connsiteX2" fmla="*/ 0 w 3045985"/>
              <a:gd name="connsiteY2" fmla="*/ 648685 h 2842109"/>
              <a:gd name="connsiteX3" fmla="*/ 165100 w 3045985"/>
              <a:gd name="connsiteY3" fmla="*/ 511102 h 2842109"/>
              <a:gd name="connsiteX4" fmla="*/ 495401 w 3045985"/>
              <a:gd name="connsiteY4" fmla="*/ 602542 h 2842109"/>
              <a:gd name="connsiteX5" fmla="*/ 693945 w 3045985"/>
              <a:gd name="connsiteY5" fmla="*/ 283349 h 2842109"/>
              <a:gd name="connsiteX6" fmla="*/ 1024568 w 3045985"/>
              <a:gd name="connsiteY6" fmla="*/ 223659 h 2842109"/>
              <a:gd name="connsiteX7" fmla="*/ 1320901 w 3045985"/>
              <a:gd name="connsiteY7" fmla="*/ 69142 h 2842109"/>
              <a:gd name="connsiteX8" fmla="*/ 1661685 w 3045985"/>
              <a:gd name="connsiteY8" fmla="*/ 217309 h 2842109"/>
              <a:gd name="connsiteX9" fmla="*/ 2235301 w 3045985"/>
              <a:gd name="connsiteY9" fmla="*/ 287158 h 2842109"/>
              <a:gd name="connsiteX10" fmla="*/ 2406650 w 3045985"/>
              <a:gd name="connsiteY10" fmla="*/ 562 h 2842109"/>
              <a:gd name="connsiteX11" fmla="*/ 2739068 w 3045985"/>
              <a:gd name="connsiteY11" fmla="*/ 215192 h 2842109"/>
              <a:gd name="connsiteX12" fmla="*/ 3045985 w 3045985"/>
              <a:gd name="connsiteY12" fmla="*/ 570792 h 2842109"/>
              <a:gd name="connsiteX13" fmla="*/ 2398287 w 3045985"/>
              <a:gd name="connsiteY13" fmla="*/ 1237676 h 2842109"/>
              <a:gd name="connsiteX14" fmla="*/ 1876740 w 3045985"/>
              <a:gd name="connsiteY14" fmla="*/ 2842109 h 2842109"/>
              <a:gd name="connsiteX15" fmla="*/ 498721 w 3045985"/>
              <a:gd name="connsiteY15" fmla="*/ 1853202 h 2842109"/>
              <a:gd name="connsiteX0" fmla="*/ 498721 w 3045985"/>
              <a:gd name="connsiteY0" fmla="*/ 1853202 h 2842109"/>
              <a:gd name="connsiteX1" fmla="*/ 89848 w 3045985"/>
              <a:gd name="connsiteY1" fmla="*/ 1008095 h 2842109"/>
              <a:gd name="connsiteX2" fmla="*/ 0 w 3045985"/>
              <a:gd name="connsiteY2" fmla="*/ 648685 h 2842109"/>
              <a:gd name="connsiteX3" fmla="*/ 165100 w 3045985"/>
              <a:gd name="connsiteY3" fmla="*/ 511102 h 2842109"/>
              <a:gd name="connsiteX4" fmla="*/ 495401 w 3045985"/>
              <a:gd name="connsiteY4" fmla="*/ 602542 h 2842109"/>
              <a:gd name="connsiteX5" fmla="*/ 693945 w 3045985"/>
              <a:gd name="connsiteY5" fmla="*/ 283349 h 2842109"/>
              <a:gd name="connsiteX6" fmla="*/ 1024568 w 3045985"/>
              <a:gd name="connsiteY6" fmla="*/ 223659 h 2842109"/>
              <a:gd name="connsiteX7" fmla="*/ 1320901 w 3045985"/>
              <a:gd name="connsiteY7" fmla="*/ 69142 h 2842109"/>
              <a:gd name="connsiteX8" fmla="*/ 1661685 w 3045985"/>
              <a:gd name="connsiteY8" fmla="*/ 217309 h 2842109"/>
              <a:gd name="connsiteX9" fmla="*/ 2235301 w 3045985"/>
              <a:gd name="connsiteY9" fmla="*/ 287158 h 2842109"/>
              <a:gd name="connsiteX10" fmla="*/ 2406650 w 3045985"/>
              <a:gd name="connsiteY10" fmla="*/ 562 h 2842109"/>
              <a:gd name="connsiteX11" fmla="*/ 2739068 w 3045985"/>
              <a:gd name="connsiteY11" fmla="*/ 215192 h 2842109"/>
              <a:gd name="connsiteX12" fmla="*/ 3045985 w 3045985"/>
              <a:gd name="connsiteY12" fmla="*/ 570792 h 2842109"/>
              <a:gd name="connsiteX13" fmla="*/ 2398287 w 3045985"/>
              <a:gd name="connsiteY13" fmla="*/ 1237676 h 2842109"/>
              <a:gd name="connsiteX14" fmla="*/ 1876740 w 3045985"/>
              <a:gd name="connsiteY14" fmla="*/ 2842109 h 2842109"/>
              <a:gd name="connsiteX15" fmla="*/ 498721 w 3045985"/>
              <a:gd name="connsiteY15" fmla="*/ 1853202 h 2842109"/>
              <a:gd name="connsiteX0" fmla="*/ 498721 w 3045985"/>
              <a:gd name="connsiteY0" fmla="*/ 1853202 h 2842109"/>
              <a:gd name="connsiteX1" fmla="*/ 89848 w 3045985"/>
              <a:gd name="connsiteY1" fmla="*/ 1008095 h 2842109"/>
              <a:gd name="connsiteX2" fmla="*/ 0 w 3045985"/>
              <a:gd name="connsiteY2" fmla="*/ 648685 h 2842109"/>
              <a:gd name="connsiteX3" fmla="*/ 165100 w 3045985"/>
              <a:gd name="connsiteY3" fmla="*/ 511102 h 2842109"/>
              <a:gd name="connsiteX4" fmla="*/ 495401 w 3045985"/>
              <a:gd name="connsiteY4" fmla="*/ 602542 h 2842109"/>
              <a:gd name="connsiteX5" fmla="*/ 693945 w 3045985"/>
              <a:gd name="connsiteY5" fmla="*/ 283349 h 2842109"/>
              <a:gd name="connsiteX6" fmla="*/ 1024568 w 3045985"/>
              <a:gd name="connsiteY6" fmla="*/ 223659 h 2842109"/>
              <a:gd name="connsiteX7" fmla="*/ 1320901 w 3045985"/>
              <a:gd name="connsiteY7" fmla="*/ 69142 h 2842109"/>
              <a:gd name="connsiteX8" fmla="*/ 1661685 w 3045985"/>
              <a:gd name="connsiteY8" fmla="*/ 217309 h 2842109"/>
              <a:gd name="connsiteX9" fmla="*/ 2235301 w 3045985"/>
              <a:gd name="connsiteY9" fmla="*/ 287158 h 2842109"/>
              <a:gd name="connsiteX10" fmla="*/ 2406650 w 3045985"/>
              <a:gd name="connsiteY10" fmla="*/ 562 h 2842109"/>
              <a:gd name="connsiteX11" fmla="*/ 2739068 w 3045985"/>
              <a:gd name="connsiteY11" fmla="*/ 215192 h 2842109"/>
              <a:gd name="connsiteX12" fmla="*/ 3045985 w 3045985"/>
              <a:gd name="connsiteY12" fmla="*/ 570792 h 2842109"/>
              <a:gd name="connsiteX13" fmla="*/ 2398287 w 3045985"/>
              <a:gd name="connsiteY13" fmla="*/ 1237676 h 2842109"/>
              <a:gd name="connsiteX14" fmla="*/ 1876740 w 3045985"/>
              <a:gd name="connsiteY14" fmla="*/ 2842109 h 2842109"/>
              <a:gd name="connsiteX15" fmla="*/ 498721 w 3045985"/>
              <a:gd name="connsiteY15" fmla="*/ 1853202 h 2842109"/>
              <a:gd name="connsiteX0" fmla="*/ 498721 w 3045985"/>
              <a:gd name="connsiteY0" fmla="*/ 1869083 h 2857990"/>
              <a:gd name="connsiteX1" fmla="*/ 89848 w 3045985"/>
              <a:gd name="connsiteY1" fmla="*/ 1023976 h 2857990"/>
              <a:gd name="connsiteX2" fmla="*/ 0 w 3045985"/>
              <a:gd name="connsiteY2" fmla="*/ 664566 h 2857990"/>
              <a:gd name="connsiteX3" fmla="*/ 165100 w 3045985"/>
              <a:gd name="connsiteY3" fmla="*/ 526983 h 2857990"/>
              <a:gd name="connsiteX4" fmla="*/ 495401 w 3045985"/>
              <a:gd name="connsiteY4" fmla="*/ 618423 h 2857990"/>
              <a:gd name="connsiteX5" fmla="*/ 693945 w 3045985"/>
              <a:gd name="connsiteY5" fmla="*/ 299230 h 2857990"/>
              <a:gd name="connsiteX6" fmla="*/ 1024568 w 3045985"/>
              <a:gd name="connsiteY6" fmla="*/ 239540 h 2857990"/>
              <a:gd name="connsiteX7" fmla="*/ 1320901 w 3045985"/>
              <a:gd name="connsiteY7" fmla="*/ 85023 h 2857990"/>
              <a:gd name="connsiteX8" fmla="*/ 1661685 w 3045985"/>
              <a:gd name="connsiteY8" fmla="*/ 233190 h 2857990"/>
              <a:gd name="connsiteX9" fmla="*/ 2235301 w 3045985"/>
              <a:gd name="connsiteY9" fmla="*/ 303039 h 2857990"/>
              <a:gd name="connsiteX10" fmla="*/ 2406650 w 3045985"/>
              <a:gd name="connsiteY10" fmla="*/ 16443 h 2857990"/>
              <a:gd name="connsiteX11" fmla="*/ 2578100 w 3045985"/>
              <a:gd name="connsiteY11" fmla="*/ 38033 h 2857990"/>
              <a:gd name="connsiteX12" fmla="*/ 2739068 w 3045985"/>
              <a:gd name="connsiteY12" fmla="*/ 231073 h 2857990"/>
              <a:gd name="connsiteX13" fmla="*/ 3045985 w 3045985"/>
              <a:gd name="connsiteY13" fmla="*/ 586673 h 2857990"/>
              <a:gd name="connsiteX14" fmla="*/ 2398287 w 3045985"/>
              <a:gd name="connsiteY14" fmla="*/ 1253557 h 2857990"/>
              <a:gd name="connsiteX15" fmla="*/ 1876740 w 3045985"/>
              <a:gd name="connsiteY15" fmla="*/ 2857990 h 2857990"/>
              <a:gd name="connsiteX16" fmla="*/ 498721 w 3045985"/>
              <a:gd name="connsiteY16" fmla="*/ 1869083 h 2857990"/>
              <a:gd name="connsiteX0" fmla="*/ 498721 w 3045985"/>
              <a:gd name="connsiteY0" fmla="*/ 1869083 h 2857990"/>
              <a:gd name="connsiteX1" fmla="*/ 89848 w 3045985"/>
              <a:gd name="connsiteY1" fmla="*/ 1023976 h 2857990"/>
              <a:gd name="connsiteX2" fmla="*/ 0 w 3045985"/>
              <a:gd name="connsiteY2" fmla="*/ 664566 h 2857990"/>
              <a:gd name="connsiteX3" fmla="*/ 165100 w 3045985"/>
              <a:gd name="connsiteY3" fmla="*/ 526983 h 2857990"/>
              <a:gd name="connsiteX4" fmla="*/ 495401 w 3045985"/>
              <a:gd name="connsiteY4" fmla="*/ 618423 h 2857990"/>
              <a:gd name="connsiteX5" fmla="*/ 693945 w 3045985"/>
              <a:gd name="connsiteY5" fmla="*/ 299230 h 2857990"/>
              <a:gd name="connsiteX6" fmla="*/ 1024568 w 3045985"/>
              <a:gd name="connsiteY6" fmla="*/ 239540 h 2857990"/>
              <a:gd name="connsiteX7" fmla="*/ 1320901 w 3045985"/>
              <a:gd name="connsiteY7" fmla="*/ 85023 h 2857990"/>
              <a:gd name="connsiteX8" fmla="*/ 1661685 w 3045985"/>
              <a:gd name="connsiteY8" fmla="*/ 233190 h 2857990"/>
              <a:gd name="connsiteX9" fmla="*/ 2235301 w 3045985"/>
              <a:gd name="connsiteY9" fmla="*/ 303039 h 2857990"/>
              <a:gd name="connsiteX10" fmla="*/ 2406650 w 3045985"/>
              <a:gd name="connsiteY10" fmla="*/ 16443 h 2857990"/>
              <a:gd name="connsiteX11" fmla="*/ 2578100 w 3045985"/>
              <a:gd name="connsiteY11" fmla="*/ 38033 h 2857990"/>
              <a:gd name="connsiteX12" fmla="*/ 2739068 w 3045985"/>
              <a:gd name="connsiteY12" fmla="*/ 231073 h 2857990"/>
              <a:gd name="connsiteX13" fmla="*/ 3045985 w 3045985"/>
              <a:gd name="connsiteY13" fmla="*/ 586673 h 2857990"/>
              <a:gd name="connsiteX14" fmla="*/ 2398287 w 3045985"/>
              <a:gd name="connsiteY14" fmla="*/ 1253557 h 2857990"/>
              <a:gd name="connsiteX15" fmla="*/ 1876740 w 3045985"/>
              <a:gd name="connsiteY15" fmla="*/ 2857990 h 2857990"/>
              <a:gd name="connsiteX16" fmla="*/ 498721 w 3045985"/>
              <a:gd name="connsiteY16" fmla="*/ 1869083 h 2857990"/>
              <a:gd name="connsiteX0" fmla="*/ 498721 w 3045985"/>
              <a:gd name="connsiteY0" fmla="*/ 1859425 h 2848332"/>
              <a:gd name="connsiteX1" fmla="*/ 89848 w 3045985"/>
              <a:gd name="connsiteY1" fmla="*/ 1014318 h 2848332"/>
              <a:gd name="connsiteX2" fmla="*/ 0 w 3045985"/>
              <a:gd name="connsiteY2" fmla="*/ 654908 h 2848332"/>
              <a:gd name="connsiteX3" fmla="*/ 165100 w 3045985"/>
              <a:gd name="connsiteY3" fmla="*/ 517325 h 2848332"/>
              <a:gd name="connsiteX4" fmla="*/ 495401 w 3045985"/>
              <a:gd name="connsiteY4" fmla="*/ 608765 h 2848332"/>
              <a:gd name="connsiteX5" fmla="*/ 693945 w 3045985"/>
              <a:gd name="connsiteY5" fmla="*/ 289572 h 2848332"/>
              <a:gd name="connsiteX6" fmla="*/ 1024568 w 3045985"/>
              <a:gd name="connsiteY6" fmla="*/ 229882 h 2848332"/>
              <a:gd name="connsiteX7" fmla="*/ 1320901 w 3045985"/>
              <a:gd name="connsiteY7" fmla="*/ 75365 h 2848332"/>
              <a:gd name="connsiteX8" fmla="*/ 1661685 w 3045985"/>
              <a:gd name="connsiteY8" fmla="*/ 223532 h 2848332"/>
              <a:gd name="connsiteX9" fmla="*/ 2235301 w 3045985"/>
              <a:gd name="connsiteY9" fmla="*/ 293381 h 2848332"/>
              <a:gd name="connsiteX10" fmla="*/ 2406650 w 3045985"/>
              <a:gd name="connsiteY10" fmla="*/ 6785 h 2848332"/>
              <a:gd name="connsiteX11" fmla="*/ 2578100 w 3045985"/>
              <a:gd name="connsiteY11" fmla="*/ 28375 h 2848332"/>
              <a:gd name="connsiteX12" fmla="*/ 2739068 w 3045985"/>
              <a:gd name="connsiteY12" fmla="*/ 221415 h 2848332"/>
              <a:gd name="connsiteX13" fmla="*/ 3045985 w 3045985"/>
              <a:gd name="connsiteY13" fmla="*/ 577015 h 2848332"/>
              <a:gd name="connsiteX14" fmla="*/ 2398287 w 3045985"/>
              <a:gd name="connsiteY14" fmla="*/ 1243899 h 2848332"/>
              <a:gd name="connsiteX15" fmla="*/ 1876740 w 3045985"/>
              <a:gd name="connsiteY15" fmla="*/ 2848332 h 2848332"/>
              <a:gd name="connsiteX16" fmla="*/ 498721 w 3045985"/>
              <a:gd name="connsiteY16" fmla="*/ 1859425 h 2848332"/>
              <a:gd name="connsiteX0" fmla="*/ 498721 w 3045985"/>
              <a:gd name="connsiteY0" fmla="*/ 1852640 h 2841547"/>
              <a:gd name="connsiteX1" fmla="*/ 89848 w 3045985"/>
              <a:gd name="connsiteY1" fmla="*/ 1007533 h 2841547"/>
              <a:gd name="connsiteX2" fmla="*/ 0 w 3045985"/>
              <a:gd name="connsiteY2" fmla="*/ 648123 h 2841547"/>
              <a:gd name="connsiteX3" fmla="*/ 165100 w 3045985"/>
              <a:gd name="connsiteY3" fmla="*/ 510540 h 2841547"/>
              <a:gd name="connsiteX4" fmla="*/ 495401 w 3045985"/>
              <a:gd name="connsiteY4" fmla="*/ 601980 h 2841547"/>
              <a:gd name="connsiteX5" fmla="*/ 693945 w 3045985"/>
              <a:gd name="connsiteY5" fmla="*/ 282787 h 2841547"/>
              <a:gd name="connsiteX6" fmla="*/ 1024568 w 3045985"/>
              <a:gd name="connsiteY6" fmla="*/ 223097 h 2841547"/>
              <a:gd name="connsiteX7" fmla="*/ 1320901 w 3045985"/>
              <a:gd name="connsiteY7" fmla="*/ 68580 h 2841547"/>
              <a:gd name="connsiteX8" fmla="*/ 1661685 w 3045985"/>
              <a:gd name="connsiteY8" fmla="*/ 216747 h 2841547"/>
              <a:gd name="connsiteX9" fmla="*/ 2235301 w 3045985"/>
              <a:gd name="connsiteY9" fmla="*/ 286596 h 2841547"/>
              <a:gd name="connsiteX10" fmla="*/ 2406650 w 3045985"/>
              <a:gd name="connsiteY10" fmla="*/ 0 h 2841547"/>
              <a:gd name="connsiteX11" fmla="*/ 2578100 w 3045985"/>
              <a:gd name="connsiteY11" fmla="*/ 21590 h 2841547"/>
              <a:gd name="connsiteX12" fmla="*/ 2739068 w 3045985"/>
              <a:gd name="connsiteY12" fmla="*/ 214630 h 2841547"/>
              <a:gd name="connsiteX13" fmla="*/ 3045985 w 3045985"/>
              <a:gd name="connsiteY13" fmla="*/ 570230 h 2841547"/>
              <a:gd name="connsiteX14" fmla="*/ 2398287 w 3045985"/>
              <a:gd name="connsiteY14" fmla="*/ 1237114 h 2841547"/>
              <a:gd name="connsiteX15" fmla="*/ 1876740 w 3045985"/>
              <a:gd name="connsiteY15" fmla="*/ 2841547 h 2841547"/>
              <a:gd name="connsiteX16" fmla="*/ 498721 w 3045985"/>
              <a:gd name="connsiteY16" fmla="*/ 1852640 h 2841547"/>
              <a:gd name="connsiteX0" fmla="*/ 498721 w 3045985"/>
              <a:gd name="connsiteY0" fmla="*/ 1852640 h 2841547"/>
              <a:gd name="connsiteX1" fmla="*/ 89848 w 3045985"/>
              <a:gd name="connsiteY1" fmla="*/ 1007533 h 2841547"/>
              <a:gd name="connsiteX2" fmla="*/ 0 w 3045985"/>
              <a:gd name="connsiteY2" fmla="*/ 648123 h 2841547"/>
              <a:gd name="connsiteX3" fmla="*/ 165100 w 3045985"/>
              <a:gd name="connsiteY3" fmla="*/ 510540 h 2841547"/>
              <a:gd name="connsiteX4" fmla="*/ 495401 w 3045985"/>
              <a:gd name="connsiteY4" fmla="*/ 601980 h 2841547"/>
              <a:gd name="connsiteX5" fmla="*/ 693945 w 3045985"/>
              <a:gd name="connsiteY5" fmla="*/ 282787 h 2841547"/>
              <a:gd name="connsiteX6" fmla="*/ 1024568 w 3045985"/>
              <a:gd name="connsiteY6" fmla="*/ 223097 h 2841547"/>
              <a:gd name="connsiteX7" fmla="*/ 1320901 w 3045985"/>
              <a:gd name="connsiteY7" fmla="*/ 68580 h 2841547"/>
              <a:gd name="connsiteX8" fmla="*/ 1661685 w 3045985"/>
              <a:gd name="connsiteY8" fmla="*/ 216747 h 2841547"/>
              <a:gd name="connsiteX9" fmla="*/ 2235301 w 3045985"/>
              <a:gd name="connsiteY9" fmla="*/ 286596 h 2841547"/>
              <a:gd name="connsiteX10" fmla="*/ 2406650 w 3045985"/>
              <a:gd name="connsiteY10" fmla="*/ 0 h 2841547"/>
              <a:gd name="connsiteX11" fmla="*/ 2578100 w 3045985"/>
              <a:gd name="connsiteY11" fmla="*/ 21590 h 2841547"/>
              <a:gd name="connsiteX12" fmla="*/ 2720018 w 3045985"/>
              <a:gd name="connsiteY12" fmla="*/ 224155 h 2841547"/>
              <a:gd name="connsiteX13" fmla="*/ 3045985 w 3045985"/>
              <a:gd name="connsiteY13" fmla="*/ 570230 h 2841547"/>
              <a:gd name="connsiteX14" fmla="*/ 2398287 w 3045985"/>
              <a:gd name="connsiteY14" fmla="*/ 1237114 h 2841547"/>
              <a:gd name="connsiteX15" fmla="*/ 1876740 w 3045985"/>
              <a:gd name="connsiteY15" fmla="*/ 2841547 h 2841547"/>
              <a:gd name="connsiteX16" fmla="*/ 498721 w 3045985"/>
              <a:gd name="connsiteY16" fmla="*/ 1852640 h 2841547"/>
              <a:gd name="connsiteX0" fmla="*/ 498721 w 3045985"/>
              <a:gd name="connsiteY0" fmla="*/ 1852640 h 2841547"/>
              <a:gd name="connsiteX1" fmla="*/ 89848 w 3045985"/>
              <a:gd name="connsiteY1" fmla="*/ 1007533 h 2841547"/>
              <a:gd name="connsiteX2" fmla="*/ 0 w 3045985"/>
              <a:gd name="connsiteY2" fmla="*/ 648123 h 2841547"/>
              <a:gd name="connsiteX3" fmla="*/ 165100 w 3045985"/>
              <a:gd name="connsiteY3" fmla="*/ 510540 h 2841547"/>
              <a:gd name="connsiteX4" fmla="*/ 495401 w 3045985"/>
              <a:gd name="connsiteY4" fmla="*/ 601980 h 2841547"/>
              <a:gd name="connsiteX5" fmla="*/ 693945 w 3045985"/>
              <a:gd name="connsiteY5" fmla="*/ 282787 h 2841547"/>
              <a:gd name="connsiteX6" fmla="*/ 1024568 w 3045985"/>
              <a:gd name="connsiteY6" fmla="*/ 223097 h 2841547"/>
              <a:gd name="connsiteX7" fmla="*/ 1320901 w 3045985"/>
              <a:gd name="connsiteY7" fmla="*/ 68580 h 2841547"/>
              <a:gd name="connsiteX8" fmla="*/ 1661685 w 3045985"/>
              <a:gd name="connsiteY8" fmla="*/ 216747 h 2841547"/>
              <a:gd name="connsiteX9" fmla="*/ 2235301 w 3045985"/>
              <a:gd name="connsiteY9" fmla="*/ 286596 h 2841547"/>
              <a:gd name="connsiteX10" fmla="*/ 2406650 w 3045985"/>
              <a:gd name="connsiteY10" fmla="*/ 0 h 2841547"/>
              <a:gd name="connsiteX11" fmla="*/ 2578100 w 3045985"/>
              <a:gd name="connsiteY11" fmla="*/ 21590 h 2841547"/>
              <a:gd name="connsiteX12" fmla="*/ 2720018 w 3045985"/>
              <a:gd name="connsiteY12" fmla="*/ 224155 h 2841547"/>
              <a:gd name="connsiteX13" fmla="*/ 3045985 w 3045985"/>
              <a:gd name="connsiteY13" fmla="*/ 570230 h 2841547"/>
              <a:gd name="connsiteX14" fmla="*/ 2398287 w 3045985"/>
              <a:gd name="connsiteY14" fmla="*/ 1237114 h 2841547"/>
              <a:gd name="connsiteX15" fmla="*/ 1876740 w 3045985"/>
              <a:gd name="connsiteY15" fmla="*/ 2841547 h 2841547"/>
              <a:gd name="connsiteX16" fmla="*/ 498721 w 3045985"/>
              <a:gd name="connsiteY16" fmla="*/ 1852640 h 2841547"/>
              <a:gd name="connsiteX0" fmla="*/ 498721 w 3045985"/>
              <a:gd name="connsiteY0" fmla="*/ 1852640 h 2841547"/>
              <a:gd name="connsiteX1" fmla="*/ 89848 w 3045985"/>
              <a:gd name="connsiteY1" fmla="*/ 1007533 h 2841547"/>
              <a:gd name="connsiteX2" fmla="*/ 0 w 3045985"/>
              <a:gd name="connsiteY2" fmla="*/ 648123 h 2841547"/>
              <a:gd name="connsiteX3" fmla="*/ 165100 w 3045985"/>
              <a:gd name="connsiteY3" fmla="*/ 510540 h 2841547"/>
              <a:gd name="connsiteX4" fmla="*/ 495401 w 3045985"/>
              <a:gd name="connsiteY4" fmla="*/ 601980 h 2841547"/>
              <a:gd name="connsiteX5" fmla="*/ 693945 w 3045985"/>
              <a:gd name="connsiteY5" fmla="*/ 282787 h 2841547"/>
              <a:gd name="connsiteX6" fmla="*/ 1024568 w 3045985"/>
              <a:gd name="connsiteY6" fmla="*/ 223097 h 2841547"/>
              <a:gd name="connsiteX7" fmla="*/ 1320901 w 3045985"/>
              <a:gd name="connsiteY7" fmla="*/ 68580 h 2841547"/>
              <a:gd name="connsiteX8" fmla="*/ 1661685 w 3045985"/>
              <a:gd name="connsiteY8" fmla="*/ 216747 h 2841547"/>
              <a:gd name="connsiteX9" fmla="*/ 2235301 w 3045985"/>
              <a:gd name="connsiteY9" fmla="*/ 286596 h 2841547"/>
              <a:gd name="connsiteX10" fmla="*/ 2406650 w 3045985"/>
              <a:gd name="connsiteY10" fmla="*/ 0 h 2841547"/>
              <a:gd name="connsiteX11" fmla="*/ 2578100 w 3045985"/>
              <a:gd name="connsiteY11" fmla="*/ 21590 h 2841547"/>
              <a:gd name="connsiteX12" fmla="*/ 2720018 w 3045985"/>
              <a:gd name="connsiteY12" fmla="*/ 224155 h 2841547"/>
              <a:gd name="connsiteX13" fmla="*/ 3045985 w 3045985"/>
              <a:gd name="connsiteY13" fmla="*/ 570230 h 2841547"/>
              <a:gd name="connsiteX14" fmla="*/ 2398287 w 3045985"/>
              <a:gd name="connsiteY14" fmla="*/ 1237114 h 2841547"/>
              <a:gd name="connsiteX15" fmla="*/ 1876740 w 3045985"/>
              <a:gd name="connsiteY15" fmla="*/ 2841547 h 2841547"/>
              <a:gd name="connsiteX16" fmla="*/ 498721 w 3045985"/>
              <a:gd name="connsiteY16" fmla="*/ 1852640 h 2841547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65100 w 3045985"/>
              <a:gd name="connsiteY3" fmla="*/ 513715 h 2844722"/>
              <a:gd name="connsiteX4" fmla="*/ 495401 w 3045985"/>
              <a:gd name="connsiteY4" fmla="*/ 605155 h 2844722"/>
              <a:gd name="connsiteX5" fmla="*/ 693945 w 3045985"/>
              <a:gd name="connsiteY5" fmla="*/ 285962 h 2844722"/>
              <a:gd name="connsiteX6" fmla="*/ 1024568 w 3045985"/>
              <a:gd name="connsiteY6" fmla="*/ 226272 h 2844722"/>
              <a:gd name="connsiteX7" fmla="*/ 1320901 w 3045985"/>
              <a:gd name="connsiteY7" fmla="*/ 71755 h 2844722"/>
              <a:gd name="connsiteX8" fmla="*/ 1661685 w 3045985"/>
              <a:gd name="connsiteY8" fmla="*/ 219922 h 2844722"/>
              <a:gd name="connsiteX9" fmla="*/ 2235301 w 3045985"/>
              <a:gd name="connsiteY9" fmla="*/ 289771 h 2844722"/>
              <a:gd name="connsiteX10" fmla="*/ 2390775 w 3045985"/>
              <a:gd name="connsiteY10" fmla="*/ 0 h 2844722"/>
              <a:gd name="connsiteX11" fmla="*/ 2578100 w 3045985"/>
              <a:gd name="connsiteY11" fmla="*/ 24765 h 2844722"/>
              <a:gd name="connsiteX12" fmla="*/ 2720018 w 3045985"/>
              <a:gd name="connsiteY12" fmla="*/ 227330 h 2844722"/>
              <a:gd name="connsiteX13" fmla="*/ 3045985 w 3045985"/>
              <a:gd name="connsiteY13" fmla="*/ 573405 h 2844722"/>
              <a:gd name="connsiteX14" fmla="*/ 2398287 w 3045985"/>
              <a:gd name="connsiteY14" fmla="*/ 1240289 h 2844722"/>
              <a:gd name="connsiteX15" fmla="*/ 1876740 w 3045985"/>
              <a:gd name="connsiteY15" fmla="*/ 2844722 h 2844722"/>
              <a:gd name="connsiteX16" fmla="*/ 498721 w 3045985"/>
              <a:gd name="connsiteY16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65100 w 3045985"/>
              <a:gd name="connsiteY3" fmla="*/ 513715 h 2844722"/>
              <a:gd name="connsiteX4" fmla="*/ 495401 w 3045985"/>
              <a:gd name="connsiteY4" fmla="*/ 605155 h 2844722"/>
              <a:gd name="connsiteX5" fmla="*/ 693945 w 3045985"/>
              <a:gd name="connsiteY5" fmla="*/ 285962 h 2844722"/>
              <a:gd name="connsiteX6" fmla="*/ 1024568 w 3045985"/>
              <a:gd name="connsiteY6" fmla="*/ 226272 h 2844722"/>
              <a:gd name="connsiteX7" fmla="*/ 1320901 w 3045985"/>
              <a:gd name="connsiteY7" fmla="*/ 71755 h 2844722"/>
              <a:gd name="connsiteX8" fmla="*/ 1661685 w 3045985"/>
              <a:gd name="connsiteY8" fmla="*/ 219922 h 2844722"/>
              <a:gd name="connsiteX9" fmla="*/ 2235301 w 3045985"/>
              <a:gd name="connsiteY9" fmla="*/ 289771 h 2844722"/>
              <a:gd name="connsiteX10" fmla="*/ 2390775 w 3045985"/>
              <a:gd name="connsiteY10" fmla="*/ 0 h 2844722"/>
              <a:gd name="connsiteX11" fmla="*/ 2578100 w 3045985"/>
              <a:gd name="connsiteY11" fmla="*/ 24765 h 2844722"/>
              <a:gd name="connsiteX12" fmla="*/ 2720018 w 3045985"/>
              <a:gd name="connsiteY12" fmla="*/ 227330 h 2844722"/>
              <a:gd name="connsiteX13" fmla="*/ 3045985 w 3045985"/>
              <a:gd name="connsiteY13" fmla="*/ 573405 h 2844722"/>
              <a:gd name="connsiteX14" fmla="*/ 2398287 w 3045985"/>
              <a:gd name="connsiteY14" fmla="*/ 1240289 h 2844722"/>
              <a:gd name="connsiteX15" fmla="*/ 1876740 w 3045985"/>
              <a:gd name="connsiteY15" fmla="*/ 2844722 h 2844722"/>
              <a:gd name="connsiteX16" fmla="*/ 498721 w 3045985"/>
              <a:gd name="connsiteY16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65100 w 3045985"/>
              <a:gd name="connsiteY3" fmla="*/ 513715 h 2844722"/>
              <a:gd name="connsiteX4" fmla="*/ 495401 w 3045985"/>
              <a:gd name="connsiteY4" fmla="*/ 605155 h 2844722"/>
              <a:gd name="connsiteX5" fmla="*/ 693945 w 3045985"/>
              <a:gd name="connsiteY5" fmla="*/ 285962 h 2844722"/>
              <a:gd name="connsiteX6" fmla="*/ 1024568 w 3045985"/>
              <a:gd name="connsiteY6" fmla="*/ 226272 h 2844722"/>
              <a:gd name="connsiteX7" fmla="*/ 1320901 w 3045985"/>
              <a:gd name="connsiteY7" fmla="*/ 71755 h 2844722"/>
              <a:gd name="connsiteX8" fmla="*/ 1661685 w 3045985"/>
              <a:gd name="connsiteY8" fmla="*/ 219922 h 2844722"/>
              <a:gd name="connsiteX9" fmla="*/ 2235301 w 3045985"/>
              <a:gd name="connsiteY9" fmla="*/ 289771 h 2844722"/>
              <a:gd name="connsiteX10" fmla="*/ 2390775 w 3045985"/>
              <a:gd name="connsiteY10" fmla="*/ 0 h 2844722"/>
              <a:gd name="connsiteX11" fmla="*/ 2578100 w 3045985"/>
              <a:gd name="connsiteY11" fmla="*/ 24765 h 2844722"/>
              <a:gd name="connsiteX12" fmla="*/ 2720018 w 3045985"/>
              <a:gd name="connsiteY12" fmla="*/ 227330 h 2844722"/>
              <a:gd name="connsiteX13" fmla="*/ 3045985 w 3045985"/>
              <a:gd name="connsiteY13" fmla="*/ 573405 h 2844722"/>
              <a:gd name="connsiteX14" fmla="*/ 2398287 w 3045985"/>
              <a:gd name="connsiteY14" fmla="*/ 1240289 h 2844722"/>
              <a:gd name="connsiteX15" fmla="*/ 1876740 w 3045985"/>
              <a:gd name="connsiteY15" fmla="*/ 2844722 h 2844722"/>
              <a:gd name="connsiteX16" fmla="*/ 498721 w 3045985"/>
              <a:gd name="connsiteY16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65100 w 3045985"/>
              <a:gd name="connsiteY3" fmla="*/ 513715 h 2844722"/>
              <a:gd name="connsiteX4" fmla="*/ 288744 w 3045985"/>
              <a:gd name="connsiteY4" fmla="*/ 390983 h 2844722"/>
              <a:gd name="connsiteX5" fmla="*/ 693945 w 3045985"/>
              <a:gd name="connsiteY5" fmla="*/ 285962 h 2844722"/>
              <a:gd name="connsiteX6" fmla="*/ 1024568 w 3045985"/>
              <a:gd name="connsiteY6" fmla="*/ 226272 h 2844722"/>
              <a:gd name="connsiteX7" fmla="*/ 1320901 w 3045985"/>
              <a:gd name="connsiteY7" fmla="*/ 71755 h 2844722"/>
              <a:gd name="connsiteX8" fmla="*/ 1661685 w 3045985"/>
              <a:gd name="connsiteY8" fmla="*/ 219922 h 2844722"/>
              <a:gd name="connsiteX9" fmla="*/ 2235301 w 3045985"/>
              <a:gd name="connsiteY9" fmla="*/ 289771 h 2844722"/>
              <a:gd name="connsiteX10" fmla="*/ 2390775 w 3045985"/>
              <a:gd name="connsiteY10" fmla="*/ 0 h 2844722"/>
              <a:gd name="connsiteX11" fmla="*/ 2578100 w 3045985"/>
              <a:gd name="connsiteY11" fmla="*/ 24765 h 2844722"/>
              <a:gd name="connsiteX12" fmla="*/ 2720018 w 3045985"/>
              <a:gd name="connsiteY12" fmla="*/ 227330 h 2844722"/>
              <a:gd name="connsiteX13" fmla="*/ 3045985 w 3045985"/>
              <a:gd name="connsiteY13" fmla="*/ 573405 h 2844722"/>
              <a:gd name="connsiteX14" fmla="*/ 2398287 w 3045985"/>
              <a:gd name="connsiteY14" fmla="*/ 1240289 h 2844722"/>
              <a:gd name="connsiteX15" fmla="*/ 1876740 w 3045985"/>
              <a:gd name="connsiteY15" fmla="*/ 2844722 h 2844722"/>
              <a:gd name="connsiteX16" fmla="*/ 498721 w 3045985"/>
              <a:gd name="connsiteY16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65100 w 3045985"/>
              <a:gd name="connsiteY3" fmla="*/ 513715 h 2844722"/>
              <a:gd name="connsiteX4" fmla="*/ 333833 w 3045985"/>
              <a:gd name="connsiteY4" fmla="*/ 521740 h 2844722"/>
              <a:gd name="connsiteX5" fmla="*/ 693945 w 3045985"/>
              <a:gd name="connsiteY5" fmla="*/ 285962 h 2844722"/>
              <a:gd name="connsiteX6" fmla="*/ 1024568 w 3045985"/>
              <a:gd name="connsiteY6" fmla="*/ 226272 h 2844722"/>
              <a:gd name="connsiteX7" fmla="*/ 1320901 w 3045985"/>
              <a:gd name="connsiteY7" fmla="*/ 71755 h 2844722"/>
              <a:gd name="connsiteX8" fmla="*/ 1661685 w 3045985"/>
              <a:gd name="connsiteY8" fmla="*/ 219922 h 2844722"/>
              <a:gd name="connsiteX9" fmla="*/ 2235301 w 3045985"/>
              <a:gd name="connsiteY9" fmla="*/ 289771 h 2844722"/>
              <a:gd name="connsiteX10" fmla="*/ 2390775 w 3045985"/>
              <a:gd name="connsiteY10" fmla="*/ 0 h 2844722"/>
              <a:gd name="connsiteX11" fmla="*/ 2578100 w 3045985"/>
              <a:gd name="connsiteY11" fmla="*/ 24765 h 2844722"/>
              <a:gd name="connsiteX12" fmla="*/ 2720018 w 3045985"/>
              <a:gd name="connsiteY12" fmla="*/ 227330 h 2844722"/>
              <a:gd name="connsiteX13" fmla="*/ 3045985 w 3045985"/>
              <a:gd name="connsiteY13" fmla="*/ 573405 h 2844722"/>
              <a:gd name="connsiteX14" fmla="*/ 2398287 w 3045985"/>
              <a:gd name="connsiteY14" fmla="*/ 1240289 h 2844722"/>
              <a:gd name="connsiteX15" fmla="*/ 1876740 w 3045985"/>
              <a:gd name="connsiteY15" fmla="*/ 2844722 h 2844722"/>
              <a:gd name="connsiteX16" fmla="*/ 498721 w 3045985"/>
              <a:gd name="connsiteY16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65100 w 3045985"/>
              <a:gd name="connsiteY3" fmla="*/ 513715 h 2844722"/>
              <a:gd name="connsiteX4" fmla="*/ 279726 w 3045985"/>
              <a:gd name="connsiteY4" fmla="*/ 409018 h 2844722"/>
              <a:gd name="connsiteX5" fmla="*/ 693945 w 3045985"/>
              <a:gd name="connsiteY5" fmla="*/ 285962 h 2844722"/>
              <a:gd name="connsiteX6" fmla="*/ 1024568 w 3045985"/>
              <a:gd name="connsiteY6" fmla="*/ 226272 h 2844722"/>
              <a:gd name="connsiteX7" fmla="*/ 1320901 w 3045985"/>
              <a:gd name="connsiteY7" fmla="*/ 71755 h 2844722"/>
              <a:gd name="connsiteX8" fmla="*/ 1661685 w 3045985"/>
              <a:gd name="connsiteY8" fmla="*/ 219922 h 2844722"/>
              <a:gd name="connsiteX9" fmla="*/ 2235301 w 3045985"/>
              <a:gd name="connsiteY9" fmla="*/ 289771 h 2844722"/>
              <a:gd name="connsiteX10" fmla="*/ 2390775 w 3045985"/>
              <a:gd name="connsiteY10" fmla="*/ 0 h 2844722"/>
              <a:gd name="connsiteX11" fmla="*/ 2578100 w 3045985"/>
              <a:gd name="connsiteY11" fmla="*/ 24765 h 2844722"/>
              <a:gd name="connsiteX12" fmla="*/ 2720018 w 3045985"/>
              <a:gd name="connsiteY12" fmla="*/ 227330 h 2844722"/>
              <a:gd name="connsiteX13" fmla="*/ 3045985 w 3045985"/>
              <a:gd name="connsiteY13" fmla="*/ 573405 h 2844722"/>
              <a:gd name="connsiteX14" fmla="*/ 2398287 w 3045985"/>
              <a:gd name="connsiteY14" fmla="*/ 1240289 h 2844722"/>
              <a:gd name="connsiteX15" fmla="*/ 1876740 w 3045985"/>
              <a:gd name="connsiteY15" fmla="*/ 2844722 h 2844722"/>
              <a:gd name="connsiteX16" fmla="*/ 498721 w 3045985"/>
              <a:gd name="connsiteY16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79726 w 3045985"/>
              <a:gd name="connsiteY4" fmla="*/ 409018 h 2844722"/>
              <a:gd name="connsiteX5" fmla="*/ 693945 w 3045985"/>
              <a:gd name="connsiteY5" fmla="*/ 285962 h 2844722"/>
              <a:gd name="connsiteX6" fmla="*/ 1024568 w 3045985"/>
              <a:gd name="connsiteY6" fmla="*/ 226272 h 2844722"/>
              <a:gd name="connsiteX7" fmla="*/ 1320901 w 3045985"/>
              <a:gd name="connsiteY7" fmla="*/ 71755 h 2844722"/>
              <a:gd name="connsiteX8" fmla="*/ 1661685 w 3045985"/>
              <a:gd name="connsiteY8" fmla="*/ 219922 h 2844722"/>
              <a:gd name="connsiteX9" fmla="*/ 2235301 w 3045985"/>
              <a:gd name="connsiteY9" fmla="*/ 289771 h 2844722"/>
              <a:gd name="connsiteX10" fmla="*/ 2390775 w 3045985"/>
              <a:gd name="connsiteY10" fmla="*/ 0 h 2844722"/>
              <a:gd name="connsiteX11" fmla="*/ 2578100 w 3045985"/>
              <a:gd name="connsiteY11" fmla="*/ 24765 h 2844722"/>
              <a:gd name="connsiteX12" fmla="*/ 2720018 w 3045985"/>
              <a:gd name="connsiteY12" fmla="*/ 227330 h 2844722"/>
              <a:gd name="connsiteX13" fmla="*/ 3045985 w 3045985"/>
              <a:gd name="connsiteY13" fmla="*/ 573405 h 2844722"/>
              <a:gd name="connsiteX14" fmla="*/ 2398287 w 3045985"/>
              <a:gd name="connsiteY14" fmla="*/ 1240289 h 2844722"/>
              <a:gd name="connsiteX15" fmla="*/ 1876740 w 3045985"/>
              <a:gd name="connsiteY15" fmla="*/ 2844722 h 2844722"/>
              <a:gd name="connsiteX16" fmla="*/ 498721 w 3045985"/>
              <a:gd name="connsiteY16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79726 w 3045985"/>
              <a:gd name="connsiteY4" fmla="*/ 409018 h 2844722"/>
              <a:gd name="connsiteX5" fmla="*/ 693945 w 3045985"/>
              <a:gd name="connsiteY5" fmla="*/ 285962 h 2844722"/>
              <a:gd name="connsiteX6" fmla="*/ 1024568 w 3045985"/>
              <a:gd name="connsiteY6" fmla="*/ 226272 h 2844722"/>
              <a:gd name="connsiteX7" fmla="*/ 1320901 w 3045985"/>
              <a:gd name="connsiteY7" fmla="*/ 71755 h 2844722"/>
              <a:gd name="connsiteX8" fmla="*/ 1661685 w 3045985"/>
              <a:gd name="connsiteY8" fmla="*/ 219922 h 2844722"/>
              <a:gd name="connsiteX9" fmla="*/ 2235301 w 3045985"/>
              <a:gd name="connsiteY9" fmla="*/ 289771 h 2844722"/>
              <a:gd name="connsiteX10" fmla="*/ 2390775 w 3045985"/>
              <a:gd name="connsiteY10" fmla="*/ 0 h 2844722"/>
              <a:gd name="connsiteX11" fmla="*/ 2578100 w 3045985"/>
              <a:gd name="connsiteY11" fmla="*/ 24765 h 2844722"/>
              <a:gd name="connsiteX12" fmla="*/ 2720018 w 3045985"/>
              <a:gd name="connsiteY12" fmla="*/ 227330 h 2844722"/>
              <a:gd name="connsiteX13" fmla="*/ 3045985 w 3045985"/>
              <a:gd name="connsiteY13" fmla="*/ 573405 h 2844722"/>
              <a:gd name="connsiteX14" fmla="*/ 2398287 w 3045985"/>
              <a:gd name="connsiteY14" fmla="*/ 1240289 h 2844722"/>
              <a:gd name="connsiteX15" fmla="*/ 1876740 w 3045985"/>
              <a:gd name="connsiteY15" fmla="*/ 2844722 h 2844722"/>
              <a:gd name="connsiteX16" fmla="*/ 498721 w 3045985"/>
              <a:gd name="connsiteY16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693945 w 3045985"/>
              <a:gd name="connsiteY5" fmla="*/ 285962 h 2844722"/>
              <a:gd name="connsiteX6" fmla="*/ 1024568 w 3045985"/>
              <a:gd name="connsiteY6" fmla="*/ 226272 h 2844722"/>
              <a:gd name="connsiteX7" fmla="*/ 1320901 w 3045985"/>
              <a:gd name="connsiteY7" fmla="*/ 71755 h 2844722"/>
              <a:gd name="connsiteX8" fmla="*/ 1661685 w 3045985"/>
              <a:gd name="connsiteY8" fmla="*/ 219922 h 2844722"/>
              <a:gd name="connsiteX9" fmla="*/ 2235301 w 3045985"/>
              <a:gd name="connsiteY9" fmla="*/ 289771 h 2844722"/>
              <a:gd name="connsiteX10" fmla="*/ 2390775 w 3045985"/>
              <a:gd name="connsiteY10" fmla="*/ 0 h 2844722"/>
              <a:gd name="connsiteX11" fmla="*/ 2578100 w 3045985"/>
              <a:gd name="connsiteY11" fmla="*/ 24765 h 2844722"/>
              <a:gd name="connsiteX12" fmla="*/ 2720018 w 3045985"/>
              <a:gd name="connsiteY12" fmla="*/ 227330 h 2844722"/>
              <a:gd name="connsiteX13" fmla="*/ 3045985 w 3045985"/>
              <a:gd name="connsiteY13" fmla="*/ 573405 h 2844722"/>
              <a:gd name="connsiteX14" fmla="*/ 2398287 w 3045985"/>
              <a:gd name="connsiteY14" fmla="*/ 1240289 h 2844722"/>
              <a:gd name="connsiteX15" fmla="*/ 1876740 w 3045985"/>
              <a:gd name="connsiteY15" fmla="*/ 2844722 h 2844722"/>
              <a:gd name="connsiteX16" fmla="*/ 498721 w 3045985"/>
              <a:gd name="connsiteY16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693945 w 3045985"/>
              <a:gd name="connsiteY5" fmla="*/ 285962 h 2844722"/>
              <a:gd name="connsiteX6" fmla="*/ 1024568 w 3045985"/>
              <a:gd name="connsiteY6" fmla="*/ 226272 h 2844722"/>
              <a:gd name="connsiteX7" fmla="*/ 1320901 w 3045985"/>
              <a:gd name="connsiteY7" fmla="*/ 71755 h 2844722"/>
              <a:gd name="connsiteX8" fmla="*/ 1661685 w 3045985"/>
              <a:gd name="connsiteY8" fmla="*/ 219922 h 2844722"/>
              <a:gd name="connsiteX9" fmla="*/ 2235301 w 3045985"/>
              <a:gd name="connsiteY9" fmla="*/ 289771 h 2844722"/>
              <a:gd name="connsiteX10" fmla="*/ 2390775 w 3045985"/>
              <a:gd name="connsiteY10" fmla="*/ 0 h 2844722"/>
              <a:gd name="connsiteX11" fmla="*/ 2578100 w 3045985"/>
              <a:gd name="connsiteY11" fmla="*/ 24765 h 2844722"/>
              <a:gd name="connsiteX12" fmla="*/ 2720018 w 3045985"/>
              <a:gd name="connsiteY12" fmla="*/ 227330 h 2844722"/>
              <a:gd name="connsiteX13" fmla="*/ 3045985 w 3045985"/>
              <a:gd name="connsiteY13" fmla="*/ 573405 h 2844722"/>
              <a:gd name="connsiteX14" fmla="*/ 2398287 w 3045985"/>
              <a:gd name="connsiteY14" fmla="*/ 1240289 h 2844722"/>
              <a:gd name="connsiteX15" fmla="*/ 1876740 w 3045985"/>
              <a:gd name="connsiteY15" fmla="*/ 2844722 h 2844722"/>
              <a:gd name="connsiteX16" fmla="*/ 498721 w 3045985"/>
              <a:gd name="connsiteY16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693945 w 3045985"/>
              <a:gd name="connsiteY5" fmla="*/ 285962 h 2844722"/>
              <a:gd name="connsiteX6" fmla="*/ 1024568 w 3045985"/>
              <a:gd name="connsiteY6" fmla="*/ 226272 h 2844722"/>
              <a:gd name="connsiteX7" fmla="*/ 1320901 w 3045985"/>
              <a:gd name="connsiteY7" fmla="*/ 71755 h 2844722"/>
              <a:gd name="connsiteX8" fmla="*/ 1661685 w 3045985"/>
              <a:gd name="connsiteY8" fmla="*/ 219922 h 2844722"/>
              <a:gd name="connsiteX9" fmla="*/ 2235301 w 3045985"/>
              <a:gd name="connsiteY9" fmla="*/ 289771 h 2844722"/>
              <a:gd name="connsiteX10" fmla="*/ 2390775 w 3045985"/>
              <a:gd name="connsiteY10" fmla="*/ 0 h 2844722"/>
              <a:gd name="connsiteX11" fmla="*/ 2578100 w 3045985"/>
              <a:gd name="connsiteY11" fmla="*/ 24765 h 2844722"/>
              <a:gd name="connsiteX12" fmla="*/ 2720018 w 3045985"/>
              <a:gd name="connsiteY12" fmla="*/ 227330 h 2844722"/>
              <a:gd name="connsiteX13" fmla="*/ 3045985 w 3045985"/>
              <a:gd name="connsiteY13" fmla="*/ 573405 h 2844722"/>
              <a:gd name="connsiteX14" fmla="*/ 2398287 w 3045985"/>
              <a:gd name="connsiteY14" fmla="*/ 1240289 h 2844722"/>
              <a:gd name="connsiteX15" fmla="*/ 1876740 w 3045985"/>
              <a:gd name="connsiteY15" fmla="*/ 2844722 h 2844722"/>
              <a:gd name="connsiteX16" fmla="*/ 498721 w 3045985"/>
              <a:gd name="connsiteY16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544207 w 3045985"/>
              <a:gd name="connsiteY5" fmla="*/ 261323 h 2844722"/>
              <a:gd name="connsiteX6" fmla="*/ 693945 w 3045985"/>
              <a:gd name="connsiteY6" fmla="*/ 285962 h 2844722"/>
              <a:gd name="connsiteX7" fmla="*/ 1024568 w 3045985"/>
              <a:gd name="connsiteY7" fmla="*/ 226272 h 2844722"/>
              <a:gd name="connsiteX8" fmla="*/ 1320901 w 3045985"/>
              <a:gd name="connsiteY8" fmla="*/ 71755 h 2844722"/>
              <a:gd name="connsiteX9" fmla="*/ 1661685 w 3045985"/>
              <a:gd name="connsiteY9" fmla="*/ 219922 h 2844722"/>
              <a:gd name="connsiteX10" fmla="*/ 2235301 w 3045985"/>
              <a:gd name="connsiteY10" fmla="*/ 289771 h 2844722"/>
              <a:gd name="connsiteX11" fmla="*/ 2390775 w 3045985"/>
              <a:gd name="connsiteY11" fmla="*/ 0 h 2844722"/>
              <a:gd name="connsiteX12" fmla="*/ 2578100 w 3045985"/>
              <a:gd name="connsiteY12" fmla="*/ 24765 h 2844722"/>
              <a:gd name="connsiteX13" fmla="*/ 2720018 w 3045985"/>
              <a:gd name="connsiteY13" fmla="*/ 227330 h 2844722"/>
              <a:gd name="connsiteX14" fmla="*/ 3045985 w 3045985"/>
              <a:gd name="connsiteY14" fmla="*/ 573405 h 2844722"/>
              <a:gd name="connsiteX15" fmla="*/ 2398287 w 3045985"/>
              <a:gd name="connsiteY15" fmla="*/ 1240289 h 2844722"/>
              <a:gd name="connsiteX16" fmla="*/ 1876740 w 3045985"/>
              <a:gd name="connsiteY16" fmla="*/ 2844722 h 2844722"/>
              <a:gd name="connsiteX17" fmla="*/ 498721 w 3045985"/>
              <a:gd name="connsiteY17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544207 w 3045985"/>
              <a:gd name="connsiteY5" fmla="*/ 261323 h 2844722"/>
              <a:gd name="connsiteX6" fmla="*/ 693945 w 3045985"/>
              <a:gd name="connsiteY6" fmla="*/ 285962 h 2844722"/>
              <a:gd name="connsiteX7" fmla="*/ 1024568 w 3045985"/>
              <a:gd name="connsiteY7" fmla="*/ 226272 h 2844722"/>
              <a:gd name="connsiteX8" fmla="*/ 1320901 w 3045985"/>
              <a:gd name="connsiteY8" fmla="*/ 71755 h 2844722"/>
              <a:gd name="connsiteX9" fmla="*/ 1661685 w 3045985"/>
              <a:gd name="connsiteY9" fmla="*/ 219922 h 2844722"/>
              <a:gd name="connsiteX10" fmla="*/ 2235301 w 3045985"/>
              <a:gd name="connsiteY10" fmla="*/ 289771 h 2844722"/>
              <a:gd name="connsiteX11" fmla="*/ 2390775 w 3045985"/>
              <a:gd name="connsiteY11" fmla="*/ 0 h 2844722"/>
              <a:gd name="connsiteX12" fmla="*/ 2578100 w 3045985"/>
              <a:gd name="connsiteY12" fmla="*/ 24765 h 2844722"/>
              <a:gd name="connsiteX13" fmla="*/ 2720018 w 3045985"/>
              <a:gd name="connsiteY13" fmla="*/ 227330 h 2844722"/>
              <a:gd name="connsiteX14" fmla="*/ 3045985 w 3045985"/>
              <a:gd name="connsiteY14" fmla="*/ 573405 h 2844722"/>
              <a:gd name="connsiteX15" fmla="*/ 2398287 w 3045985"/>
              <a:gd name="connsiteY15" fmla="*/ 1240289 h 2844722"/>
              <a:gd name="connsiteX16" fmla="*/ 1876740 w 3045985"/>
              <a:gd name="connsiteY16" fmla="*/ 2844722 h 2844722"/>
              <a:gd name="connsiteX17" fmla="*/ 498721 w 3045985"/>
              <a:gd name="connsiteY17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544207 w 3045985"/>
              <a:gd name="connsiteY5" fmla="*/ 261323 h 2844722"/>
              <a:gd name="connsiteX6" fmla="*/ 693945 w 3045985"/>
              <a:gd name="connsiteY6" fmla="*/ 285962 h 2844722"/>
              <a:gd name="connsiteX7" fmla="*/ 1024568 w 3045985"/>
              <a:gd name="connsiteY7" fmla="*/ 226272 h 2844722"/>
              <a:gd name="connsiteX8" fmla="*/ 1320901 w 3045985"/>
              <a:gd name="connsiteY8" fmla="*/ 71755 h 2844722"/>
              <a:gd name="connsiteX9" fmla="*/ 1661685 w 3045985"/>
              <a:gd name="connsiteY9" fmla="*/ 219922 h 2844722"/>
              <a:gd name="connsiteX10" fmla="*/ 2235301 w 3045985"/>
              <a:gd name="connsiteY10" fmla="*/ 289771 h 2844722"/>
              <a:gd name="connsiteX11" fmla="*/ 2390775 w 3045985"/>
              <a:gd name="connsiteY11" fmla="*/ 0 h 2844722"/>
              <a:gd name="connsiteX12" fmla="*/ 2578100 w 3045985"/>
              <a:gd name="connsiteY12" fmla="*/ 24765 h 2844722"/>
              <a:gd name="connsiteX13" fmla="*/ 2720018 w 3045985"/>
              <a:gd name="connsiteY13" fmla="*/ 227330 h 2844722"/>
              <a:gd name="connsiteX14" fmla="*/ 3045985 w 3045985"/>
              <a:gd name="connsiteY14" fmla="*/ 573405 h 2844722"/>
              <a:gd name="connsiteX15" fmla="*/ 2398287 w 3045985"/>
              <a:gd name="connsiteY15" fmla="*/ 1240289 h 2844722"/>
              <a:gd name="connsiteX16" fmla="*/ 1876740 w 3045985"/>
              <a:gd name="connsiteY16" fmla="*/ 2844722 h 2844722"/>
              <a:gd name="connsiteX17" fmla="*/ 498721 w 3045985"/>
              <a:gd name="connsiteY17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428667 w 3045985"/>
              <a:gd name="connsiteY5" fmla="*/ 343046 h 2844722"/>
              <a:gd name="connsiteX6" fmla="*/ 544207 w 3045985"/>
              <a:gd name="connsiteY6" fmla="*/ 261323 h 2844722"/>
              <a:gd name="connsiteX7" fmla="*/ 693945 w 3045985"/>
              <a:gd name="connsiteY7" fmla="*/ 285962 h 2844722"/>
              <a:gd name="connsiteX8" fmla="*/ 1024568 w 3045985"/>
              <a:gd name="connsiteY8" fmla="*/ 226272 h 2844722"/>
              <a:gd name="connsiteX9" fmla="*/ 1320901 w 3045985"/>
              <a:gd name="connsiteY9" fmla="*/ 71755 h 2844722"/>
              <a:gd name="connsiteX10" fmla="*/ 1661685 w 3045985"/>
              <a:gd name="connsiteY10" fmla="*/ 219922 h 2844722"/>
              <a:gd name="connsiteX11" fmla="*/ 2235301 w 3045985"/>
              <a:gd name="connsiteY11" fmla="*/ 289771 h 2844722"/>
              <a:gd name="connsiteX12" fmla="*/ 2390775 w 3045985"/>
              <a:gd name="connsiteY12" fmla="*/ 0 h 2844722"/>
              <a:gd name="connsiteX13" fmla="*/ 2578100 w 3045985"/>
              <a:gd name="connsiteY13" fmla="*/ 24765 h 2844722"/>
              <a:gd name="connsiteX14" fmla="*/ 2720018 w 3045985"/>
              <a:gd name="connsiteY14" fmla="*/ 227330 h 2844722"/>
              <a:gd name="connsiteX15" fmla="*/ 3045985 w 3045985"/>
              <a:gd name="connsiteY15" fmla="*/ 573405 h 2844722"/>
              <a:gd name="connsiteX16" fmla="*/ 2398287 w 3045985"/>
              <a:gd name="connsiteY16" fmla="*/ 1240289 h 2844722"/>
              <a:gd name="connsiteX17" fmla="*/ 1876740 w 3045985"/>
              <a:gd name="connsiteY17" fmla="*/ 2844722 h 2844722"/>
              <a:gd name="connsiteX18" fmla="*/ 498721 w 3045985"/>
              <a:gd name="connsiteY18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428667 w 3045985"/>
              <a:gd name="connsiteY5" fmla="*/ 343046 h 2844722"/>
              <a:gd name="connsiteX6" fmla="*/ 544207 w 3045985"/>
              <a:gd name="connsiteY6" fmla="*/ 261323 h 2844722"/>
              <a:gd name="connsiteX7" fmla="*/ 693945 w 3045985"/>
              <a:gd name="connsiteY7" fmla="*/ 285962 h 2844722"/>
              <a:gd name="connsiteX8" fmla="*/ 1024568 w 3045985"/>
              <a:gd name="connsiteY8" fmla="*/ 226272 h 2844722"/>
              <a:gd name="connsiteX9" fmla="*/ 1320901 w 3045985"/>
              <a:gd name="connsiteY9" fmla="*/ 71755 h 2844722"/>
              <a:gd name="connsiteX10" fmla="*/ 1661685 w 3045985"/>
              <a:gd name="connsiteY10" fmla="*/ 219922 h 2844722"/>
              <a:gd name="connsiteX11" fmla="*/ 2235301 w 3045985"/>
              <a:gd name="connsiteY11" fmla="*/ 289771 h 2844722"/>
              <a:gd name="connsiteX12" fmla="*/ 2390775 w 3045985"/>
              <a:gd name="connsiteY12" fmla="*/ 0 h 2844722"/>
              <a:gd name="connsiteX13" fmla="*/ 2578100 w 3045985"/>
              <a:gd name="connsiteY13" fmla="*/ 24765 h 2844722"/>
              <a:gd name="connsiteX14" fmla="*/ 2720018 w 3045985"/>
              <a:gd name="connsiteY14" fmla="*/ 227330 h 2844722"/>
              <a:gd name="connsiteX15" fmla="*/ 3045985 w 3045985"/>
              <a:gd name="connsiteY15" fmla="*/ 573405 h 2844722"/>
              <a:gd name="connsiteX16" fmla="*/ 2398287 w 3045985"/>
              <a:gd name="connsiteY16" fmla="*/ 1240289 h 2844722"/>
              <a:gd name="connsiteX17" fmla="*/ 1876740 w 3045985"/>
              <a:gd name="connsiteY17" fmla="*/ 2844722 h 2844722"/>
              <a:gd name="connsiteX18" fmla="*/ 498721 w 3045985"/>
              <a:gd name="connsiteY18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437121 w 3045985"/>
              <a:gd name="connsiteY5" fmla="*/ 354318 h 2844722"/>
              <a:gd name="connsiteX6" fmla="*/ 544207 w 3045985"/>
              <a:gd name="connsiteY6" fmla="*/ 261323 h 2844722"/>
              <a:gd name="connsiteX7" fmla="*/ 693945 w 3045985"/>
              <a:gd name="connsiteY7" fmla="*/ 285962 h 2844722"/>
              <a:gd name="connsiteX8" fmla="*/ 1024568 w 3045985"/>
              <a:gd name="connsiteY8" fmla="*/ 226272 h 2844722"/>
              <a:gd name="connsiteX9" fmla="*/ 1320901 w 3045985"/>
              <a:gd name="connsiteY9" fmla="*/ 71755 h 2844722"/>
              <a:gd name="connsiteX10" fmla="*/ 1661685 w 3045985"/>
              <a:gd name="connsiteY10" fmla="*/ 219922 h 2844722"/>
              <a:gd name="connsiteX11" fmla="*/ 2235301 w 3045985"/>
              <a:gd name="connsiteY11" fmla="*/ 289771 h 2844722"/>
              <a:gd name="connsiteX12" fmla="*/ 2390775 w 3045985"/>
              <a:gd name="connsiteY12" fmla="*/ 0 h 2844722"/>
              <a:gd name="connsiteX13" fmla="*/ 2578100 w 3045985"/>
              <a:gd name="connsiteY13" fmla="*/ 24765 h 2844722"/>
              <a:gd name="connsiteX14" fmla="*/ 2720018 w 3045985"/>
              <a:gd name="connsiteY14" fmla="*/ 227330 h 2844722"/>
              <a:gd name="connsiteX15" fmla="*/ 3045985 w 3045985"/>
              <a:gd name="connsiteY15" fmla="*/ 573405 h 2844722"/>
              <a:gd name="connsiteX16" fmla="*/ 2398287 w 3045985"/>
              <a:gd name="connsiteY16" fmla="*/ 1240289 h 2844722"/>
              <a:gd name="connsiteX17" fmla="*/ 1876740 w 3045985"/>
              <a:gd name="connsiteY17" fmla="*/ 2844722 h 2844722"/>
              <a:gd name="connsiteX18" fmla="*/ 498721 w 3045985"/>
              <a:gd name="connsiteY18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437121 w 3045985"/>
              <a:gd name="connsiteY5" fmla="*/ 354318 h 2844722"/>
              <a:gd name="connsiteX6" fmla="*/ 544207 w 3045985"/>
              <a:gd name="connsiteY6" fmla="*/ 261323 h 2844722"/>
              <a:gd name="connsiteX7" fmla="*/ 693945 w 3045985"/>
              <a:gd name="connsiteY7" fmla="*/ 285962 h 2844722"/>
              <a:gd name="connsiteX8" fmla="*/ 1024568 w 3045985"/>
              <a:gd name="connsiteY8" fmla="*/ 226272 h 2844722"/>
              <a:gd name="connsiteX9" fmla="*/ 1320901 w 3045985"/>
              <a:gd name="connsiteY9" fmla="*/ 71755 h 2844722"/>
              <a:gd name="connsiteX10" fmla="*/ 1661685 w 3045985"/>
              <a:gd name="connsiteY10" fmla="*/ 219922 h 2844722"/>
              <a:gd name="connsiteX11" fmla="*/ 2235301 w 3045985"/>
              <a:gd name="connsiteY11" fmla="*/ 289771 h 2844722"/>
              <a:gd name="connsiteX12" fmla="*/ 2390775 w 3045985"/>
              <a:gd name="connsiteY12" fmla="*/ 0 h 2844722"/>
              <a:gd name="connsiteX13" fmla="*/ 2578100 w 3045985"/>
              <a:gd name="connsiteY13" fmla="*/ 24765 h 2844722"/>
              <a:gd name="connsiteX14" fmla="*/ 2720018 w 3045985"/>
              <a:gd name="connsiteY14" fmla="*/ 227330 h 2844722"/>
              <a:gd name="connsiteX15" fmla="*/ 3045985 w 3045985"/>
              <a:gd name="connsiteY15" fmla="*/ 573405 h 2844722"/>
              <a:gd name="connsiteX16" fmla="*/ 2398287 w 3045985"/>
              <a:gd name="connsiteY16" fmla="*/ 1240289 h 2844722"/>
              <a:gd name="connsiteX17" fmla="*/ 1876740 w 3045985"/>
              <a:gd name="connsiteY17" fmla="*/ 2844722 h 2844722"/>
              <a:gd name="connsiteX18" fmla="*/ 498721 w 3045985"/>
              <a:gd name="connsiteY18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437121 w 3045985"/>
              <a:gd name="connsiteY5" fmla="*/ 354318 h 2844722"/>
              <a:gd name="connsiteX6" fmla="*/ 544207 w 3045985"/>
              <a:gd name="connsiteY6" fmla="*/ 261323 h 2844722"/>
              <a:gd name="connsiteX7" fmla="*/ 693945 w 3045985"/>
              <a:gd name="connsiteY7" fmla="*/ 285962 h 2844722"/>
              <a:gd name="connsiteX8" fmla="*/ 1024568 w 3045985"/>
              <a:gd name="connsiteY8" fmla="*/ 226272 h 2844722"/>
              <a:gd name="connsiteX9" fmla="*/ 1320901 w 3045985"/>
              <a:gd name="connsiteY9" fmla="*/ 71755 h 2844722"/>
              <a:gd name="connsiteX10" fmla="*/ 1661685 w 3045985"/>
              <a:gd name="connsiteY10" fmla="*/ 219922 h 2844722"/>
              <a:gd name="connsiteX11" fmla="*/ 2235301 w 3045985"/>
              <a:gd name="connsiteY11" fmla="*/ 289771 h 2844722"/>
              <a:gd name="connsiteX12" fmla="*/ 2390775 w 3045985"/>
              <a:gd name="connsiteY12" fmla="*/ 0 h 2844722"/>
              <a:gd name="connsiteX13" fmla="*/ 2578100 w 3045985"/>
              <a:gd name="connsiteY13" fmla="*/ 24765 h 2844722"/>
              <a:gd name="connsiteX14" fmla="*/ 2720018 w 3045985"/>
              <a:gd name="connsiteY14" fmla="*/ 227330 h 2844722"/>
              <a:gd name="connsiteX15" fmla="*/ 3045985 w 3045985"/>
              <a:gd name="connsiteY15" fmla="*/ 573405 h 2844722"/>
              <a:gd name="connsiteX16" fmla="*/ 2398287 w 3045985"/>
              <a:gd name="connsiteY16" fmla="*/ 1240289 h 2844722"/>
              <a:gd name="connsiteX17" fmla="*/ 1876740 w 3045985"/>
              <a:gd name="connsiteY17" fmla="*/ 2844722 h 2844722"/>
              <a:gd name="connsiteX18" fmla="*/ 498721 w 3045985"/>
              <a:gd name="connsiteY18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437121 w 3045985"/>
              <a:gd name="connsiteY5" fmla="*/ 354318 h 2844722"/>
              <a:gd name="connsiteX6" fmla="*/ 544207 w 3045985"/>
              <a:gd name="connsiteY6" fmla="*/ 261323 h 2844722"/>
              <a:gd name="connsiteX7" fmla="*/ 693945 w 3045985"/>
              <a:gd name="connsiteY7" fmla="*/ 285962 h 2844722"/>
              <a:gd name="connsiteX8" fmla="*/ 1047112 w 3045985"/>
              <a:gd name="connsiteY8" fmla="*/ 234726 h 2844722"/>
              <a:gd name="connsiteX9" fmla="*/ 1320901 w 3045985"/>
              <a:gd name="connsiteY9" fmla="*/ 71755 h 2844722"/>
              <a:gd name="connsiteX10" fmla="*/ 1661685 w 3045985"/>
              <a:gd name="connsiteY10" fmla="*/ 219922 h 2844722"/>
              <a:gd name="connsiteX11" fmla="*/ 2235301 w 3045985"/>
              <a:gd name="connsiteY11" fmla="*/ 289771 h 2844722"/>
              <a:gd name="connsiteX12" fmla="*/ 2390775 w 3045985"/>
              <a:gd name="connsiteY12" fmla="*/ 0 h 2844722"/>
              <a:gd name="connsiteX13" fmla="*/ 2578100 w 3045985"/>
              <a:gd name="connsiteY13" fmla="*/ 24765 h 2844722"/>
              <a:gd name="connsiteX14" fmla="*/ 2720018 w 3045985"/>
              <a:gd name="connsiteY14" fmla="*/ 227330 h 2844722"/>
              <a:gd name="connsiteX15" fmla="*/ 3045985 w 3045985"/>
              <a:gd name="connsiteY15" fmla="*/ 573405 h 2844722"/>
              <a:gd name="connsiteX16" fmla="*/ 2398287 w 3045985"/>
              <a:gd name="connsiteY16" fmla="*/ 1240289 h 2844722"/>
              <a:gd name="connsiteX17" fmla="*/ 1876740 w 3045985"/>
              <a:gd name="connsiteY17" fmla="*/ 2844722 h 2844722"/>
              <a:gd name="connsiteX18" fmla="*/ 498721 w 3045985"/>
              <a:gd name="connsiteY18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437121 w 3045985"/>
              <a:gd name="connsiteY5" fmla="*/ 354318 h 2844722"/>
              <a:gd name="connsiteX6" fmla="*/ 544207 w 3045985"/>
              <a:gd name="connsiteY6" fmla="*/ 261323 h 2844722"/>
              <a:gd name="connsiteX7" fmla="*/ 693945 w 3045985"/>
              <a:gd name="connsiteY7" fmla="*/ 285962 h 2844722"/>
              <a:gd name="connsiteX8" fmla="*/ 1047112 w 3045985"/>
              <a:gd name="connsiteY8" fmla="*/ 234726 h 2844722"/>
              <a:gd name="connsiteX9" fmla="*/ 1320901 w 3045985"/>
              <a:gd name="connsiteY9" fmla="*/ 71755 h 2844722"/>
              <a:gd name="connsiteX10" fmla="*/ 1661685 w 3045985"/>
              <a:gd name="connsiteY10" fmla="*/ 219922 h 2844722"/>
              <a:gd name="connsiteX11" fmla="*/ 2235301 w 3045985"/>
              <a:gd name="connsiteY11" fmla="*/ 289771 h 2844722"/>
              <a:gd name="connsiteX12" fmla="*/ 2390775 w 3045985"/>
              <a:gd name="connsiteY12" fmla="*/ 0 h 2844722"/>
              <a:gd name="connsiteX13" fmla="*/ 2578100 w 3045985"/>
              <a:gd name="connsiteY13" fmla="*/ 24765 h 2844722"/>
              <a:gd name="connsiteX14" fmla="*/ 2720018 w 3045985"/>
              <a:gd name="connsiteY14" fmla="*/ 227330 h 2844722"/>
              <a:gd name="connsiteX15" fmla="*/ 3045985 w 3045985"/>
              <a:gd name="connsiteY15" fmla="*/ 573405 h 2844722"/>
              <a:gd name="connsiteX16" fmla="*/ 2398287 w 3045985"/>
              <a:gd name="connsiteY16" fmla="*/ 1240289 h 2844722"/>
              <a:gd name="connsiteX17" fmla="*/ 1876740 w 3045985"/>
              <a:gd name="connsiteY17" fmla="*/ 2844722 h 2844722"/>
              <a:gd name="connsiteX18" fmla="*/ 498721 w 3045985"/>
              <a:gd name="connsiteY18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437121 w 3045985"/>
              <a:gd name="connsiteY5" fmla="*/ 354318 h 2844722"/>
              <a:gd name="connsiteX6" fmla="*/ 544207 w 3045985"/>
              <a:gd name="connsiteY6" fmla="*/ 261323 h 2844722"/>
              <a:gd name="connsiteX7" fmla="*/ 693945 w 3045985"/>
              <a:gd name="connsiteY7" fmla="*/ 285962 h 2844722"/>
              <a:gd name="connsiteX8" fmla="*/ 1047112 w 3045985"/>
              <a:gd name="connsiteY8" fmla="*/ 234726 h 2844722"/>
              <a:gd name="connsiteX9" fmla="*/ 1092639 w 3045985"/>
              <a:gd name="connsiteY9" fmla="*/ 21030 h 2844722"/>
              <a:gd name="connsiteX10" fmla="*/ 1661685 w 3045985"/>
              <a:gd name="connsiteY10" fmla="*/ 219922 h 2844722"/>
              <a:gd name="connsiteX11" fmla="*/ 2235301 w 3045985"/>
              <a:gd name="connsiteY11" fmla="*/ 289771 h 2844722"/>
              <a:gd name="connsiteX12" fmla="*/ 2390775 w 3045985"/>
              <a:gd name="connsiteY12" fmla="*/ 0 h 2844722"/>
              <a:gd name="connsiteX13" fmla="*/ 2578100 w 3045985"/>
              <a:gd name="connsiteY13" fmla="*/ 24765 h 2844722"/>
              <a:gd name="connsiteX14" fmla="*/ 2720018 w 3045985"/>
              <a:gd name="connsiteY14" fmla="*/ 227330 h 2844722"/>
              <a:gd name="connsiteX15" fmla="*/ 3045985 w 3045985"/>
              <a:gd name="connsiteY15" fmla="*/ 573405 h 2844722"/>
              <a:gd name="connsiteX16" fmla="*/ 2398287 w 3045985"/>
              <a:gd name="connsiteY16" fmla="*/ 1240289 h 2844722"/>
              <a:gd name="connsiteX17" fmla="*/ 1876740 w 3045985"/>
              <a:gd name="connsiteY17" fmla="*/ 2844722 h 2844722"/>
              <a:gd name="connsiteX18" fmla="*/ 498721 w 3045985"/>
              <a:gd name="connsiteY18" fmla="*/ 1855815 h 2844722"/>
              <a:gd name="connsiteX0" fmla="*/ 498721 w 3045985"/>
              <a:gd name="connsiteY0" fmla="*/ 1855815 h 2844722"/>
              <a:gd name="connsiteX1" fmla="*/ 89848 w 3045985"/>
              <a:gd name="connsiteY1" fmla="*/ 1010708 h 2844722"/>
              <a:gd name="connsiteX2" fmla="*/ 0 w 3045985"/>
              <a:gd name="connsiteY2" fmla="*/ 651298 h 2844722"/>
              <a:gd name="connsiteX3" fmla="*/ 170736 w 3045985"/>
              <a:gd name="connsiteY3" fmla="*/ 533441 h 2844722"/>
              <a:gd name="connsiteX4" fmla="*/ 260000 w 3045985"/>
              <a:gd name="connsiteY4" fmla="*/ 378020 h 2844722"/>
              <a:gd name="connsiteX5" fmla="*/ 437121 w 3045985"/>
              <a:gd name="connsiteY5" fmla="*/ 354318 h 2844722"/>
              <a:gd name="connsiteX6" fmla="*/ 544207 w 3045985"/>
              <a:gd name="connsiteY6" fmla="*/ 261323 h 2844722"/>
              <a:gd name="connsiteX7" fmla="*/ 693945 w 3045985"/>
              <a:gd name="connsiteY7" fmla="*/ 285962 h 2844722"/>
              <a:gd name="connsiteX8" fmla="*/ 1047112 w 3045985"/>
              <a:gd name="connsiteY8" fmla="*/ 234726 h 2844722"/>
              <a:gd name="connsiteX9" fmla="*/ 1092639 w 3045985"/>
              <a:gd name="connsiteY9" fmla="*/ 21030 h 2844722"/>
              <a:gd name="connsiteX10" fmla="*/ 1661685 w 3045985"/>
              <a:gd name="connsiteY10" fmla="*/ 219922 h 2844722"/>
              <a:gd name="connsiteX11" fmla="*/ 2235301 w 3045985"/>
              <a:gd name="connsiteY11" fmla="*/ 289771 h 2844722"/>
              <a:gd name="connsiteX12" fmla="*/ 2390775 w 3045985"/>
              <a:gd name="connsiteY12" fmla="*/ 0 h 2844722"/>
              <a:gd name="connsiteX13" fmla="*/ 2578100 w 3045985"/>
              <a:gd name="connsiteY13" fmla="*/ 24765 h 2844722"/>
              <a:gd name="connsiteX14" fmla="*/ 2720018 w 3045985"/>
              <a:gd name="connsiteY14" fmla="*/ 227330 h 2844722"/>
              <a:gd name="connsiteX15" fmla="*/ 3045985 w 3045985"/>
              <a:gd name="connsiteY15" fmla="*/ 573405 h 2844722"/>
              <a:gd name="connsiteX16" fmla="*/ 2398287 w 3045985"/>
              <a:gd name="connsiteY16" fmla="*/ 1240289 h 2844722"/>
              <a:gd name="connsiteX17" fmla="*/ 1876740 w 3045985"/>
              <a:gd name="connsiteY17" fmla="*/ 2844722 h 2844722"/>
              <a:gd name="connsiteX18" fmla="*/ 498721 w 3045985"/>
              <a:gd name="connsiteY18" fmla="*/ 1855815 h 2844722"/>
              <a:gd name="connsiteX0" fmla="*/ 498721 w 3045985"/>
              <a:gd name="connsiteY0" fmla="*/ 1870350 h 2859257"/>
              <a:gd name="connsiteX1" fmla="*/ 89848 w 3045985"/>
              <a:gd name="connsiteY1" fmla="*/ 1025243 h 2859257"/>
              <a:gd name="connsiteX2" fmla="*/ 0 w 3045985"/>
              <a:gd name="connsiteY2" fmla="*/ 665833 h 2859257"/>
              <a:gd name="connsiteX3" fmla="*/ 170736 w 3045985"/>
              <a:gd name="connsiteY3" fmla="*/ 547976 h 2859257"/>
              <a:gd name="connsiteX4" fmla="*/ 260000 w 3045985"/>
              <a:gd name="connsiteY4" fmla="*/ 392555 h 2859257"/>
              <a:gd name="connsiteX5" fmla="*/ 437121 w 3045985"/>
              <a:gd name="connsiteY5" fmla="*/ 368853 h 2859257"/>
              <a:gd name="connsiteX6" fmla="*/ 544207 w 3045985"/>
              <a:gd name="connsiteY6" fmla="*/ 275858 h 2859257"/>
              <a:gd name="connsiteX7" fmla="*/ 693945 w 3045985"/>
              <a:gd name="connsiteY7" fmla="*/ 300497 h 2859257"/>
              <a:gd name="connsiteX8" fmla="*/ 1047112 w 3045985"/>
              <a:gd name="connsiteY8" fmla="*/ 249261 h 2859257"/>
              <a:gd name="connsiteX9" fmla="*/ 1092639 w 3045985"/>
              <a:gd name="connsiteY9" fmla="*/ 35565 h 2859257"/>
              <a:gd name="connsiteX10" fmla="*/ 1203632 w 3045985"/>
              <a:gd name="connsiteY10" fmla="*/ 13779 h 2859257"/>
              <a:gd name="connsiteX11" fmla="*/ 1661685 w 3045985"/>
              <a:gd name="connsiteY11" fmla="*/ 234457 h 2859257"/>
              <a:gd name="connsiteX12" fmla="*/ 2235301 w 3045985"/>
              <a:gd name="connsiteY12" fmla="*/ 304306 h 2859257"/>
              <a:gd name="connsiteX13" fmla="*/ 2390775 w 3045985"/>
              <a:gd name="connsiteY13" fmla="*/ 14535 h 2859257"/>
              <a:gd name="connsiteX14" fmla="*/ 2578100 w 3045985"/>
              <a:gd name="connsiteY14" fmla="*/ 39300 h 2859257"/>
              <a:gd name="connsiteX15" fmla="*/ 2720018 w 3045985"/>
              <a:gd name="connsiteY15" fmla="*/ 241865 h 2859257"/>
              <a:gd name="connsiteX16" fmla="*/ 3045985 w 3045985"/>
              <a:gd name="connsiteY16" fmla="*/ 587940 h 2859257"/>
              <a:gd name="connsiteX17" fmla="*/ 2398287 w 3045985"/>
              <a:gd name="connsiteY17" fmla="*/ 1254824 h 2859257"/>
              <a:gd name="connsiteX18" fmla="*/ 1876740 w 3045985"/>
              <a:gd name="connsiteY18" fmla="*/ 2859257 h 2859257"/>
              <a:gd name="connsiteX19" fmla="*/ 498721 w 3045985"/>
              <a:gd name="connsiteY19" fmla="*/ 1870350 h 2859257"/>
              <a:gd name="connsiteX0" fmla="*/ 498721 w 3045985"/>
              <a:gd name="connsiteY0" fmla="*/ 1856571 h 2845478"/>
              <a:gd name="connsiteX1" fmla="*/ 89848 w 3045985"/>
              <a:gd name="connsiteY1" fmla="*/ 1011464 h 2845478"/>
              <a:gd name="connsiteX2" fmla="*/ 0 w 3045985"/>
              <a:gd name="connsiteY2" fmla="*/ 652054 h 2845478"/>
              <a:gd name="connsiteX3" fmla="*/ 170736 w 3045985"/>
              <a:gd name="connsiteY3" fmla="*/ 534197 h 2845478"/>
              <a:gd name="connsiteX4" fmla="*/ 260000 w 3045985"/>
              <a:gd name="connsiteY4" fmla="*/ 378776 h 2845478"/>
              <a:gd name="connsiteX5" fmla="*/ 437121 w 3045985"/>
              <a:gd name="connsiteY5" fmla="*/ 355074 h 2845478"/>
              <a:gd name="connsiteX6" fmla="*/ 544207 w 3045985"/>
              <a:gd name="connsiteY6" fmla="*/ 262079 h 2845478"/>
              <a:gd name="connsiteX7" fmla="*/ 693945 w 3045985"/>
              <a:gd name="connsiteY7" fmla="*/ 286718 h 2845478"/>
              <a:gd name="connsiteX8" fmla="*/ 1047112 w 3045985"/>
              <a:gd name="connsiteY8" fmla="*/ 235482 h 2845478"/>
              <a:gd name="connsiteX9" fmla="*/ 1092639 w 3045985"/>
              <a:gd name="connsiteY9" fmla="*/ 21786 h 2845478"/>
              <a:gd name="connsiteX10" fmla="*/ 1203632 w 3045985"/>
              <a:gd name="connsiteY10" fmla="*/ 0 h 2845478"/>
              <a:gd name="connsiteX11" fmla="*/ 1661685 w 3045985"/>
              <a:gd name="connsiteY11" fmla="*/ 220678 h 2845478"/>
              <a:gd name="connsiteX12" fmla="*/ 2235301 w 3045985"/>
              <a:gd name="connsiteY12" fmla="*/ 290527 h 2845478"/>
              <a:gd name="connsiteX13" fmla="*/ 2390775 w 3045985"/>
              <a:gd name="connsiteY13" fmla="*/ 756 h 2845478"/>
              <a:gd name="connsiteX14" fmla="*/ 2578100 w 3045985"/>
              <a:gd name="connsiteY14" fmla="*/ 25521 h 2845478"/>
              <a:gd name="connsiteX15" fmla="*/ 2720018 w 3045985"/>
              <a:gd name="connsiteY15" fmla="*/ 228086 h 2845478"/>
              <a:gd name="connsiteX16" fmla="*/ 3045985 w 3045985"/>
              <a:gd name="connsiteY16" fmla="*/ 574161 h 2845478"/>
              <a:gd name="connsiteX17" fmla="*/ 2398287 w 3045985"/>
              <a:gd name="connsiteY17" fmla="*/ 1241045 h 2845478"/>
              <a:gd name="connsiteX18" fmla="*/ 1876740 w 3045985"/>
              <a:gd name="connsiteY18" fmla="*/ 2845478 h 2845478"/>
              <a:gd name="connsiteX19" fmla="*/ 498721 w 3045985"/>
              <a:gd name="connsiteY19" fmla="*/ 1856571 h 2845478"/>
              <a:gd name="connsiteX0" fmla="*/ 498721 w 3045985"/>
              <a:gd name="connsiteY0" fmla="*/ 1856571 h 2845478"/>
              <a:gd name="connsiteX1" fmla="*/ 89848 w 3045985"/>
              <a:gd name="connsiteY1" fmla="*/ 1011464 h 2845478"/>
              <a:gd name="connsiteX2" fmla="*/ 0 w 3045985"/>
              <a:gd name="connsiteY2" fmla="*/ 652054 h 2845478"/>
              <a:gd name="connsiteX3" fmla="*/ 170736 w 3045985"/>
              <a:gd name="connsiteY3" fmla="*/ 534197 h 2845478"/>
              <a:gd name="connsiteX4" fmla="*/ 260000 w 3045985"/>
              <a:gd name="connsiteY4" fmla="*/ 378776 h 2845478"/>
              <a:gd name="connsiteX5" fmla="*/ 437121 w 3045985"/>
              <a:gd name="connsiteY5" fmla="*/ 355074 h 2845478"/>
              <a:gd name="connsiteX6" fmla="*/ 544207 w 3045985"/>
              <a:gd name="connsiteY6" fmla="*/ 262079 h 2845478"/>
              <a:gd name="connsiteX7" fmla="*/ 693945 w 3045985"/>
              <a:gd name="connsiteY7" fmla="*/ 286718 h 2845478"/>
              <a:gd name="connsiteX8" fmla="*/ 1047112 w 3045985"/>
              <a:gd name="connsiteY8" fmla="*/ 235482 h 2845478"/>
              <a:gd name="connsiteX9" fmla="*/ 1092639 w 3045985"/>
              <a:gd name="connsiteY9" fmla="*/ 21786 h 2845478"/>
              <a:gd name="connsiteX10" fmla="*/ 1203632 w 3045985"/>
              <a:gd name="connsiteY10" fmla="*/ 0 h 2845478"/>
              <a:gd name="connsiteX11" fmla="*/ 1661685 w 3045985"/>
              <a:gd name="connsiteY11" fmla="*/ 220678 h 2845478"/>
              <a:gd name="connsiteX12" fmla="*/ 2235301 w 3045985"/>
              <a:gd name="connsiteY12" fmla="*/ 290527 h 2845478"/>
              <a:gd name="connsiteX13" fmla="*/ 2390775 w 3045985"/>
              <a:gd name="connsiteY13" fmla="*/ 756 h 2845478"/>
              <a:gd name="connsiteX14" fmla="*/ 2578100 w 3045985"/>
              <a:gd name="connsiteY14" fmla="*/ 25521 h 2845478"/>
              <a:gd name="connsiteX15" fmla="*/ 2720018 w 3045985"/>
              <a:gd name="connsiteY15" fmla="*/ 228086 h 2845478"/>
              <a:gd name="connsiteX16" fmla="*/ 3045985 w 3045985"/>
              <a:gd name="connsiteY16" fmla="*/ 574161 h 2845478"/>
              <a:gd name="connsiteX17" fmla="*/ 2398287 w 3045985"/>
              <a:gd name="connsiteY17" fmla="*/ 1241045 h 2845478"/>
              <a:gd name="connsiteX18" fmla="*/ 1876740 w 3045985"/>
              <a:gd name="connsiteY18" fmla="*/ 2845478 h 2845478"/>
              <a:gd name="connsiteX19" fmla="*/ 498721 w 3045985"/>
              <a:gd name="connsiteY19" fmla="*/ 1856571 h 2845478"/>
              <a:gd name="connsiteX0" fmla="*/ 498721 w 3045985"/>
              <a:gd name="connsiteY0" fmla="*/ 1930083 h 2918990"/>
              <a:gd name="connsiteX1" fmla="*/ 89848 w 3045985"/>
              <a:gd name="connsiteY1" fmla="*/ 1084976 h 2918990"/>
              <a:gd name="connsiteX2" fmla="*/ 0 w 3045985"/>
              <a:gd name="connsiteY2" fmla="*/ 725566 h 2918990"/>
              <a:gd name="connsiteX3" fmla="*/ 170736 w 3045985"/>
              <a:gd name="connsiteY3" fmla="*/ 607709 h 2918990"/>
              <a:gd name="connsiteX4" fmla="*/ 260000 w 3045985"/>
              <a:gd name="connsiteY4" fmla="*/ 452288 h 2918990"/>
              <a:gd name="connsiteX5" fmla="*/ 437121 w 3045985"/>
              <a:gd name="connsiteY5" fmla="*/ 428586 h 2918990"/>
              <a:gd name="connsiteX6" fmla="*/ 544207 w 3045985"/>
              <a:gd name="connsiteY6" fmla="*/ 335591 h 2918990"/>
              <a:gd name="connsiteX7" fmla="*/ 693945 w 3045985"/>
              <a:gd name="connsiteY7" fmla="*/ 360230 h 2918990"/>
              <a:gd name="connsiteX8" fmla="*/ 1047112 w 3045985"/>
              <a:gd name="connsiteY8" fmla="*/ 308994 h 2918990"/>
              <a:gd name="connsiteX9" fmla="*/ 1092639 w 3045985"/>
              <a:gd name="connsiteY9" fmla="*/ 95298 h 2918990"/>
              <a:gd name="connsiteX10" fmla="*/ 1203632 w 3045985"/>
              <a:gd name="connsiteY10" fmla="*/ 73512 h 2918990"/>
              <a:gd name="connsiteX11" fmla="*/ 1492602 w 3045985"/>
              <a:gd name="connsiteY11" fmla="*/ 3930 h 2918990"/>
              <a:gd name="connsiteX12" fmla="*/ 2235301 w 3045985"/>
              <a:gd name="connsiteY12" fmla="*/ 364039 h 2918990"/>
              <a:gd name="connsiteX13" fmla="*/ 2390775 w 3045985"/>
              <a:gd name="connsiteY13" fmla="*/ 74268 h 2918990"/>
              <a:gd name="connsiteX14" fmla="*/ 2578100 w 3045985"/>
              <a:gd name="connsiteY14" fmla="*/ 99033 h 2918990"/>
              <a:gd name="connsiteX15" fmla="*/ 2720018 w 3045985"/>
              <a:gd name="connsiteY15" fmla="*/ 301598 h 2918990"/>
              <a:gd name="connsiteX16" fmla="*/ 3045985 w 3045985"/>
              <a:gd name="connsiteY16" fmla="*/ 647673 h 2918990"/>
              <a:gd name="connsiteX17" fmla="*/ 2398287 w 3045985"/>
              <a:gd name="connsiteY17" fmla="*/ 1314557 h 2918990"/>
              <a:gd name="connsiteX18" fmla="*/ 1876740 w 3045985"/>
              <a:gd name="connsiteY18" fmla="*/ 2918990 h 2918990"/>
              <a:gd name="connsiteX19" fmla="*/ 498721 w 3045985"/>
              <a:gd name="connsiteY19" fmla="*/ 1930083 h 2918990"/>
              <a:gd name="connsiteX0" fmla="*/ 498721 w 3045985"/>
              <a:gd name="connsiteY0" fmla="*/ 1926153 h 2915060"/>
              <a:gd name="connsiteX1" fmla="*/ 89848 w 3045985"/>
              <a:gd name="connsiteY1" fmla="*/ 1081046 h 2915060"/>
              <a:gd name="connsiteX2" fmla="*/ 0 w 3045985"/>
              <a:gd name="connsiteY2" fmla="*/ 721636 h 2915060"/>
              <a:gd name="connsiteX3" fmla="*/ 170736 w 3045985"/>
              <a:gd name="connsiteY3" fmla="*/ 603779 h 2915060"/>
              <a:gd name="connsiteX4" fmla="*/ 260000 w 3045985"/>
              <a:gd name="connsiteY4" fmla="*/ 448358 h 2915060"/>
              <a:gd name="connsiteX5" fmla="*/ 437121 w 3045985"/>
              <a:gd name="connsiteY5" fmla="*/ 424656 h 2915060"/>
              <a:gd name="connsiteX6" fmla="*/ 544207 w 3045985"/>
              <a:gd name="connsiteY6" fmla="*/ 331661 h 2915060"/>
              <a:gd name="connsiteX7" fmla="*/ 693945 w 3045985"/>
              <a:gd name="connsiteY7" fmla="*/ 356300 h 2915060"/>
              <a:gd name="connsiteX8" fmla="*/ 1047112 w 3045985"/>
              <a:gd name="connsiteY8" fmla="*/ 305064 h 2915060"/>
              <a:gd name="connsiteX9" fmla="*/ 1092639 w 3045985"/>
              <a:gd name="connsiteY9" fmla="*/ 91368 h 2915060"/>
              <a:gd name="connsiteX10" fmla="*/ 1203632 w 3045985"/>
              <a:gd name="connsiteY10" fmla="*/ 69582 h 2915060"/>
              <a:gd name="connsiteX11" fmla="*/ 1492602 w 3045985"/>
              <a:gd name="connsiteY11" fmla="*/ 0 h 2915060"/>
              <a:gd name="connsiteX12" fmla="*/ 2235301 w 3045985"/>
              <a:gd name="connsiteY12" fmla="*/ 360109 h 2915060"/>
              <a:gd name="connsiteX13" fmla="*/ 2390775 w 3045985"/>
              <a:gd name="connsiteY13" fmla="*/ 70338 h 2915060"/>
              <a:gd name="connsiteX14" fmla="*/ 2578100 w 3045985"/>
              <a:gd name="connsiteY14" fmla="*/ 95103 h 2915060"/>
              <a:gd name="connsiteX15" fmla="*/ 2720018 w 3045985"/>
              <a:gd name="connsiteY15" fmla="*/ 297668 h 2915060"/>
              <a:gd name="connsiteX16" fmla="*/ 3045985 w 3045985"/>
              <a:gd name="connsiteY16" fmla="*/ 643743 h 2915060"/>
              <a:gd name="connsiteX17" fmla="*/ 2398287 w 3045985"/>
              <a:gd name="connsiteY17" fmla="*/ 1310627 h 2915060"/>
              <a:gd name="connsiteX18" fmla="*/ 1876740 w 3045985"/>
              <a:gd name="connsiteY18" fmla="*/ 2915060 h 2915060"/>
              <a:gd name="connsiteX19" fmla="*/ 498721 w 3045985"/>
              <a:gd name="connsiteY19" fmla="*/ 1926153 h 2915060"/>
              <a:gd name="connsiteX0" fmla="*/ 498721 w 3045985"/>
              <a:gd name="connsiteY0" fmla="*/ 1926153 h 2915060"/>
              <a:gd name="connsiteX1" fmla="*/ 89848 w 3045985"/>
              <a:gd name="connsiteY1" fmla="*/ 1081046 h 2915060"/>
              <a:gd name="connsiteX2" fmla="*/ 0 w 3045985"/>
              <a:gd name="connsiteY2" fmla="*/ 721636 h 2915060"/>
              <a:gd name="connsiteX3" fmla="*/ 170736 w 3045985"/>
              <a:gd name="connsiteY3" fmla="*/ 603779 h 2915060"/>
              <a:gd name="connsiteX4" fmla="*/ 260000 w 3045985"/>
              <a:gd name="connsiteY4" fmla="*/ 448358 h 2915060"/>
              <a:gd name="connsiteX5" fmla="*/ 437121 w 3045985"/>
              <a:gd name="connsiteY5" fmla="*/ 424656 h 2915060"/>
              <a:gd name="connsiteX6" fmla="*/ 544207 w 3045985"/>
              <a:gd name="connsiteY6" fmla="*/ 331661 h 2915060"/>
              <a:gd name="connsiteX7" fmla="*/ 693945 w 3045985"/>
              <a:gd name="connsiteY7" fmla="*/ 356300 h 2915060"/>
              <a:gd name="connsiteX8" fmla="*/ 1047112 w 3045985"/>
              <a:gd name="connsiteY8" fmla="*/ 305064 h 2915060"/>
              <a:gd name="connsiteX9" fmla="*/ 1092639 w 3045985"/>
              <a:gd name="connsiteY9" fmla="*/ 91368 h 2915060"/>
              <a:gd name="connsiteX10" fmla="*/ 1203632 w 3045985"/>
              <a:gd name="connsiteY10" fmla="*/ 69582 h 2915060"/>
              <a:gd name="connsiteX11" fmla="*/ 1492602 w 3045985"/>
              <a:gd name="connsiteY11" fmla="*/ 0 h 2915060"/>
              <a:gd name="connsiteX12" fmla="*/ 2235301 w 3045985"/>
              <a:gd name="connsiteY12" fmla="*/ 360109 h 2915060"/>
              <a:gd name="connsiteX13" fmla="*/ 2390775 w 3045985"/>
              <a:gd name="connsiteY13" fmla="*/ 70338 h 2915060"/>
              <a:gd name="connsiteX14" fmla="*/ 2578100 w 3045985"/>
              <a:gd name="connsiteY14" fmla="*/ 95103 h 2915060"/>
              <a:gd name="connsiteX15" fmla="*/ 2720018 w 3045985"/>
              <a:gd name="connsiteY15" fmla="*/ 297668 h 2915060"/>
              <a:gd name="connsiteX16" fmla="*/ 3045985 w 3045985"/>
              <a:gd name="connsiteY16" fmla="*/ 643743 h 2915060"/>
              <a:gd name="connsiteX17" fmla="*/ 2398287 w 3045985"/>
              <a:gd name="connsiteY17" fmla="*/ 1310627 h 2915060"/>
              <a:gd name="connsiteX18" fmla="*/ 1876740 w 3045985"/>
              <a:gd name="connsiteY18" fmla="*/ 2915060 h 2915060"/>
              <a:gd name="connsiteX19" fmla="*/ 498721 w 3045985"/>
              <a:gd name="connsiteY19" fmla="*/ 1926153 h 2915060"/>
              <a:gd name="connsiteX0" fmla="*/ 498721 w 3045985"/>
              <a:gd name="connsiteY0" fmla="*/ 1935926 h 2924833"/>
              <a:gd name="connsiteX1" fmla="*/ 89848 w 3045985"/>
              <a:gd name="connsiteY1" fmla="*/ 1090819 h 2924833"/>
              <a:gd name="connsiteX2" fmla="*/ 0 w 3045985"/>
              <a:gd name="connsiteY2" fmla="*/ 731409 h 2924833"/>
              <a:gd name="connsiteX3" fmla="*/ 170736 w 3045985"/>
              <a:gd name="connsiteY3" fmla="*/ 613552 h 2924833"/>
              <a:gd name="connsiteX4" fmla="*/ 260000 w 3045985"/>
              <a:gd name="connsiteY4" fmla="*/ 458131 h 2924833"/>
              <a:gd name="connsiteX5" fmla="*/ 437121 w 3045985"/>
              <a:gd name="connsiteY5" fmla="*/ 434429 h 2924833"/>
              <a:gd name="connsiteX6" fmla="*/ 544207 w 3045985"/>
              <a:gd name="connsiteY6" fmla="*/ 341434 h 2924833"/>
              <a:gd name="connsiteX7" fmla="*/ 693945 w 3045985"/>
              <a:gd name="connsiteY7" fmla="*/ 366073 h 2924833"/>
              <a:gd name="connsiteX8" fmla="*/ 1047112 w 3045985"/>
              <a:gd name="connsiteY8" fmla="*/ 314837 h 2924833"/>
              <a:gd name="connsiteX9" fmla="*/ 1092639 w 3045985"/>
              <a:gd name="connsiteY9" fmla="*/ 101141 h 2924833"/>
              <a:gd name="connsiteX10" fmla="*/ 1203632 w 3045985"/>
              <a:gd name="connsiteY10" fmla="*/ 79355 h 2924833"/>
              <a:gd name="connsiteX11" fmla="*/ 1492602 w 3045985"/>
              <a:gd name="connsiteY11" fmla="*/ 9773 h 2924833"/>
              <a:gd name="connsiteX12" fmla="*/ 1640430 w 3045985"/>
              <a:gd name="connsiteY12" fmla="*/ 28630 h 2924833"/>
              <a:gd name="connsiteX13" fmla="*/ 2235301 w 3045985"/>
              <a:gd name="connsiteY13" fmla="*/ 369882 h 2924833"/>
              <a:gd name="connsiteX14" fmla="*/ 2390775 w 3045985"/>
              <a:gd name="connsiteY14" fmla="*/ 80111 h 2924833"/>
              <a:gd name="connsiteX15" fmla="*/ 2578100 w 3045985"/>
              <a:gd name="connsiteY15" fmla="*/ 104876 h 2924833"/>
              <a:gd name="connsiteX16" fmla="*/ 2720018 w 3045985"/>
              <a:gd name="connsiteY16" fmla="*/ 307441 h 2924833"/>
              <a:gd name="connsiteX17" fmla="*/ 3045985 w 3045985"/>
              <a:gd name="connsiteY17" fmla="*/ 653516 h 2924833"/>
              <a:gd name="connsiteX18" fmla="*/ 2398287 w 3045985"/>
              <a:gd name="connsiteY18" fmla="*/ 1320400 h 2924833"/>
              <a:gd name="connsiteX19" fmla="*/ 1876740 w 3045985"/>
              <a:gd name="connsiteY19" fmla="*/ 2924833 h 2924833"/>
              <a:gd name="connsiteX20" fmla="*/ 498721 w 3045985"/>
              <a:gd name="connsiteY20" fmla="*/ 1935926 h 2924833"/>
              <a:gd name="connsiteX0" fmla="*/ 498721 w 3045985"/>
              <a:gd name="connsiteY0" fmla="*/ 1926153 h 2915060"/>
              <a:gd name="connsiteX1" fmla="*/ 89848 w 3045985"/>
              <a:gd name="connsiteY1" fmla="*/ 1081046 h 2915060"/>
              <a:gd name="connsiteX2" fmla="*/ 0 w 3045985"/>
              <a:gd name="connsiteY2" fmla="*/ 721636 h 2915060"/>
              <a:gd name="connsiteX3" fmla="*/ 170736 w 3045985"/>
              <a:gd name="connsiteY3" fmla="*/ 603779 h 2915060"/>
              <a:gd name="connsiteX4" fmla="*/ 260000 w 3045985"/>
              <a:gd name="connsiteY4" fmla="*/ 448358 h 2915060"/>
              <a:gd name="connsiteX5" fmla="*/ 437121 w 3045985"/>
              <a:gd name="connsiteY5" fmla="*/ 424656 h 2915060"/>
              <a:gd name="connsiteX6" fmla="*/ 544207 w 3045985"/>
              <a:gd name="connsiteY6" fmla="*/ 331661 h 2915060"/>
              <a:gd name="connsiteX7" fmla="*/ 693945 w 3045985"/>
              <a:gd name="connsiteY7" fmla="*/ 356300 h 2915060"/>
              <a:gd name="connsiteX8" fmla="*/ 1047112 w 3045985"/>
              <a:gd name="connsiteY8" fmla="*/ 305064 h 2915060"/>
              <a:gd name="connsiteX9" fmla="*/ 1092639 w 3045985"/>
              <a:gd name="connsiteY9" fmla="*/ 91368 h 2915060"/>
              <a:gd name="connsiteX10" fmla="*/ 1203632 w 3045985"/>
              <a:gd name="connsiteY10" fmla="*/ 69582 h 2915060"/>
              <a:gd name="connsiteX11" fmla="*/ 1492602 w 3045985"/>
              <a:gd name="connsiteY11" fmla="*/ 0 h 2915060"/>
              <a:gd name="connsiteX12" fmla="*/ 1640430 w 3045985"/>
              <a:gd name="connsiteY12" fmla="*/ 18857 h 2915060"/>
              <a:gd name="connsiteX13" fmla="*/ 2235301 w 3045985"/>
              <a:gd name="connsiteY13" fmla="*/ 360109 h 2915060"/>
              <a:gd name="connsiteX14" fmla="*/ 2390775 w 3045985"/>
              <a:gd name="connsiteY14" fmla="*/ 70338 h 2915060"/>
              <a:gd name="connsiteX15" fmla="*/ 2578100 w 3045985"/>
              <a:gd name="connsiteY15" fmla="*/ 95103 h 2915060"/>
              <a:gd name="connsiteX16" fmla="*/ 2720018 w 3045985"/>
              <a:gd name="connsiteY16" fmla="*/ 297668 h 2915060"/>
              <a:gd name="connsiteX17" fmla="*/ 3045985 w 3045985"/>
              <a:gd name="connsiteY17" fmla="*/ 643743 h 2915060"/>
              <a:gd name="connsiteX18" fmla="*/ 2398287 w 3045985"/>
              <a:gd name="connsiteY18" fmla="*/ 1310627 h 2915060"/>
              <a:gd name="connsiteX19" fmla="*/ 1876740 w 3045985"/>
              <a:gd name="connsiteY19" fmla="*/ 2915060 h 2915060"/>
              <a:gd name="connsiteX20" fmla="*/ 498721 w 3045985"/>
              <a:gd name="connsiteY20" fmla="*/ 1926153 h 2915060"/>
              <a:gd name="connsiteX0" fmla="*/ 498721 w 3045985"/>
              <a:gd name="connsiteY0" fmla="*/ 1926153 h 2915060"/>
              <a:gd name="connsiteX1" fmla="*/ 89848 w 3045985"/>
              <a:gd name="connsiteY1" fmla="*/ 1081046 h 2915060"/>
              <a:gd name="connsiteX2" fmla="*/ 0 w 3045985"/>
              <a:gd name="connsiteY2" fmla="*/ 721636 h 2915060"/>
              <a:gd name="connsiteX3" fmla="*/ 170736 w 3045985"/>
              <a:gd name="connsiteY3" fmla="*/ 603779 h 2915060"/>
              <a:gd name="connsiteX4" fmla="*/ 260000 w 3045985"/>
              <a:gd name="connsiteY4" fmla="*/ 448358 h 2915060"/>
              <a:gd name="connsiteX5" fmla="*/ 437121 w 3045985"/>
              <a:gd name="connsiteY5" fmla="*/ 424656 h 2915060"/>
              <a:gd name="connsiteX6" fmla="*/ 544207 w 3045985"/>
              <a:gd name="connsiteY6" fmla="*/ 331661 h 2915060"/>
              <a:gd name="connsiteX7" fmla="*/ 693945 w 3045985"/>
              <a:gd name="connsiteY7" fmla="*/ 356300 h 2915060"/>
              <a:gd name="connsiteX8" fmla="*/ 1047112 w 3045985"/>
              <a:gd name="connsiteY8" fmla="*/ 305064 h 2915060"/>
              <a:gd name="connsiteX9" fmla="*/ 1092639 w 3045985"/>
              <a:gd name="connsiteY9" fmla="*/ 91368 h 2915060"/>
              <a:gd name="connsiteX10" fmla="*/ 1203632 w 3045985"/>
              <a:gd name="connsiteY10" fmla="*/ 69582 h 2915060"/>
              <a:gd name="connsiteX11" fmla="*/ 1492602 w 3045985"/>
              <a:gd name="connsiteY11" fmla="*/ 0 h 2915060"/>
              <a:gd name="connsiteX12" fmla="*/ 1640430 w 3045985"/>
              <a:gd name="connsiteY12" fmla="*/ 18857 h 2915060"/>
              <a:gd name="connsiteX13" fmla="*/ 2235301 w 3045985"/>
              <a:gd name="connsiteY13" fmla="*/ 360109 h 2915060"/>
              <a:gd name="connsiteX14" fmla="*/ 2390775 w 3045985"/>
              <a:gd name="connsiteY14" fmla="*/ 70338 h 2915060"/>
              <a:gd name="connsiteX15" fmla="*/ 2578100 w 3045985"/>
              <a:gd name="connsiteY15" fmla="*/ 95103 h 2915060"/>
              <a:gd name="connsiteX16" fmla="*/ 2720018 w 3045985"/>
              <a:gd name="connsiteY16" fmla="*/ 297668 h 2915060"/>
              <a:gd name="connsiteX17" fmla="*/ 3045985 w 3045985"/>
              <a:gd name="connsiteY17" fmla="*/ 643743 h 2915060"/>
              <a:gd name="connsiteX18" fmla="*/ 2398287 w 3045985"/>
              <a:gd name="connsiteY18" fmla="*/ 1310627 h 2915060"/>
              <a:gd name="connsiteX19" fmla="*/ 1876740 w 3045985"/>
              <a:gd name="connsiteY19" fmla="*/ 2915060 h 2915060"/>
              <a:gd name="connsiteX20" fmla="*/ 498721 w 3045985"/>
              <a:gd name="connsiteY20" fmla="*/ 1926153 h 2915060"/>
              <a:gd name="connsiteX0" fmla="*/ 498721 w 3045985"/>
              <a:gd name="connsiteY0" fmla="*/ 1966153 h 2955060"/>
              <a:gd name="connsiteX1" fmla="*/ 89848 w 3045985"/>
              <a:gd name="connsiteY1" fmla="*/ 1121046 h 2955060"/>
              <a:gd name="connsiteX2" fmla="*/ 0 w 3045985"/>
              <a:gd name="connsiteY2" fmla="*/ 761636 h 2955060"/>
              <a:gd name="connsiteX3" fmla="*/ 170736 w 3045985"/>
              <a:gd name="connsiteY3" fmla="*/ 643779 h 2955060"/>
              <a:gd name="connsiteX4" fmla="*/ 260000 w 3045985"/>
              <a:gd name="connsiteY4" fmla="*/ 488358 h 2955060"/>
              <a:gd name="connsiteX5" fmla="*/ 437121 w 3045985"/>
              <a:gd name="connsiteY5" fmla="*/ 464656 h 2955060"/>
              <a:gd name="connsiteX6" fmla="*/ 544207 w 3045985"/>
              <a:gd name="connsiteY6" fmla="*/ 371661 h 2955060"/>
              <a:gd name="connsiteX7" fmla="*/ 693945 w 3045985"/>
              <a:gd name="connsiteY7" fmla="*/ 396300 h 2955060"/>
              <a:gd name="connsiteX8" fmla="*/ 1047112 w 3045985"/>
              <a:gd name="connsiteY8" fmla="*/ 345064 h 2955060"/>
              <a:gd name="connsiteX9" fmla="*/ 1092639 w 3045985"/>
              <a:gd name="connsiteY9" fmla="*/ 131368 h 2955060"/>
              <a:gd name="connsiteX10" fmla="*/ 1203632 w 3045985"/>
              <a:gd name="connsiteY10" fmla="*/ 109582 h 2955060"/>
              <a:gd name="connsiteX11" fmla="*/ 1492602 w 3045985"/>
              <a:gd name="connsiteY11" fmla="*/ 40000 h 2955060"/>
              <a:gd name="connsiteX12" fmla="*/ 1640430 w 3045985"/>
              <a:gd name="connsiteY12" fmla="*/ 58857 h 2955060"/>
              <a:gd name="connsiteX13" fmla="*/ 1775697 w 3045985"/>
              <a:gd name="connsiteY13" fmla="*/ 16586 h 2955060"/>
              <a:gd name="connsiteX14" fmla="*/ 2235301 w 3045985"/>
              <a:gd name="connsiteY14" fmla="*/ 400109 h 2955060"/>
              <a:gd name="connsiteX15" fmla="*/ 2390775 w 3045985"/>
              <a:gd name="connsiteY15" fmla="*/ 110338 h 2955060"/>
              <a:gd name="connsiteX16" fmla="*/ 2578100 w 3045985"/>
              <a:gd name="connsiteY16" fmla="*/ 135103 h 2955060"/>
              <a:gd name="connsiteX17" fmla="*/ 2720018 w 3045985"/>
              <a:gd name="connsiteY17" fmla="*/ 337668 h 2955060"/>
              <a:gd name="connsiteX18" fmla="*/ 3045985 w 3045985"/>
              <a:gd name="connsiteY18" fmla="*/ 683743 h 2955060"/>
              <a:gd name="connsiteX19" fmla="*/ 2398287 w 3045985"/>
              <a:gd name="connsiteY19" fmla="*/ 1350627 h 2955060"/>
              <a:gd name="connsiteX20" fmla="*/ 1876740 w 3045985"/>
              <a:gd name="connsiteY20" fmla="*/ 2955060 h 2955060"/>
              <a:gd name="connsiteX21" fmla="*/ 498721 w 3045985"/>
              <a:gd name="connsiteY21" fmla="*/ 1966153 h 2955060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2235301 w 3045985"/>
              <a:gd name="connsiteY14" fmla="*/ 383523 h 2938474"/>
              <a:gd name="connsiteX15" fmla="*/ 2390775 w 3045985"/>
              <a:gd name="connsiteY15" fmla="*/ 93752 h 2938474"/>
              <a:gd name="connsiteX16" fmla="*/ 2578100 w 3045985"/>
              <a:gd name="connsiteY16" fmla="*/ 118517 h 2938474"/>
              <a:gd name="connsiteX17" fmla="*/ 2720018 w 3045985"/>
              <a:gd name="connsiteY17" fmla="*/ 321082 h 2938474"/>
              <a:gd name="connsiteX18" fmla="*/ 3045985 w 3045985"/>
              <a:gd name="connsiteY18" fmla="*/ 667157 h 2938474"/>
              <a:gd name="connsiteX19" fmla="*/ 2398287 w 3045985"/>
              <a:gd name="connsiteY19" fmla="*/ 1334041 h 2938474"/>
              <a:gd name="connsiteX20" fmla="*/ 1876740 w 3045985"/>
              <a:gd name="connsiteY20" fmla="*/ 2938474 h 2938474"/>
              <a:gd name="connsiteX21" fmla="*/ 498721 w 3045985"/>
              <a:gd name="connsiteY21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2111307 w 3045985"/>
              <a:gd name="connsiteY14" fmla="*/ 107353 h 2938474"/>
              <a:gd name="connsiteX15" fmla="*/ 2390775 w 3045985"/>
              <a:gd name="connsiteY15" fmla="*/ 93752 h 2938474"/>
              <a:gd name="connsiteX16" fmla="*/ 2578100 w 3045985"/>
              <a:gd name="connsiteY16" fmla="*/ 118517 h 2938474"/>
              <a:gd name="connsiteX17" fmla="*/ 2720018 w 3045985"/>
              <a:gd name="connsiteY17" fmla="*/ 321082 h 2938474"/>
              <a:gd name="connsiteX18" fmla="*/ 3045985 w 3045985"/>
              <a:gd name="connsiteY18" fmla="*/ 667157 h 2938474"/>
              <a:gd name="connsiteX19" fmla="*/ 2398287 w 3045985"/>
              <a:gd name="connsiteY19" fmla="*/ 1334041 h 2938474"/>
              <a:gd name="connsiteX20" fmla="*/ 1876740 w 3045985"/>
              <a:gd name="connsiteY20" fmla="*/ 2938474 h 2938474"/>
              <a:gd name="connsiteX21" fmla="*/ 498721 w 3045985"/>
              <a:gd name="connsiteY21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11307 w 3045985"/>
              <a:gd name="connsiteY15" fmla="*/ 107353 h 2938474"/>
              <a:gd name="connsiteX16" fmla="*/ 2390775 w 3045985"/>
              <a:gd name="connsiteY16" fmla="*/ 93752 h 2938474"/>
              <a:gd name="connsiteX17" fmla="*/ 2578100 w 3045985"/>
              <a:gd name="connsiteY17" fmla="*/ 118517 h 2938474"/>
              <a:gd name="connsiteX18" fmla="*/ 2720018 w 3045985"/>
              <a:gd name="connsiteY18" fmla="*/ 321082 h 2938474"/>
              <a:gd name="connsiteX19" fmla="*/ 3045985 w 3045985"/>
              <a:gd name="connsiteY19" fmla="*/ 667157 h 2938474"/>
              <a:gd name="connsiteX20" fmla="*/ 2398287 w 3045985"/>
              <a:gd name="connsiteY20" fmla="*/ 1334041 h 2938474"/>
              <a:gd name="connsiteX21" fmla="*/ 1876740 w 3045985"/>
              <a:gd name="connsiteY21" fmla="*/ 2938474 h 2938474"/>
              <a:gd name="connsiteX22" fmla="*/ 498721 w 3045985"/>
              <a:gd name="connsiteY22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11307 w 3045985"/>
              <a:gd name="connsiteY15" fmla="*/ 107353 h 2938474"/>
              <a:gd name="connsiteX16" fmla="*/ 2390775 w 3045985"/>
              <a:gd name="connsiteY16" fmla="*/ 93752 h 2938474"/>
              <a:gd name="connsiteX17" fmla="*/ 2578100 w 3045985"/>
              <a:gd name="connsiteY17" fmla="*/ 118517 h 2938474"/>
              <a:gd name="connsiteX18" fmla="*/ 2720018 w 3045985"/>
              <a:gd name="connsiteY18" fmla="*/ 321082 h 2938474"/>
              <a:gd name="connsiteX19" fmla="*/ 3045985 w 3045985"/>
              <a:gd name="connsiteY19" fmla="*/ 667157 h 2938474"/>
              <a:gd name="connsiteX20" fmla="*/ 2398287 w 3045985"/>
              <a:gd name="connsiteY20" fmla="*/ 1334041 h 2938474"/>
              <a:gd name="connsiteX21" fmla="*/ 1876740 w 3045985"/>
              <a:gd name="connsiteY21" fmla="*/ 2938474 h 2938474"/>
              <a:gd name="connsiteX22" fmla="*/ 498721 w 3045985"/>
              <a:gd name="connsiteY22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11307 w 3045985"/>
              <a:gd name="connsiteY15" fmla="*/ 107353 h 2938474"/>
              <a:gd name="connsiteX16" fmla="*/ 2390775 w 3045985"/>
              <a:gd name="connsiteY16" fmla="*/ 93752 h 2938474"/>
              <a:gd name="connsiteX17" fmla="*/ 2578100 w 3045985"/>
              <a:gd name="connsiteY17" fmla="*/ 118517 h 2938474"/>
              <a:gd name="connsiteX18" fmla="*/ 2720018 w 3045985"/>
              <a:gd name="connsiteY18" fmla="*/ 321082 h 2938474"/>
              <a:gd name="connsiteX19" fmla="*/ 3045985 w 3045985"/>
              <a:gd name="connsiteY19" fmla="*/ 667157 h 2938474"/>
              <a:gd name="connsiteX20" fmla="*/ 2398287 w 3045985"/>
              <a:gd name="connsiteY20" fmla="*/ 1334041 h 2938474"/>
              <a:gd name="connsiteX21" fmla="*/ 1876740 w 3045985"/>
              <a:gd name="connsiteY21" fmla="*/ 2938474 h 2938474"/>
              <a:gd name="connsiteX22" fmla="*/ 498721 w 3045985"/>
              <a:gd name="connsiteY22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28216 w 3045985"/>
              <a:gd name="connsiteY15" fmla="*/ 104535 h 2938474"/>
              <a:gd name="connsiteX16" fmla="*/ 2390775 w 3045985"/>
              <a:gd name="connsiteY16" fmla="*/ 93752 h 2938474"/>
              <a:gd name="connsiteX17" fmla="*/ 2578100 w 3045985"/>
              <a:gd name="connsiteY17" fmla="*/ 118517 h 2938474"/>
              <a:gd name="connsiteX18" fmla="*/ 2720018 w 3045985"/>
              <a:gd name="connsiteY18" fmla="*/ 321082 h 2938474"/>
              <a:gd name="connsiteX19" fmla="*/ 3045985 w 3045985"/>
              <a:gd name="connsiteY19" fmla="*/ 667157 h 2938474"/>
              <a:gd name="connsiteX20" fmla="*/ 2398287 w 3045985"/>
              <a:gd name="connsiteY20" fmla="*/ 1334041 h 2938474"/>
              <a:gd name="connsiteX21" fmla="*/ 1876740 w 3045985"/>
              <a:gd name="connsiteY21" fmla="*/ 2938474 h 2938474"/>
              <a:gd name="connsiteX22" fmla="*/ 498721 w 3045985"/>
              <a:gd name="connsiteY22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28216 w 3045985"/>
              <a:gd name="connsiteY15" fmla="*/ 104535 h 2938474"/>
              <a:gd name="connsiteX16" fmla="*/ 2288583 w 3045985"/>
              <a:gd name="connsiteY16" fmla="*/ 19726 h 2938474"/>
              <a:gd name="connsiteX17" fmla="*/ 2390775 w 3045985"/>
              <a:gd name="connsiteY17" fmla="*/ 93752 h 2938474"/>
              <a:gd name="connsiteX18" fmla="*/ 2578100 w 3045985"/>
              <a:gd name="connsiteY18" fmla="*/ 118517 h 2938474"/>
              <a:gd name="connsiteX19" fmla="*/ 2720018 w 3045985"/>
              <a:gd name="connsiteY19" fmla="*/ 321082 h 2938474"/>
              <a:gd name="connsiteX20" fmla="*/ 3045985 w 3045985"/>
              <a:gd name="connsiteY20" fmla="*/ 667157 h 2938474"/>
              <a:gd name="connsiteX21" fmla="*/ 2398287 w 3045985"/>
              <a:gd name="connsiteY21" fmla="*/ 1334041 h 2938474"/>
              <a:gd name="connsiteX22" fmla="*/ 1876740 w 3045985"/>
              <a:gd name="connsiteY22" fmla="*/ 2938474 h 2938474"/>
              <a:gd name="connsiteX23" fmla="*/ 498721 w 3045985"/>
              <a:gd name="connsiteY23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11307 w 3045985"/>
              <a:gd name="connsiteY15" fmla="*/ 93263 h 2938474"/>
              <a:gd name="connsiteX16" fmla="*/ 2288583 w 3045985"/>
              <a:gd name="connsiteY16" fmla="*/ 19726 h 2938474"/>
              <a:gd name="connsiteX17" fmla="*/ 2390775 w 3045985"/>
              <a:gd name="connsiteY17" fmla="*/ 93752 h 2938474"/>
              <a:gd name="connsiteX18" fmla="*/ 2578100 w 3045985"/>
              <a:gd name="connsiteY18" fmla="*/ 118517 h 2938474"/>
              <a:gd name="connsiteX19" fmla="*/ 2720018 w 3045985"/>
              <a:gd name="connsiteY19" fmla="*/ 321082 h 2938474"/>
              <a:gd name="connsiteX20" fmla="*/ 3045985 w 3045985"/>
              <a:gd name="connsiteY20" fmla="*/ 667157 h 2938474"/>
              <a:gd name="connsiteX21" fmla="*/ 2398287 w 3045985"/>
              <a:gd name="connsiteY21" fmla="*/ 1334041 h 2938474"/>
              <a:gd name="connsiteX22" fmla="*/ 1876740 w 3045985"/>
              <a:gd name="connsiteY22" fmla="*/ 2938474 h 2938474"/>
              <a:gd name="connsiteX23" fmla="*/ 498721 w 3045985"/>
              <a:gd name="connsiteY23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11307 w 3045985"/>
              <a:gd name="connsiteY15" fmla="*/ 93263 h 2938474"/>
              <a:gd name="connsiteX16" fmla="*/ 2288583 w 3045985"/>
              <a:gd name="connsiteY16" fmla="*/ 19726 h 2938474"/>
              <a:gd name="connsiteX17" fmla="*/ 2390775 w 3045985"/>
              <a:gd name="connsiteY17" fmla="*/ 93752 h 2938474"/>
              <a:gd name="connsiteX18" fmla="*/ 2578100 w 3045985"/>
              <a:gd name="connsiteY18" fmla="*/ 118517 h 2938474"/>
              <a:gd name="connsiteX19" fmla="*/ 2720018 w 3045985"/>
              <a:gd name="connsiteY19" fmla="*/ 321082 h 2938474"/>
              <a:gd name="connsiteX20" fmla="*/ 3045985 w 3045985"/>
              <a:gd name="connsiteY20" fmla="*/ 667157 h 2938474"/>
              <a:gd name="connsiteX21" fmla="*/ 2398287 w 3045985"/>
              <a:gd name="connsiteY21" fmla="*/ 1334041 h 2938474"/>
              <a:gd name="connsiteX22" fmla="*/ 1876740 w 3045985"/>
              <a:gd name="connsiteY22" fmla="*/ 2938474 h 2938474"/>
              <a:gd name="connsiteX23" fmla="*/ 498721 w 3045985"/>
              <a:gd name="connsiteY23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11307 w 3045985"/>
              <a:gd name="connsiteY15" fmla="*/ 93263 h 2938474"/>
              <a:gd name="connsiteX16" fmla="*/ 2288583 w 3045985"/>
              <a:gd name="connsiteY16" fmla="*/ 19726 h 2938474"/>
              <a:gd name="connsiteX17" fmla="*/ 2390775 w 3045985"/>
              <a:gd name="connsiteY17" fmla="*/ 93752 h 2938474"/>
              <a:gd name="connsiteX18" fmla="*/ 2578100 w 3045985"/>
              <a:gd name="connsiteY18" fmla="*/ 118517 h 2938474"/>
              <a:gd name="connsiteX19" fmla="*/ 2720018 w 3045985"/>
              <a:gd name="connsiteY19" fmla="*/ 321082 h 2938474"/>
              <a:gd name="connsiteX20" fmla="*/ 3045985 w 3045985"/>
              <a:gd name="connsiteY20" fmla="*/ 667157 h 2938474"/>
              <a:gd name="connsiteX21" fmla="*/ 2398287 w 3045985"/>
              <a:gd name="connsiteY21" fmla="*/ 1334041 h 2938474"/>
              <a:gd name="connsiteX22" fmla="*/ 1876740 w 3045985"/>
              <a:gd name="connsiteY22" fmla="*/ 2938474 h 2938474"/>
              <a:gd name="connsiteX23" fmla="*/ 498721 w 3045985"/>
              <a:gd name="connsiteY23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11307 w 3045985"/>
              <a:gd name="connsiteY15" fmla="*/ 93263 h 2938474"/>
              <a:gd name="connsiteX16" fmla="*/ 2274493 w 3045985"/>
              <a:gd name="connsiteY16" fmla="*/ 25362 h 2938474"/>
              <a:gd name="connsiteX17" fmla="*/ 2390775 w 3045985"/>
              <a:gd name="connsiteY17" fmla="*/ 93752 h 2938474"/>
              <a:gd name="connsiteX18" fmla="*/ 2578100 w 3045985"/>
              <a:gd name="connsiteY18" fmla="*/ 118517 h 2938474"/>
              <a:gd name="connsiteX19" fmla="*/ 2720018 w 3045985"/>
              <a:gd name="connsiteY19" fmla="*/ 321082 h 2938474"/>
              <a:gd name="connsiteX20" fmla="*/ 3045985 w 3045985"/>
              <a:gd name="connsiteY20" fmla="*/ 667157 h 2938474"/>
              <a:gd name="connsiteX21" fmla="*/ 2398287 w 3045985"/>
              <a:gd name="connsiteY21" fmla="*/ 1334041 h 2938474"/>
              <a:gd name="connsiteX22" fmla="*/ 1876740 w 3045985"/>
              <a:gd name="connsiteY22" fmla="*/ 2938474 h 2938474"/>
              <a:gd name="connsiteX23" fmla="*/ 498721 w 3045985"/>
              <a:gd name="connsiteY23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11307 w 3045985"/>
              <a:gd name="connsiteY15" fmla="*/ 93263 h 2938474"/>
              <a:gd name="connsiteX16" fmla="*/ 2274493 w 3045985"/>
              <a:gd name="connsiteY16" fmla="*/ 25362 h 2938474"/>
              <a:gd name="connsiteX17" fmla="*/ 2390775 w 3045985"/>
              <a:gd name="connsiteY17" fmla="*/ 93752 h 2938474"/>
              <a:gd name="connsiteX18" fmla="*/ 2578100 w 3045985"/>
              <a:gd name="connsiteY18" fmla="*/ 118517 h 2938474"/>
              <a:gd name="connsiteX19" fmla="*/ 2720018 w 3045985"/>
              <a:gd name="connsiteY19" fmla="*/ 321082 h 2938474"/>
              <a:gd name="connsiteX20" fmla="*/ 3045985 w 3045985"/>
              <a:gd name="connsiteY20" fmla="*/ 667157 h 2938474"/>
              <a:gd name="connsiteX21" fmla="*/ 2398287 w 3045985"/>
              <a:gd name="connsiteY21" fmla="*/ 1334041 h 2938474"/>
              <a:gd name="connsiteX22" fmla="*/ 1876740 w 3045985"/>
              <a:gd name="connsiteY22" fmla="*/ 2938474 h 2938474"/>
              <a:gd name="connsiteX23" fmla="*/ 498721 w 3045985"/>
              <a:gd name="connsiteY23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11307 w 3045985"/>
              <a:gd name="connsiteY15" fmla="*/ 93263 h 2938474"/>
              <a:gd name="connsiteX16" fmla="*/ 2274493 w 3045985"/>
              <a:gd name="connsiteY16" fmla="*/ 25362 h 2938474"/>
              <a:gd name="connsiteX17" fmla="*/ 2390775 w 3045985"/>
              <a:gd name="connsiteY17" fmla="*/ 93752 h 2938474"/>
              <a:gd name="connsiteX18" fmla="*/ 2578100 w 3045985"/>
              <a:gd name="connsiteY18" fmla="*/ 118517 h 2938474"/>
              <a:gd name="connsiteX19" fmla="*/ 2720018 w 3045985"/>
              <a:gd name="connsiteY19" fmla="*/ 321082 h 2938474"/>
              <a:gd name="connsiteX20" fmla="*/ 3045985 w 3045985"/>
              <a:gd name="connsiteY20" fmla="*/ 667157 h 2938474"/>
              <a:gd name="connsiteX21" fmla="*/ 2398287 w 3045985"/>
              <a:gd name="connsiteY21" fmla="*/ 1334041 h 2938474"/>
              <a:gd name="connsiteX22" fmla="*/ 1876740 w 3045985"/>
              <a:gd name="connsiteY22" fmla="*/ 2938474 h 2938474"/>
              <a:gd name="connsiteX23" fmla="*/ 498721 w 3045985"/>
              <a:gd name="connsiteY23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11307 w 3045985"/>
              <a:gd name="connsiteY15" fmla="*/ 93263 h 2938474"/>
              <a:gd name="connsiteX16" fmla="*/ 2274493 w 3045985"/>
              <a:gd name="connsiteY16" fmla="*/ 25362 h 2938474"/>
              <a:gd name="connsiteX17" fmla="*/ 2413320 w 3045985"/>
              <a:gd name="connsiteY17" fmla="*/ 102206 h 2938474"/>
              <a:gd name="connsiteX18" fmla="*/ 2578100 w 3045985"/>
              <a:gd name="connsiteY18" fmla="*/ 118517 h 2938474"/>
              <a:gd name="connsiteX19" fmla="*/ 2720018 w 3045985"/>
              <a:gd name="connsiteY19" fmla="*/ 321082 h 2938474"/>
              <a:gd name="connsiteX20" fmla="*/ 3045985 w 3045985"/>
              <a:gd name="connsiteY20" fmla="*/ 667157 h 2938474"/>
              <a:gd name="connsiteX21" fmla="*/ 2398287 w 3045985"/>
              <a:gd name="connsiteY21" fmla="*/ 1334041 h 2938474"/>
              <a:gd name="connsiteX22" fmla="*/ 1876740 w 3045985"/>
              <a:gd name="connsiteY22" fmla="*/ 2938474 h 2938474"/>
              <a:gd name="connsiteX23" fmla="*/ 498721 w 3045985"/>
              <a:gd name="connsiteY23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11307 w 3045985"/>
              <a:gd name="connsiteY15" fmla="*/ 93263 h 2938474"/>
              <a:gd name="connsiteX16" fmla="*/ 2274493 w 3045985"/>
              <a:gd name="connsiteY16" fmla="*/ 25362 h 2938474"/>
              <a:gd name="connsiteX17" fmla="*/ 2413320 w 3045985"/>
              <a:gd name="connsiteY17" fmla="*/ 102206 h 2938474"/>
              <a:gd name="connsiteX18" fmla="*/ 2578100 w 3045985"/>
              <a:gd name="connsiteY18" fmla="*/ 118517 h 2938474"/>
              <a:gd name="connsiteX19" fmla="*/ 2720018 w 3045985"/>
              <a:gd name="connsiteY19" fmla="*/ 321082 h 2938474"/>
              <a:gd name="connsiteX20" fmla="*/ 3045985 w 3045985"/>
              <a:gd name="connsiteY20" fmla="*/ 667157 h 2938474"/>
              <a:gd name="connsiteX21" fmla="*/ 2398287 w 3045985"/>
              <a:gd name="connsiteY21" fmla="*/ 1334041 h 2938474"/>
              <a:gd name="connsiteX22" fmla="*/ 1876740 w 3045985"/>
              <a:gd name="connsiteY22" fmla="*/ 2938474 h 2938474"/>
              <a:gd name="connsiteX23" fmla="*/ 498721 w 3045985"/>
              <a:gd name="connsiteY23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11307 w 3045985"/>
              <a:gd name="connsiteY15" fmla="*/ 93263 h 2938474"/>
              <a:gd name="connsiteX16" fmla="*/ 2274493 w 3045985"/>
              <a:gd name="connsiteY16" fmla="*/ 25362 h 2938474"/>
              <a:gd name="connsiteX17" fmla="*/ 2413320 w 3045985"/>
              <a:gd name="connsiteY17" fmla="*/ 102206 h 2938474"/>
              <a:gd name="connsiteX18" fmla="*/ 2578100 w 3045985"/>
              <a:gd name="connsiteY18" fmla="*/ 118517 h 2938474"/>
              <a:gd name="connsiteX19" fmla="*/ 2720018 w 3045985"/>
              <a:gd name="connsiteY19" fmla="*/ 321082 h 2938474"/>
              <a:gd name="connsiteX20" fmla="*/ 3045985 w 3045985"/>
              <a:gd name="connsiteY20" fmla="*/ 667157 h 2938474"/>
              <a:gd name="connsiteX21" fmla="*/ 2398287 w 3045985"/>
              <a:gd name="connsiteY21" fmla="*/ 1334041 h 2938474"/>
              <a:gd name="connsiteX22" fmla="*/ 1876740 w 3045985"/>
              <a:gd name="connsiteY22" fmla="*/ 2938474 h 2938474"/>
              <a:gd name="connsiteX23" fmla="*/ 498721 w 3045985"/>
              <a:gd name="connsiteY23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11307 w 3045985"/>
              <a:gd name="connsiteY15" fmla="*/ 93263 h 2938474"/>
              <a:gd name="connsiteX16" fmla="*/ 2274493 w 3045985"/>
              <a:gd name="connsiteY16" fmla="*/ 25362 h 2938474"/>
              <a:gd name="connsiteX17" fmla="*/ 2413320 w 3045985"/>
              <a:gd name="connsiteY17" fmla="*/ 102206 h 2938474"/>
              <a:gd name="connsiteX18" fmla="*/ 2603462 w 3045985"/>
              <a:gd name="connsiteY18" fmla="*/ 115699 h 2938474"/>
              <a:gd name="connsiteX19" fmla="*/ 2720018 w 3045985"/>
              <a:gd name="connsiteY19" fmla="*/ 321082 h 2938474"/>
              <a:gd name="connsiteX20" fmla="*/ 3045985 w 3045985"/>
              <a:gd name="connsiteY20" fmla="*/ 667157 h 2938474"/>
              <a:gd name="connsiteX21" fmla="*/ 2398287 w 3045985"/>
              <a:gd name="connsiteY21" fmla="*/ 1334041 h 2938474"/>
              <a:gd name="connsiteX22" fmla="*/ 1876740 w 3045985"/>
              <a:gd name="connsiteY22" fmla="*/ 2938474 h 2938474"/>
              <a:gd name="connsiteX23" fmla="*/ 498721 w 3045985"/>
              <a:gd name="connsiteY23" fmla="*/ 1949567 h 2938474"/>
              <a:gd name="connsiteX0" fmla="*/ 498721 w 3045985"/>
              <a:gd name="connsiteY0" fmla="*/ 1949567 h 2938474"/>
              <a:gd name="connsiteX1" fmla="*/ 89848 w 3045985"/>
              <a:gd name="connsiteY1" fmla="*/ 1104460 h 2938474"/>
              <a:gd name="connsiteX2" fmla="*/ 0 w 3045985"/>
              <a:gd name="connsiteY2" fmla="*/ 745050 h 2938474"/>
              <a:gd name="connsiteX3" fmla="*/ 170736 w 3045985"/>
              <a:gd name="connsiteY3" fmla="*/ 627193 h 2938474"/>
              <a:gd name="connsiteX4" fmla="*/ 260000 w 3045985"/>
              <a:gd name="connsiteY4" fmla="*/ 471772 h 2938474"/>
              <a:gd name="connsiteX5" fmla="*/ 437121 w 3045985"/>
              <a:gd name="connsiteY5" fmla="*/ 448070 h 2938474"/>
              <a:gd name="connsiteX6" fmla="*/ 544207 w 3045985"/>
              <a:gd name="connsiteY6" fmla="*/ 355075 h 2938474"/>
              <a:gd name="connsiteX7" fmla="*/ 693945 w 3045985"/>
              <a:gd name="connsiteY7" fmla="*/ 379714 h 2938474"/>
              <a:gd name="connsiteX8" fmla="*/ 1047112 w 3045985"/>
              <a:gd name="connsiteY8" fmla="*/ 328478 h 2938474"/>
              <a:gd name="connsiteX9" fmla="*/ 1092639 w 3045985"/>
              <a:gd name="connsiteY9" fmla="*/ 114782 h 2938474"/>
              <a:gd name="connsiteX10" fmla="*/ 1203632 w 3045985"/>
              <a:gd name="connsiteY10" fmla="*/ 92996 h 2938474"/>
              <a:gd name="connsiteX11" fmla="*/ 1492602 w 3045985"/>
              <a:gd name="connsiteY11" fmla="*/ 23414 h 2938474"/>
              <a:gd name="connsiteX12" fmla="*/ 1640430 w 3045985"/>
              <a:gd name="connsiteY12" fmla="*/ 42271 h 2938474"/>
              <a:gd name="connsiteX13" fmla="*/ 1775697 w 3045985"/>
              <a:gd name="connsiteY13" fmla="*/ 0 h 2938474"/>
              <a:gd name="connsiteX14" fmla="*/ 1913782 w 3045985"/>
              <a:gd name="connsiteY14" fmla="*/ 64815 h 2938474"/>
              <a:gd name="connsiteX15" fmla="*/ 2111307 w 3045985"/>
              <a:gd name="connsiteY15" fmla="*/ 93263 h 2938474"/>
              <a:gd name="connsiteX16" fmla="*/ 2274493 w 3045985"/>
              <a:gd name="connsiteY16" fmla="*/ 25362 h 2938474"/>
              <a:gd name="connsiteX17" fmla="*/ 2413320 w 3045985"/>
              <a:gd name="connsiteY17" fmla="*/ 102206 h 2938474"/>
              <a:gd name="connsiteX18" fmla="*/ 2603462 w 3045985"/>
              <a:gd name="connsiteY18" fmla="*/ 115699 h 2938474"/>
              <a:gd name="connsiteX19" fmla="*/ 2720018 w 3045985"/>
              <a:gd name="connsiteY19" fmla="*/ 321082 h 2938474"/>
              <a:gd name="connsiteX20" fmla="*/ 3045985 w 3045985"/>
              <a:gd name="connsiteY20" fmla="*/ 667157 h 2938474"/>
              <a:gd name="connsiteX21" fmla="*/ 2398287 w 3045985"/>
              <a:gd name="connsiteY21" fmla="*/ 1334041 h 2938474"/>
              <a:gd name="connsiteX22" fmla="*/ 1876740 w 3045985"/>
              <a:gd name="connsiteY22" fmla="*/ 2938474 h 2938474"/>
              <a:gd name="connsiteX23" fmla="*/ 498721 w 3045985"/>
              <a:gd name="connsiteY23" fmla="*/ 1949567 h 2938474"/>
              <a:gd name="connsiteX0" fmla="*/ 498721 w 3079802"/>
              <a:gd name="connsiteY0" fmla="*/ 1949567 h 2938474"/>
              <a:gd name="connsiteX1" fmla="*/ 89848 w 3079802"/>
              <a:gd name="connsiteY1" fmla="*/ 1104460 h 2938474"/>
              <a:gd name="connsiteX2" fmla="*/ 0 w 3079802"/>
              <a:gd name="connsiteY2" fmla="*/ 745050 h 2938474"/>
              <a:gd name="connsiteX3" fmla="*/ 170736 w 3079802"/>
              <a:gd name="connsiteY3" fmla="*/ 627193 h 2938474"/>
              <a:gd name="connsiteX4" fmla="*/ 260000 w 3079802"/>
              <a:gd name="connsiteY4" fmla="*/ 471772 h 2938474"/>
              <a:gd name="connsiteX5" fmla="*/ 437121 w 3079802"/>
              <a:gd name="connsiteY5" fmla="*/ 448070 h 2938474"/>
              <a:gd name="connsiteX6" fmla="*/ 544207 w 3079802"/>
              <a:gd name="connsiteY6" fmla="*/ 355075 h 2938474"/>
              <a:gd name="connsiteX7" fmla="*/ 693945 w 3079802"/>
              <a:gd name="connsiteY7" fmla="*/ 379714 h 2938474"/>
              <a:gd name="connsiteX8" fmla="*/ 1047112 w 3079802"/>
              <a:gd name="connsiteY8" fmla="*/ 328478 h 2938474"/>
              <a:gd name="connsiteX9" fmla="*/ 1092639 w 3079802"/>
              <a:gd name="connsiteY9" fmla="*/ 114782 h 2938474"/>
              <a:gd name="connsiteX10" fmla="*/ 1203632 w 3079802"/>
              <a:gd name="connsiteY10" fmla="*/ 92996 h 2938474"/>
              <a:gd name="connsiteX11" fmla="*/ 1492602 w 3079802"/>
              <a:gd name="connsiteY11" fmla="*/ 23414 h 2938474"/>
              <a:gd name="connsiteX12" fmla="*/ 1640430 w 3079802"/>
              <a:gd name="connsiteY12" fmla="*/ 42271 h 2938474"/>
              <a:gd name="connsiteX13" fmla="*/ 1775697 w 3079802"/>
              <a:gd name="connsiteY13" fmla="*/ 0 h 2938474"/>
              <a:gd name="connsiteX14" fmla="*/ 1913782 w 3079802"/>
              <a:gd name="connsiteY14" fmla="*/ 64815 h 2938474"/>
              <a:gd name="connsiteX15" fmla="*/ 2111307 w 3079802"/>
              <a:gd name="connsiteY15" fmla="*/ 93263 h 2938474"/>
              <a:gd name="connsiteX16" fmla="*/ 2274493 w 3079802"/>
              <a:gd name="connsiteY16" fmla="*/ 25362 h 2938474"/>
              <a:gd name="connsiteX17" fmla="*/ 2413320 w 3079802"/>
              <a:gd name="connsiteY17" fmla="*/ 102206 h 2938474"/>
              <a:gd name="connsiteX18" fmla="*/ 2603462 w 3079802"/>
              <a:gd name="connsiteY18" fmla="*/ 115699 h 2938474"/>
              <a:gd name="connsiteX19" fmla="*/ 2720018 w 3079802"/>
              <a:gd name="connsiteY19" fmla="*/ 321082 h 2938474"/>
              <a:gd name="connsiteX20" fmla="*/ 3079802 w 3079802"/>
              <a:gd name="connsiteY20" fmla="*/ 684066 h 2938474"/>
              <a:gd name="connsiteX21" fmla="*/ 2398287 w 3079802"/>
              <a:gd name="connsiteY21" fmla="*/ 1334041 h 2938474"/>
              <a:gd name="connsiteX22" fmla="*/ 1876740 w 3079802"/>
              <a:gd name="connsiteY22" fmla="*/ 2938474 h 2938474"/>
              <a:gd name="connsiteX23" fmla="*/ 498721 w 3079802"/>
              <a:gd name="connsiteY23" fmla="*/ 1949567 h 2938474"/>
              <a:gd name="connsiteX0" fmla="*/ 498721 w 3596502"/>
              <a:gd name="connsiteY0" fmla="*/ 1949567 h 2938474"/>
              <a:gd name="connsiteX1" fmla="*/ 89848 w 3596502"/>
              <a:gd name="connsiteY1" fmla="*/ 1104460 h 2938474"/>
              <a:gd name="connsiteX2" fmla="*/ 0 w 3596502"/>
              <a:gd name="connsiteY2" fmla="*/ 745050 h 2938474"/>
              <a:gd name="connsiteX3" fmla="*/ 170736 w 3596502"/>
              <a:gd name="connsiteY3" fmla="*/ 627193 h 2938474"/>
              <a:gd name="connsiteX4" fmla="*/ 260000 w 3596502"/>
              <a:gd name="connsiteY4" fmla="*/ 471772 h 2938474"/>
              <a:gd name="connsiteX5" fmla="*/ 437121 w 3596502"/>
              <a:gd name="connsiteY5" fmla="*/ 448070 h 2938474"/>
              <a:gd name="connsiteX6" fmla="*/ 544207 w 3596502"/>
              <a:gd name="connsiteY6" fmla="*/ 355075 h 2938474"/>
              <a:gd name="connsiteX7" fmla="*/ 693945 w 3596502"/>
              <a:gd name="connsiteY7" fmla="*/ 379714 h 2938474"/>
              <a:gd name="connsiteX8" fmla="*/ 1047112 w 3596502"/>
              <a:gd name="connsiteY8" fmla="*/ 328478 h 2938474"/>
              <a:gd name="connsiteX9" fmla="*/ 1092639 w 3596502"/>
              <a:gd name="connsiteY9" fmla="*/ 114782 h 2938474"/>
              <a:gd name="connsiteX10" fmla="*/ 1203632 w 3596502"/>
              <a:gd name="connsiteY10" fmla="*/ 92996 h 2938474"/>
              <a:gd name="connsiteX11" fmla="*/ 1492602 w 3596502"/>
              <a:gd name="connsiteY11" fmla="*/ 23414 h 2938474"/>
              <a:gd name="connsiteX12" fmla="*/ 1640430 w 3596502"/>
              <a:gd name="connsiteY12" fmla="*/ 42271 h 2938474"/>
              <a:gd name="connsiteX13" fmla="*/ 1775697 w 3596502"/>
              <a:gd name="connsiteY13" fmla="*/ 0 h 2938474"/>
              <a:gd name="connsiteX14" fmla="*/ 1913782 w 3596502"/>
              <a:gd name="connsiteY14" fmla="*/ 64815 h 2938474"/>
              <a:gd name="connsiteX15" fmla="*/ 2111307 w 3596502"/>
              <a:gd name="connsiteY15" fmla="*/ 93263 h 2938474"/>
              <a:gd name="connsiteX16" fmla="*/ 2274493 w 3596502"/>
              <a:gd name="connsiteY16" fmla="*/ 25362 h 2938474"/>
              <a:gd name="connsiteX17" fmla="*/ 2413320 w 3596502"/>
              <a:gd name="connsiteY17" fmla="*/ 102206 h 2938474"/>
              <a:gd name="connsiteX18" fmla="*/ 2603462 w 3596502"/>
              <a:gd name="connsiteY18" fmla="*/ 115699 h 2938474"/>
              <a:gd name="connsiteX19" fmla="*/ 2720018 w 3596502"/>
              <a:gd name="connsiteY19" fmla="*/ 321082 h 2938474"/>
              <a:gd name="connsiteX20" fmla="*/ 3079802 w 3596502"/>
              <a:gd name="connsiteY20" fmla="*/ 684066 h 2938474"/>
              <a:gd name="connsiteX21" fmla="*/ 3497329 w 3596502"/>
              <a:gd name="connsiteY21" fmla="*/ 550622 h 2938474"/>
              <a:gd name="connsiteX22" fmla="*/ 1876740 w 3596502"/>
              <a:gd name="connsiteY22" fmla="*/ 2938474 h 2938474"/>
              <a:gd name="connsiteX23" fmla="*/ 498721 w 3596502"/>
              <a:gd name="connsiteY23" fmla="*/ 1949567 h 2938474"/>
              <a:gd name="connsiteX0" fmla="*/ 498721 w 3599324"/>
              <a:gd name="connsiteY0" fmla="*/ 1949567 h 2938474"/>
              <a:gd name="connsiteX1" fmla="*/ 89848 w 3599324"/>
              <a:gd name="connsiteY1" fmla="*/ 1104460 h 2938474"/>
              <a:gd name="connsiteX2" fmla="*/ 0 w 3599324"/>
              <a:gd name="connsiteY2" fmla="*/ 745050 h 2938474"/>
              <a:gd name="connsiteX3" fmla="*/ 170736 w 3599324"/>
              <a:gd name="connsiteY3" fmla="*/ 627193 h 2938474"/>
              <a:gd name="connsiteX4" fmla="*/ 260000 w 3599324"/>
              <a:gd name="connsiteY4" fmla="*/ 471772 h 2938474"/>
              <a:gd name="connsiteX5" fmla="*/ 437121 w 3599324"/>
              <a:gd name="connsiteY5" fmla="*/ 448070 h 2938474"/>
              <a:gd name="connsiteX6" fmla="*/ 544207 w 3599324"/>
              <a:gd name="connsiteY6" fmla="*/ 355075 h 2938474"/>
              <a:gd name="connsiteX7" fmla="*/ 693945 w 3599324"/>
              <a:gd name="connsiteY7" fmla="*/ 379714 h 2938474"/>
              <a:gd name="connsiteX8" fmla="*/ 1047112 w 3599324"/>
              <a:gd name="connsiteY8" fmla="*/ 328478 h 2938474"/>
              <a:gd name="connsiteX9" fmla="*/ 1092639 w 3599324"/>
              <a:gd name="connsiteY9" fmla="*/ 114782 h 2938474"/>
              <a:gd name="connsiteX10" fmla="*/ 1203632 w 3599324"/>
              <a:gd name="connsiteY10" fmla="*/ 92996 h 2938474"/>
              <a:gd name="connsiteX11" fmla="*/ 1492602 w 3599324"/>
              <a:gd name="connsiteY11" fmla="*/ 23414 h 2938474"/>
              <a:gd name="connsiteX12" fmla="*/ 1640430 w 3599324"/>
              <a:gd name="connsiteY12" fmla="*/ 42271 h 2938474"/>
              <a:gd name="connsiteX13" fmla="*/ 1775697 w 3599324"/>
              <a:gd name="connsiteY13" fmla="*/ 0 h 2938474"/>
              <a:gd name="connsiteX14" fmla="*/ 1913782 w 3599324"/>
              <a:gd name="connsiteY14" fmla="*/ 64815 h 2938474"/>
              <a:gd name="connsiteX15" fmla="*/ 2111307 w 3599324"/>
              <a:gd name="connsiteY15" fmla="*/ 93263 h 2938474"/>
              <a:gd name="connsiteX16" fmla="*/ 2274493 w 3599324"/>
              <a:gd name="connsiteY16" fmla="*/ 25362 h 2938474"/>
              <a:gd name="connsiteX17" fmla="*/ 2413320 w 3599324"/>
              <a:gd name="connsiteY17" fmla="*/ 102206 h 2938474"/>
              <a:gd name="connsiteX18" fmla="*/ 2603462 w 3599324"/>
              <a:gd name="connsiteY18" fmla="*/ 115699 h 2938474"/>
              <a:gd name="connsiteX19" fmla="*/ 2720018 w 3599324"/>
              <a:gd name="connsiteY19" fmla="*/ 321082 h 2938474"/>
              <a:gd name="connsiteX20" fmla="*/ 3079802 w 3599324"/>
              <a:gd name="connsiteY20" fmla="*/ 684066 h 2938474"/>
              <a:gd name="connsiteX21" fmla="*/ 3497329 w 3599324"/>
              <a:gd name="connsiteY21" fmla="*/ 550622 h 2938474"/>
              <a:gd name="connsiteX22" fmla="*/ 3576435 w 3599324"/>
              <a:gd name="connsiteY22" fmla="*/ 969411 h 2938474"/>
              <a:gd name="connsiteX23" fmla="*/ 1876740 w 3599324"/>
              <a:gd name="connsiteY23" fmla="*/ 2938474 h 2938474"/>
              <a:gd name="connsiteX24" fmla="*/ 498721 w 3599324"/>
              <a:gd name="connsiteY24" fmla="*/ 1949567 h 2938474"/>
              <a:gd name="connsiteX0" fmla="*/ 498721 w 3599324"/>
              <a:gd name="connsiteY0" fmla="*/ 1949567 h 2938474"/>
              <a:gd name="connsiteX1" fmla="*/ 89848 w 3599324"/>
              <a:gd name="connsiteY1" fmla="*/ 1104460 h 2938474"/>
              <a:gd name="connsiteX2" fmla="*/ 0 w 3599324"/>
              <a:gd name="connsiteY2" fmla="*/ 745050 h 2938474"/>
              <a:gd name="connsiteX3" fmla="*/ 170736 w 3599324"/>
              <a:gd name="connsiteY3" fmla="*/ 627193 h 2938474"/>
              <a:gd name="connsiteX4" fmla="*/ 260000 w 3599324"/>
              <a:gd name="connsiteY4" fmla="*/ 471772 h 2938474"/>
              <a:gd name="connsiteX5" fmla="*/ 437121 w 3599324"/>
              <a:gd name="connsiteY5" fmla="*/ 448070 h 2938474"/>
              <a:gd name="connsiteX6" fmla="*/ 544207 w 3599324"/>
              <a:gd name="connsiteY6" fmla="*/ 355075 h 2938474"/>
              <a:gd name="connsiteX7" fmla="*/ 693945 w 3599324"/>
              <a:gd name="connsiteY7" fmla="*/ 379714 h 2938474"/>
              <a:gd name="connsiteX8" fmla="*/ 1047112 w 3599324"/>
              <a:gd name="connsiteY8" fmla="*/ 328478 h 2938474"/>
              <a:gd name="connsiteX9" fmla="*/ 1092639 w 3599324"/>
              <a:gd name="connsiteY9" fmla="*/ 114782 h 2938474"/>
              <a:gd name="connsiteX10" fmla="*/ 1203632 w 3599324"/>
              <a:gd name="connsiteY10" fmla="*/ 92996 h 2938474"/>
              <a:gd name="connsiteX11" fmla="*/ 1492602 w 3599324"/>
              <a:gd name="connsiteY11" fmla="*/ 23414 h 2938474"/>
              <a:gd name="connsiteX12" fmla="*/ 1640430 w 3599324"/>
              <a:gd name="connsiteY12" fmla="*/ 42271 h 2938474"/>
              <a:gd name="connsiteX13" fmla="*/ 1775697 w 3599324"/>
              <a:gd name="connsiteY13" fmla="*/ 0 h 2938474"/>
              <a:gd name="connsiteX14" fmla="*/ 1913782 w 3599324"/>
              <a:gd name="connsiteY14" fmla="*/ 64815 h 2938474"/>
              <a:gd name="connsiteX15" fmla="*/ 2111307 w 3599324"/>
              <a:gd name="connsiteY15" fmla="*/ 93263 h 2938474"/>
              <a:gd name="connsiteX16" fmla="*/ 2274493 w 3599324"/>
              <a:gd name="connsiteY16" fmla="*/ 25362 h 2938474"/>
              <a:gd name="connsiteX17" fmla="*/ 2413320 w 3599324"/>
              <a:gd name="connsiteY17" fmla="*/ 102206 h 2938474"/>
              <a:gd name="connsiteX18" fmla="*/ 2603462 w 3599324"/>
              <a:gd name="connsiteY18" fmla="*/ 115699 h 2938474"/>
              <a:gd name="connsiteX19" fmla="*/ 2720018 w 3599324"/>
              <a:gd name="connsiteY19" fmla="*/ 321082 h 2938474"/>
              <a:gd name="connsiteX20" fmla="*/ 3079802 w 3599324"/>
              <a:gd name="connsiteY20" fmla="*/ 684066 h 2938474"/>
              <a:gd name="connsiteX21" fmla="*/ 3497329 w 3599324"/>
              <a:gd name="connsiteY21" fmla="*/ 550622 h 2938474"/>
              <a:gd name="connsiteX22" fmla="*/ 3576435 w 3599324"/>
              <a:gd name="connsiteY22" fmla="*/ 969411 h 2938474"/>
              <a:gd name="connsiteX23" fmla="*/ 1876740 w 3599324"/>
              <a:gd name="connsiteY23" fmla="*/ 2938474 h 2938474"/>
              <a:gd name="connsiteX24" fmla="*/ 498721 w 3599324"/>
              <a:gd name="connsiteY24" fmla="*/ 1949567 h 2938474"/>
              <a:gd name="connsiteX0" fmla="*/ 498721 w 3646296"/>
              <a:gd name="connsiteY0" fmla="*/ 1949567 h 2938474"/>
              <a:gd name="connsiteX1" fmla="*/ 89848 w 3646296"/>
              <a:gd name="connsiteY1" fmla="*/ 1104460 h 2938474"/>
              <a:gd name="connsiteX2" fmla="*/ 0 w 3646296"/>
              <a:gd name="connsiteY2" fmla="*/ 745050 h 2938474"/>
              <a:gd name="connsiteX3" fmla="*/ 170736 w 3646296"/>
              <a:gd name="connsiteY3" fmla="*/ 627193 h 2938474"/>
              <a:gd name="connsiteX4" fmla="*/ 260000 w 3646296"/>
              <a:gd name="connsiteY4" fmla="*/ 471772 h 2938474"/>
              <a:gd name="connsiteX5" fmla="*/ 437121 w 3646296"/>
              <a:gd name="connsiteY5" fmla="*/ 448070 h 2938474"/>
              <a:gd name="connsiteX6" fmla="*/ 544207 w 3646296"/>
              <a:gd name="connsiteY6" fmla="*/ 355075 h 2938474"/>
              <a:gd name="connsiteX7" fmla="*/ 693945 w 3646296"/>
              <a:gd name="connsiteY7" fmla="*/ 379714 h 2938474"/>
              <a:gd name="connsiteX8" fmla="*/ 1047112 w 3646296"/>
              <a:gd name="connsiteY8" fmla="*/ 328478 h 2938474"/>
              <a:gd name="connsiteX9" fmla="*/ 1092639 w 3646296"/>
              <a:gd name="connsiteY9" fmla="*/ 114782 h 2938474"/>
              <a:gd name="connsiteX10" fmla="*/ 1203632 w 3646296"/>
              <a:gd name="connsiteY10" fmla="*/ 92996 h 2938474"/>
              <a:gd name="connsiteX11" fmla="*/ 1492602 w 3646296"/>
              <a:gd name="connsiteY11" fmla="*/ 23414 h 2938474"/>
              <a:gd name="connsiteX12" fmla="*/ 1640430 w 3646296"/>
              <a:gd name="connsiteY12" fmla="*/ 42271 h 2938474"/>
              <a:gd name="connsiteX13" fmla="*/ 1775697 w 3646296"/>
              <a:gd name="connsiteY13" fmla="*/ 0 h 2938474"/>
              <a:gd name="connsiteX14" fmla="*/ 1913782 w 3646296"/>
              <a:gd name="connsiteY14" fmla="*/ 64815 h 2938474"/>
              <a:gd name="connsiteX15" fmla="*/ 2111307 w 3646296"/>
              <a:gd name="connsiteY15" fmla="*/ 93263 h 2938474"/>
              <a:gd name="connsiteX16" fmla="*/ 2274493 w 3646296"/>
              <a:gd name="connsiteY16" fmla="*/ 25362 h 2938474"/>
              <a:gd name="connsiteX17" fmla="*/ 2413320 w 3646296"/>
              <a:gd name="connsiteY17" fmla="*/ 102206 h 2938474"/>
              <a:gd name="connsiteX18" fmla="*/ 2603462 w 3646296"/>
              <a:gd name="connsiteY18" fmla="*/ 115699 h 2938474"/>
              <a:gd name="connsiteX19" fmla="*/ 2720018 w 3646296"/>
              <a:gd name="connsiteY19" fmla="*/ 321082 h 2938474"/>
              <a:gd name="connsiteX20" fmla="*/ 3079802 w 3646296"/>
              <a:gd name="connsiteY20" fmla="*/ 684066 h 2938474"/>
              <a:gd name="connsiteX21" fmla="*/ 3497329 w 3646296"/>
              <a:gd name="connsiteY21" fmla="*/ 550622 h 2938474"/>
              <a:gd name="connsiteX22" fmla="*/ 3576435 w 3646296"/>
              <a:gd name="connsiteY22" fmla="*/ 969411 h 2938474"/>
              <a:gd name="connsiteX23" fmla="*/ 1876740 w 3646296"/>
              <a:gd name="connsiteY23" fmla="*/ 2938474 h 2938474"/>
              <a:gd name="connsiteX24" fmla="*/ 498721 w 3646296"/>
              <a:gd name="connsiteY24" fmla="*/ 1949567 h 2938474"/>
              <a:gd name="connsiteX0" fmla="*/ 498721 w 3594696"/>
              <a:gd name="connsiteY0" fmla="*/ 1949567 h 2938474"/>
              <a:gd name="connsiteX1" fmla="*/ 89848 w 3594696"/>
              <a:gd name="connsiteY1" fmla="*/ 1104460 h 2938474"/>
              <a:gd name="connsiteX2" fmla="*/ 0 w 3594696"/>
              <a:gd name="connsiteY2" fmla="*/ 745050 h 2938474"/>
              <a:gd name="connsiteX3" fmla="*/ 170736 w 3594696"/>
              <a:gd name="connsiteY3" fmla="*/ 627193 h 2938474"/>
              <a:gd name="connsiteX4" fmla="*/ 260000 w 3594696"/>
              <a:gd name="connsiteY4" fmla="*/ 471772 h 2938474"/>
              <a:gd name="connsiteX5" fmla="*/ 437121 w 3594696"/>
              <a:gd name="connsiteY5" fmla="*/ 448070 h 2938474"/>
              <a:gd name="connsiteX6" fmla="*/ 544207 w 3594696"/>
              <a:gd name="connsiteY6" fmla="*/ 355075 h 2938474"/>
              <a:gd name="connsiteX7" fmla="*/ 693945 w 3594696"/>
              <a:gd name="connsiteY7" fmla="*/ 379714 h 2938474"/>
              <a:gd name="connsiteX8" fmla="*/ 1047112 w 3594696"/>
              <a:gd name="connsiteY8" fmla="*/ 328478 h 2938474"/>
              <a:gd name="connsiteX9" fmla="*/ 1092639 w 3594696"/>
              <a:gd name="connsiteY9" fmla="*/ 114782 h 2938474"/>
              <a:gd name="connsiteX10" fmla="*/ 1203632 w 3594696"/>
              <a:gd name="connsiteY10" fmla="*/ 92996 h 2938474"/>
              <a:gd name="connsiteX11" fmla="*/ 1492602 w 3594696"/>
              <a:gd name="connsiteY11" fmla="*/ 23414 h 2938474"/>
              <a:gd name="connsiteX12" fmla="*/ 1640430 w 3594696"/>
              <a:gd name="connsiteY12" fmla="*/ 42271 h 2938474"/>
              <a:gd name="connsiteX13" fmla="*/ 1775697 w 3594696"/>
              <a:gd name="connsiteY13" fmla="*/ 0 h 2938474"/>
              <a:gd name="connsiteX14" fmla="*/ 1913782 w 3594696"/>
              <a:gd name="connsiteY14" fmla="*/ 64815 h 2938474"/>
              <a:gd name="connsiteX15" fmla="*/ 2111307 w 3594696"/>
              <a:gd name="connsiteY15" fmla="*/ 93263 h 2938474"/>
              <a:gd name="connsiteX16" fmla="*/ 2274493 w 3594696"/>
              <a:gd name="connsiteY16" fmla="*/ 25362 h 2938474"/>
              <a:gd name="connsiteX17" fmla="*/ 2413320 w 3594696"/>
              <a:gd name="connsiteY17" fmla="*/ 102206 h 2938474"/>
              <a:gd name="connsiteX18" fmla="*/ 2603462 w 3594696"/>
              <a:gd name="connsiteY18" fmla="*/ 115699 h 2938474"/>
              <a:gd name="connsiteX19" fmla="*/ 2720018 w 3594696"/>
              <a:gd name="connsiteY19" fmla="*/ 321082 h 2938474"/>
              <a:gd name="connsiteX20" fmla="*/ 3079802 w 3594696"/>
              <a:gd name="connsiteY20" fmla="*/ 684066 h 2938474"/>
              <a:gd name="connsiteX21" fmla="*/ 3409969 w 3594696"/>
              <a:gd name="connsiteY21" fmla="*/ 494261 h 2938474"/>
              <a:gd name="connsiteX22" fmla="*/ 3576435 w 3594696"/>
              <a:gd name="connsiteY22" fmla="*/ 969411 h 2938474"/>
              <a:gd name="connsiteX23" fmla="*/ 1876740 w 3594696"/>
              <a:gd name="connsiteY23" fmla="*/ 2938474 h 2938474"/>
              <a:gd name="connsiteX24" fmla="*/ 498721 w 3594696"/>
              <a:gd name="connsiteY24" fmla="*/ 1949567 h 2938474"/>
              <a:gd name="connsiteX0" fmla="*/ 498721 w 3594696"/>
              <a:gd name="connsiteY0" fmla="*/ 1949567 h 2938474"/>
              <a:gd name="connsiteX1" fmla="*/ 89848 w 3594696"/>
              <a:gd name="connsiteY1" fmla="*/ 1104460 h 2938474"/>
              <a:gd name="connsiteX2" fmla="*/ 0 w 3594696"/>
              <a:gd name="connsiteY2" fmla="*/ 745050 h 2938474"/>
              <a:gd name="connsiteX3" fmla="*/ 170736 w 3594696"/>
              <a:gd name="connsiteY3" fmla="*/ 627193 h 2938474"/>
              <a:gd name="connsiteX4" fmla="*/ 260000 w 3594696"/>
              <a:gd name="connsiteY4" fmla="*/ 471772 h 2938474"/>
              <a:gd name="connsiteX5" fmla="*/ 437121 w 3594696"/>
              <a:gd name="connsiteY5" fmla="*/ 448070 h 2938474"/>
              <a:gd name="connsiteX6" fmla="*/ 544207 w 3594696"/>
              <a:gd name="connsiteY6" fmla="*/ 355075 h 2938474"/>
              <a:gd name="connsiteX7" fmla="*/ 693945 w 3594696"/>
              <a:gd name="connsiteY7" fmla="*/ 379714 h 2938474"/>
              <a:gd name="connsiteX8" fmla="*/ 1047112 w 3594696"/>
              <a:gd name="connsiteY8" fmla="*/ 328478 h 2938474"/>
              <a:gd name="connsiteX9" fmla="*/ 1092639 w 3594696"/>
              <a:gd name="connsiteY9" fmla="*/ 114782 h 2938474"/>
              <a:gd name="connsiteX10" fmla="*/ 1203632 w 3594696"/>
              <a:gd name="connsiteY10" fmla="*/ 92996 h 2938474"/>
              <a:gd name="connsiteX11" fmla="*/ 1492602 w 3594696"/>
              <a:gd name="connsiteY11" fmla="*/ 23414 h 2938474"/>
              <a:gd name="connsiteX12" fmla="*/ 1640430 w 3594696"/>
              <a:gd name="connsiteY12" fmla="*/ 42271 h 2938474"/>
              <a:gd name="connsiteX13" fmla="*/ 1775697 w 3594696"/>
              <a:gd name="connsiteY13" fmla="*/ 0 h 2938474"/>
              <a:gd name="connsiteX14" fmla="*/ 1913782 w 3594696"/>
              <a:gd name="connsiteY14" fmla="*/ 64815 h 2938474"/>
              <a:gd name="connsiteX15" fmla="*/ 2111307 w 3594696"/>
              <a:gd name="connsiteY15" fmla="*/ 93263 h 2938474"/>
              <a:gd name="connsiteX16" fmla="*/ 2274493 w 3594696"/>
              <a:gd name="connsiteY16" fmla="*/ 25362 h 2938474"/>
              <a:gd name="connsiteX17" fmla="*/ 2413320 w 3594696"/>
              <a:gd name="connsiteY17" fmla="*/ 102206 h 2938474"/>
              <a:gd name="connsiteX18" fmla="*/ 2603462 w 3594696"/>
              <a:gd name="connsiteY18" fmla="*/ 115699 h 2938474"/>
              <a:gd name="connsiteX19" fmla="*/ 2720018 w 3594696"/>
              <a:gd name="connsiteY19" fmla="*/ 321082 h 2938474"/>
              <a:gd name="connsiteX20" fmla="*/ 3079802 w 3594696"/>
              <a:gd name="connsiteY20" fmla="*/ 684066 h 2938474"/>
              <a:gd name="connsiteX21" fmla="*/ 3409969 w 3594696"/>
              <a:gd name="connsiteY21" fmla="*/ 494261 h 2938474"/>
              <a:gd name="connsiteX22" fmla="*/ 3576435 w 3594696"/>
              <a:gd name="connsiteY22" fmla="*/ 969411 h 2938474"/>
              <a:gd name="connsiteX23" fmla="*/ 1876740 w 3594696"/>
              <a:gd name="connsiteY23" fmla="*/ 2938474 h 2938474"/>
              <a:gd name="connsiteX24" fmla="*/ 498721 w 3594696"/>
              <a:gd name="connsiteY24" fmla="*/ 1949567 h 2938474"/>
              <a:gd name="connsiteX0" fmla="*/ 498721 w 3707655"/>
              <a:gd name="connsiteY0" fmla="*/ 1949567 h 2938474"/>
              <a:gd name="connsiteX1" fmla="*/ 89848 w 3707655"/>
              <a:gd name="connsiteY1" fmla="*/ 1104460 h 2938474"/>
              <a:gd name="connsiteX2" fmla="*/ 0 w 3707655"/>
              <a:gd name="connsiteY2" fmla="*/ 745050 h 2938474"/>
              <a:gd name="connsiteX3" fmla="*/ 170736 w 3707655"/>
              <a:gd name="connsiteY3" fmla="*/ 627193 h 2938474"/>
              <a:gd name="connsiteX4" fmla="*/ 260000 w 3707655"/>
              <a:gd name="connsiteY4" fmla="*/ 471772 h 2938474"/>
              <a:gd name="connsiteX5" fmla="*/ 437121 w 3707655"/>
              <a:gd name="connsiteY5" fmla="*/ 448070 h 2938474"/>
              <a:gd name="connsiteX6" fmla="*/ 544207 w 3707655"/>
              <a:gd name="connsiteY6" fmla="*/ 355075 h 2938474"/>
              <a:gd name="connsiteX7" fmla="*/ 693945 w 3707655"/>
              <a:gd name="connsiteY7" fmla="*/ 379714 h 2938474"/>
              <a:gd name="connsiteX8" fmla="*/ 1047112 w 3707655"/>
              <a:gd name="connsiteY8" fmla="*/ 328478 h 2938474"/>
              <a:gd name="connsiteX9" fmla="*/ 1092639 w 3707655"/>
              <a:gd name="connsiteY9" fmla="*/ 114782 h 2938474"/>
              <a:gd name="connsiteX10" fmla="*/ 1203632 w 3707655"/>
              <a:gd name="connsiteY10" fmla="*/ 92996 h 2938474"/>
              <a:gd name="connsiteX11" fmla="*/ 1492602 w 3707655"/>
              <a:gd name="connsiteY11" fmla="*/ 23414 h 2938474"/>
              <a:gd name="connsiteX12" fmla="*/ 1640430 w 3707655"/>
              <a:gd name="connsiteY12" fmla="*/ 42271 h 2938474"/>
              <a:gd name="connsiteX13" fmla="*/ 1775697 w 3707655"/>
              <a:gd name="connsiteY13" fmla="*/ 0 h 2938474"/>
              <a:gd name="connsiteX14" fmla="*/ 1913782 w 3707655"/>
              <a:gd name="connsiteY14" fmla="*/ 64815 h 2938474"/>
              <a:gd name="connsiteX15" fmla="*/ 2111307 w 3707655"/>
              <a:gd name="connsiteY15" fmla="*/ 93263 h 2938474"/>
              <a:gd name="connsiteX16" fmla="*/ 2274493 w 3707655"/>
              <a:gd name="connsiteY16" fmla="*/ 25362 h 2938474"/>
              <a:gd name="connsiteX17" fmla="*/ 2413320 w 3707655"/>
              <a:gd name="connsiteY17" fmla="*/ 102206 h 2938474"/>
              <a:gd name="connsiteX18" fmla="*/ 2603462 w 3707655"/>
              <a:gd name="connsiteY18" fmla="*/ 115699 h 2938474"/>
              <a:gd name="connsiteX19" fmla="*/ 2720018 w 3707655"/>
              <a:gd name="connsiteY19" fmla="*/ 321082 h 2938474"/>
              <a:gd name="connsiteX20" fmla="*/ 3079802 w 3707655"/>
              <a:gd name="connsiteY20" fmla="*/ 684066 h 2938474"/>
              <a:gd name="connsiteX21" fmla="*/ 3409969 w 3707655"/>
              <a:gd name="connsiteY21" fmla="*/ 494261 h 2938474"/>
              <a:gd name="connsiteX22" fmla="*/ 3593342 w 3707655"/>
              <a:gd name="connsiteY22" fmla="*/ 631244 h 2938474"/>
              <a:gd name="connsiteX23" fmla="*/ 3576435 w 3707655"/>
              <a:gd name="connsiteY23" fmla="*/ 969411 h 2938474"/>
              <a:gd name="connsiteX24" fmla="*/ 1876740 w 3707655"/>
              <a:gd name="connsiteY24" fmla="*/ 2938474 h 2938474"/>
              <a:gd name="connsiteX25" fmla="*/ 498721 w 3707655"/>
              <a:gd name="connsiteY25" fmla="*/ 1949567 h 2938474"/>
              <a:gd name="connsiteX0" fmla="*/ 498721 w 3707655"/>
              <a:gd name="connsiteY0" fmla="*/ 1949567 h 2938474"/>
              <a:gd name="connsiteX1" fmla="*/ 89848 w 3707655"/>
              <a:gd name="connsiteY1" fmla="*/ 1104460 h 2938474"/>
              <a:gd name="connsiteX2" fmla="*/ 0 w 3707655"/>
              <a:gd name="connsiteY2" fmla="*/ 745050 h 2938474"/>
              <a:gd name="connsiteX3" fmla="*/ 170736 w 3707655"/>
              <a:gd name="connsiteY3" fmla="*/ 627193 h 2938474"/>
              <a:gd name="connsiteX4" fmla="*/ 260000 w 3707655"/>
              <a:gd name="connsiteY4" fmla="*/ 471772 h 2938474"/>
              <a:gd name="connsiteX5" fmla="*/ 437121 w 3707655"/>
              <a:gd name="connsiteY5" fmla="*/ 448070 h 2938474"/>
              <a:gd name="connsiteX6" fmla="*/ 544207 w 3707655"/>
              <a:gd name="connsiteY6" fmla="*/ 355075 h 2938474"/>
              <a:gd name="connsiteX7" fmla="*/ 693945 w 3707655"/>
              <a:gd name="connsiteY7" fmla="*/ 379714 h 2938474"/>
              <a:gd name="connsiteX8" fmla="*/ 1047112 w 3707655"/>
              <a:gd name="connsiteY8" fmla="*/ 328478 h 2938474"/>
              <a:gd name="connsiteX9" fmla="*/ 1092639 w 3707655"/>
              <a:gd name="connsiteY9" fmla="*/ 114782 h 2938474"/>
              <a:gd name="connsiteX10" fmla="*/ 1203632 w 3707655"/>
              <a:gd name="connsiteY10" fmla="*/ 92996 h 2938474"/>
              <a:gd name="connsiteX11" fmla="*/ 1492602 w 3707655"/>
              <a:gd name="connsiteY11" fmla="*/ 23414 h 2938474"/>
              <a:gd name="connsiteX12" fmla="*/ 1640430 w 3707655"/>
              <a:gd name="connsiteY12" fmla="*/ 42271 h 2938474"/>
              <a:gd name="connsiteX13" fmla="*/ 1775697 w 3707655"/>
              <a:gd name="connsiteY13" fmla="*/ 0 h 2938474"/>
              <a:gd name="connsiteX14" fmla="*/ 1913782 w 3707655"/>
              <a:gd name="connsiteY14" fmla="*/ 64815 h 2938474"/>
              <a:gd name="connsiteX15" fmla="*/ 2111307 w 3707655"/>
              <a:gd name="connsiteY15" fmla="*/ 93263 h 2938474"/>
              <a:gd name="connsiteX16" fmla="*/ 2274493 w 3707655"/>
              <a:gd name="connsiteY16" fmla="*/ 25362 h 2938474"/>
              <a:gd name="connsiteX17" fmla="*/ 2413320 w 3707655"/>
              <a:gd name="connsiteY17" fmla="*/ 102206 h 2938474"/>
              <a:gd name="connsiteX18" fmla="*/ 2603462 w 3707655"/>
              <a:gd name="connsiteY18" fmla="*/ 115699 h 2938474"/>
              <a:gd name="connsiteX19" fmla="*/ 2720018 w 3707655"/>
              <a:gd name="connsiteY19" fmla="*/ 321082 h 2938474"/>
              <a:gd name="connsiteX20" fmla="*/ 3079802 w 3707655"/>
              <a:gd name="connsiteY20" fmla="*/ 684066 h 2938474"/>
              <a:gd name="connsiteX21" fmla="*/ 3409969 w 3707655"/>
              <a:gd name="connsiteY21" fmla="*/ 494261 h 2938474"/>
              <a:gd name="connsiteX22" fmla="*/ 3593342 w 3707655"/>
              <a:gd name="connsiteY22" fmla="*/ 631244 h 2938474"/>
              <a:gd name="connsiteX23" fmla="*/ 3576435 w 3707655"/>
              <a:gd name="connsiteY23" fmla="*/ 969411 h 2938474"/>
              <a:gd name="connsiteX24" fmla="*/ 1876740 w 3707655"/>
              <a:gd name="connsiteY24" fmla="*/ 2938474 h 2938474"/>
              <a:gd name="connsiteX25" fmla="*/ 498721 w 3707655"/>
              <a:gd name="connsiteY25" fmla="*/ 1949567 h 2938474"/>
              <a:gd name="connsiteX0" fmla="*/ 498721 w 3691897"/>
              <a:gd name="connsiteY0" fmla="*/ 1949567 h 2938474"/>
              <a:gd name="connsiteX1" fmla="*/ 89848 w 3691897"/>
              <a:gd name="connsiteY1" fmla="*/ 1104460 h 2938474"/>
              <a:gd name="connsiteX2" fmla="*/ 0 w 3691897"/>
              <a:gd name="connsiteY2" fmla="*/ 745050 h 2938474"/>
              <a:gd name="connsiteX3" fmla="*/ 170736 w 3691897"/>
              <a:gd name="connsiteY3" fmla="*/ 627193 h 2938474"/>
              <a:gd name="connsiteX4" fmla="*/ 260000 w 3691897"/>
              <a:gd name="connsiteY4" fmla="*/ 471772 h 2938474"/>
              <a:gd name="connsiteX5" fmla="*/ 437121 w 3691897"/>
              <a:gd name="connsiteY5" fmla="*/ 448070 h 2938474"/>
              <a:gd name="connsiteX6" fmla="*/ 544207 w 3691897"/>
              <a:gd name="connsiteY6" fmla="*/ 355075 h 2938474"/>
              <a:gd name="connsiteX7" fmla="*/ 693945 w 3691897"/>
              <a:gd name="connsiteY7" fmla="*/ 379714 h 2938474"/>
              <a:gd name="connsiteX8" fmla="*/ 1047112 w 3691897"/>
              <a:gd name="connsiteY8" fmla="*/ 328478 h 2938474"/>
              <a:gd name="connsiteX9" fmla="*/ 1092639 w 3691897"/>
              <a:gd name="connsiteY9" fmla="*/ 114782 h 2938474"/>
              <a:gd name="connsiteX10" fmla="*/ 1203632 w 3691897"/>
              <a:gd name="connsiteY10" fmla="*/ 92996 h 2938474"/>
              <a:gd name="connsiteX11" fmla="*/ 1492602 w 3691897"/>
              <a:gd name="connsiteY11" fmla="*/ 23414 h 2938474"/>
              <a:gd name="connsiteX12" fmla="*/ 1640430 w 3691897"/>
              <a:gd name="connsiteY12" fmla="*/ 42271 h 2938474"/>
              <a:gd name="connsiteX13" fmla="*/ 1775697 w 3691897"/>
              <a:gd name="connsiteY13" fmla="*/ 0 h 2938474"/>
              <a:gd name="connsiteX14" fmla="*/ 1913782 w 3691897"/>
              <a:gd name="connsiteY14" fmla="*/ 64815 h 2938474"/>
              <a:gd name="connsiteX15" fmla="*/ 2111307 w 3691897"/>
              <a:gd name="connsiteY15" fmla="*/ 93263 h 2938474"/>
              <a:gd name="connsiteX16" fmla="*/ 2274493 w 3691897"/>
              <a:gd name="connsiteY16" fmla="*/ 25362 h 2938474"/>
              <a:gd name="connsiteX17" fmla="*/ 2413320 w 3691897"/>
              <a:gd name="connsiteY17" fmla="*/ 102206 h 2938474"/>
              <a:gd name="connsiteX18" fmla="*/ 2603462 w 3691897"/>
              <a:gd name="connsiteY18" fmla="*/ 115699 h 2938474"/>
              <a:gd name="connsiteX19" fmla="*/ 2720018 w 3691897"/>
              <a:gd name="connsiteY19" fmla="*/ 321082 h 2938474"/>
              <a:gd name="connsiteX20" fmla="*/ 3079802 w 3691897"/>
              <a:gd name="connsiteY20" fmla="*/ 684066 h 2938474"/>
              <a:gd name="connsiteX21" fmla="*/ 3409969 w 3691897"/>
              <a:gd name="connsiteY21" fmla="*/ 494261 h 2938474"/>
              <a:gd name="connsiteX22" fmla="*/ 3593342 w 3691897"/>
              <a:gd name="connsiteY22" fmla="*/ 631244 h 2938474"/>
              <a:gd name="connsiteX23" fmla="*/ 3576435 w 3691897"/>
              <a:gd name="connsiteY23" fmla="*/ 969411 h 2938474"/>
              <a:gd name="connsiteX24" fmla="*/ 1876740 w 3691897"/>
              <a:gd name="connsiteY24" fmla="*/ 2938474 h 2938474"/>
              <a:gd name="connsiteX25" fmla="*/ 498721 w 3691897"/>
              <a:gd name="connsiteY25" fmla="*/ 1949567 h 2938474"/>
              <a:gd name="connsiteX0" fmla="*/ 498721 w 3593342"/>
              <a:gd name="connsiteY0" fmla="*/ 1949567 h 2938474"/>
              <a:gd name="connsiteX1" fmla="*/ 89848 w 3593342"/>
              <a:gd name="connsiteY1" fmla="*/ 1104460 h 2938474"/>
              <a:gd name="connsiteX2" fmla="*/ 0 w 3593342"/>
              <a:gd name="connsiteY2" fmla="*/ 745050 h 2938474"/>
              <a:gd name="connsiteX3" fmla="*/ 170736 w 3593342"/>
              <a:gd name="connsiteY3" fmla="*/ 627193 h 2938474"/>
              <a:gd name="connsiteX4" fmla="*/ 260000 w 3593342"/>
              <a:gd name="connsiteY4" fmla="*/ 471772 h 2938474"/>
              <a:gd name="connsiteX5" fmla="*/ 437121 w 3593342"/>
              <a:gd name="connsiteY5" fmla="*/ 448070 h 2938474"/>
              <a:gd name="connsiteX6" fmla="*/ 544207 w 3593342"/>
              <a:gd name="connsiteY6" fmla="*/ 355075 h 2938474"/>
              <a:gd name="connsiteX7" fmla="*/ 693945 w 3593342"/>
              <a:gd name="connsiteY7" fmla="*/ 379714 h 2938474"/>
              <a:gd name="connsiteX8" fmla="*/ 1047112 w 3593342"/>
              <a:gd name="connsiteY8" fmla="*/ 328478 h 2938474"/>
              <a:gd name="connsiteX9" fmla="*/ 1092639 w 3593342"/>
              <a:gd name="connsiteY9" fmla="*/ 114782 h 2938474"/>
              <a:gd name="connsiteX10" fmla="*/ 1203632 w 3593342"/>
              <a:gd name="connsiteY10" fmla="*/ 92996 h 2938474"/>
              <a:gd name="connsiteX11" fmla="*/ 1492602 w 3593342"/>
              <a:gd name="connsiteY11" fmla="*/ 23414 h 2938474"/>
              <a:gd name="connsiteX12" fmla="*/ 1640430 w 3593342"/>
              <a:gd name="connsiteY12" fmla="*/ 42271 h 2938474"/>
              <a:gd name="connsiteX13" fmla="*/ 1775697 w 3593342"/>
              <a:gd name="connsiteY13" fmla="*/ 0 h 2938474"/>
              <a:gd name="connsiteX14" fmla="*/ 1913782 w 3593342"/>
              <a:gd name="connsiteY14" fmla="*/ 64815 h 2938474"/>
              <a:gd name="connsiteX15" fmla="*/ 2111307 w 3593342"/>
              <a:gd name="connsiteY15" fmla="*/ 93263 h 2938474"/>
              <a:gd name="connsiteX16" fmla="*/ 2274493 w 3593342"/>
              <a:gd name="connsiteY16" fmla="*/ 25362 h 2938474"/>
              <a:gd name="connsiteX17" fmla="*/ 2413320 w 3593342"/>
              <a:gd name="connsiteY17" fmla="*/ 102206 h 2938474"/>
              <a:gd name="connsiteX18" fmla="*/ 2603462 w 3593342"/>
              <a:gd name="connsiteY18" fmla="*/ 115699 h 2938474"/>
              <a:gd name="connsiteX19" fmla="*/ 2720018 w 3593342"/>
              <a:gd name="connsiteY19" fmla="*/ 321082 h 2938474"/>
              <a:gd name="connsiteX20" fmla="*/ 3079802 w 3593342"/>
              <a:gd name="connsiteY20" fmla="*/ 684066 h 2938474"/>
              <a:gd name="connsiteX21" fmla="*/ 3409969 w 3593342"/>
              <a:gd name="connsiteY21" fmla="*/ 494261 h 2938474"/>
              <a:gd name="connsiteX22" fmla="*/ 3593342 w 3593342"/>
              <a:gd name="connsiteY22" fmla="*/ 631244 h 2938474"/>
              <a:gd name="connsiteX23" fmla="*/ 3576435 w 3593342"/>
              <a:gd name="connsiteY23" fmla="*/ 969411 h 2938474"/>
              <a:gd name="connsiteX24" fmla="*/ 1876740 w 3593342"/>
              <a:gd name="connsiteY24" fmla="*/ 2938474 h 2938474"/>
              <a:gd name="connsiteX25" fmla="*/ 498721 w 3593342"/>
              <a:gd name="connsiteY25" fmla="*/ 1949567 h 2938474"/>
              <a:gd name="connsiteX0" fmla="*/ 498721 w 3593342"/>
              <a:gd name="connsiteY0" fmla="*/ 1949567 h 2938474"/>
              <a:gd name="connsiteX1" fmla="*/ 89848 w 3593342"/>
              <a:gd name="connsiteY1" fmla="*/ 1104460 h 2938474"/>
              <a:gd name="connsiteX2" fmla="*/ 0 w 3593342"/>
              <a:gd name="connsiteY2" fmla="*/ 745050 h 2938474"/>
              <a:gd name="connsiteX3" fmla="*/ 170736 w 3593342"/>
              <a:gd name="connsiteY3" fmla="*/ 627193 h 2938474"/>
              <a:gd name="connsiteX4" fmla="*/ 260000 w 3593342"/>
              <a:gd name="connsiteY4" fmla="*/ 471772 h 2938474"/>
              <a:gd name="connsiteX5" fmla="*/ 437121 w 3593342"/>
              <a:gd name="connsiteY5" fmla="*/ 448070 h 2938474"/>
              <a:gd name="connsiteX6" fmla="*/ 544207 w 3593342"/>
              <a:gd name="connsiteY6" fmla="*/ 355075 h 2938474"/>
              <a:gd name="connsiteX7" fmla="*/ 693945 w 3593342"/>
              <a:gd name="connsiteY7" fmla="*/ 379714 h 2938474"/>
              <a:gd name="connsiteX8" fmla="*/ 1047112 w 3593342"/>
              <a:gd name="connsiteY8" fmla="*/ 328478 h 2938474"/>
              <a:gd name="connsiteX9" fmla="*/ 1092639 w 3593342"/>
              <a:gd name="connsiteY9" fmla="*/ 114782 h 2938474"/>
              <a:gd name="connsiteX10" fmla="*/ 1203632 w 3593342"/>
              <a:gd name="connsiteY10" fmla="*/ 92996 h 2938474"/>
              <a:gd name="connsiteX11" fmla="*/ 1492602 w 3593342"/>
              <a:gd name="connsiteY11" fmla="*/ 23414 h 2938474"/>
              <a:gd name="connsiteX12" fmla="*/ 1640430 w 3593342"/>
              <a:gd name="connsiteY12" fmla="*/ 42271 h 2938474"/>
              <a:gd name="connsiteX13" fmla="*/ 1775697 w 3593342"/>
              <a:gd name="connsiteY13" fmla="*/ 0 h 2938474"/>
              <a:gd name="connsiteX14" fmla="*/ 1913782 w 3593342"/>
              <a:gd name="connsiteY14" fmla="*/ 64815 h 2938474"/>
              <a:gd name="connsiteX15" fmla="*/ 2111307 w 3593342"/>
              <a:gd name="connsiteY15" fmla="*/ 93263 h 2938474"/>
              <a:gd name="connsiteX16" fmla="*/ 2274493 w 3593342"/>
              <a:gd name="connsiteY16" fmla="*/ 25362 h 2938474"/>
              <a:gd name="connsiteX17" fmla="*/ 2413320 w 3593342"/>
              <a:gd name="connsiteY17" fmla="*/ 102206 h 2938474"/>
              <a:gd name="connsiteX18" fmla="*/ 2603462 w 3593342"/>
              <a:gd name="connsiteY18" fmla="*/ 115699 h 2938474"/>
              <a:gd name="connsiteX19" fmla="*/ 2720018 w 3593342"/>
              <a:gd name="connsiteY19" fmla="*/ 321082 h 2938474"/>
              <a:gd name="connsiteX20" fmla="*/ 3079802 w 3593342"/>
              <a:gd name="connsiteY20" fmla="*/ 684066 h 2938474"/>
              <a:gd name="connsiteX21" fmla="*/ 3409969 w 3593342"/>
              <a:gd name="connsiteY21" fmla="*/ 494261 h 2938474"/>
              <a:gd name="connsiteX22" fmla="*/ 3593342 w 3593342"/>
              <a:gd name="connsiteY22" fmla="*/ 631244 h 2938474"/>
              <a:gd name="connsiteX23" fmla="*/ 3576435 w 3593342"/>
              <a:gd name="connsiteY23" fmla="*/ 969411 h 2938474"/>
              <a:gd name="connsiteX24" fmla="*/ 1876740 w 3593342"/>
              <a:gd name="connsiteY24" fmla="*/ 2938474 h 2938474"/>
              <a:gd name="connsiteX25" fmla="*/ 498721 w 3593342"/>
              <a:gd name="connsiteY25" fmla="*/ 1949567 h 2938474"/>
              <a:gd name="connsiteX0" fmla="*/ 498721 w 3593342"/>
              <a:gd name="connsiteY0" fmla="*/ 1949567 h 2938474"/>
              <a:gd name="connsiteX1" fmla="*/ 89848 w 3593342"/>
              <a:gd name="connsiteY1" fmla="*/ 1104460 h 2938474"/>
              <a:gd name="connsiteX2" fmla="*/ 0 w 3593342"/>
              <a:gd name="connsiteY2" fmla="*/ 745050 h 2938474"/>
              <a:gd name="connsiteX3" fmla="*/ 170736 w 3593342"/>
              <a:gd name="connsiteY3" fmla="*/ 627193 h 2938474"/>
              <a:gd name="connsiteX4" fmla="*/ 260000 w 3593342"/>
              <a:gd name="connsiteY4" fmla="*/ 471772 h 2938474"/>
              <a:gd name="connsiteX5" fmla="*/ 437121 w 3593342"/>
              <a:gd name="connsiteY5" fmla="*/ 448070 h 2938474"/>
              <a:gd name="connsiteX6" fmla="*/ 544207 w 3593342"/>
              <a:gd name="connsiteY6" fmla="*/ 355075 h 2938474"/>
              <a:gd name="connsiteX7" fmla="*/ 693945 w 3593342"/>
              <a:gd name="connsiteY7" fmla="*/ 379714 h 2938474"/>
              <a:gd name="connsiteX8" fmla="*/ 1047112 w 3593342"/>
              <a:gd name="connsiteY8" fmla="*/ 328478 h 2938474"/>
              <a:gd name="connsiteX9" fmla="*/ 1092639 w 3593342"/>
              <a:gd name="connsiteY9" fmla="*/ 114782 h 2938474"/>
              <a:gd name="connsiteX10" fmla="*/ 1203632 w 3593342"/>
              <a:gd name="connsiteY10" fmla="*/ 92996 h 2938474"/>
              <a:gd name="connsiteX11" fmla="*/ 1492602 w 3593342"/>
              <a:gd name="connsiteY11" fmla="*/ 23414 h 2938474"/>
              <a:gd name="connsiteX12" fmla="*/ 1640430 w 3593342"/>
              <a:gd name="connsiteY12" fmla="*/ 42271 h 2938474"/>
              <a:gd name="connsiteX13" fmla="*/ 1775697 w 3593342"/>
              <a:gd name="connsiteY13" fmla="*/ 0 h 2938474"/>
              <a:gd name="connsiteX14" fmla="*/ 1913782 w 3593342"/>
              <a:gd name="connsiteY14" fmla="*/ 64815 h 2938474"/>
              <a:gd name="connsiteX15" fmla="*/ 2111307 w 3593342"/>
              <a:gd name="connsiteY15" fmla="*/ 93263 h 2938474"/>
              <a:gd name="connsiteX16" fmla="*/ 2274493 w 3593342"/>
              <a:gd name="connsiteY16" fmla="*/ 25362 h 2938474"/>
              <a:gd name="connsiteX17" fmla="*/ 2413320 w 3593342"/>
              <a:gd name="connsiteY17" fmla="*/ 102206 h 2938474"/>
              <a:gd name="connsiteX18" fmla="*/ 2603462 w 3593342"/>
              <a:gd name="connsiteY18" fmla="*/ 115699 h 2938474"/>
              <a:gd name="connsiteX19" fmla="*/ 2720018 w 3593342"/>
              <a:gd name="connsiteY19" fmla="*/ 321082 h 2938474"/>
              <a:gd name="connsiteX20" fmla="*/ 3079802 w 3593342"/>
              <a:gd name="connsiteY20" fmla="*/ 684066 h 2938474"/>
              <a:gd name="connsiteX21" fmla="*/ 3409969 w 3593342"/>
              <a:gd name="connsiteY21" fmla="*/ 494261 h 2938474"/>
              <a:gd name="connsiteX22" fmla="*/ 3593342 w 3593342"/>
              <a:gd name="connsiteY22" fmla="*/ 631244 h 2938474"/>
              <a:gd name="connsiteX23" fmla="*/ 3576435 w 3593342"/>
              <a:gd name="connsiteY23" fmla="*/ 969411 h 2938474"/>
              <a:gd name="connsiteX24" fmla="*/ 1876740 w 3593342"/>
              <a:gd name="connsiteY24" fmla="*/ 2938474 h 2938474"/>
              <a:gd name="connsiteX25" fmla="*/ 498721 w 3593342"/>
              <a:gd name="connsiteY25" fmla="*/ 1949567 h 2938474"/>
              <a:gd name="connsiteX0" fmla="*/ 498721 w 3593342"/>
              <a:gd name="connsiteY0" fmla="*/ 1949567 h 2938474"/>
              <a:gd name="connsiteX1" fmla="*/ 89848 w 3593342"/>
              <a:gd name="connsiteY1" fmla="*/ 1104460 h 2938474"/>
              <a:gd name="connsiteX2" fmla="*/ 0 w 3593342"/>
              <a:gd name="connsiteY2" fmla="*/ 745050 h 2938474"/>
              <a:gd name="connsiteX3" fmla="*/ 170736 w 3593342"/>
              <a:gd name="connsiteY3" fmla="*/ 627193 h 2938474"/>
              <a:gd name="connsiteX4" fmla="*/ 260000 w 3593342"/>
              <a:gd name="connsiteY4" fmla="*/ 471772 h 2938474"/>
              <a:gd name="connsiteX5" fmla="*/ 437121 w 3593342"/>
              <a:gd name="connsiteY5" fmla="*/ 448070 h 2938474"/>
              <a:gd name="connsiteX6" fmla="*/ 544207 w 3593342"/>
              <a:gd name="connsiteY6" fmla="*/ 355075 h 2938474"/>
              <a:gd name="connsiteX7" fmla="*/ 693945 w 3593342"/>
              <a:gd name="connsiteY7" fmla="*/ 379714 h 2938474"/>
              <a:gd name="connsiteX8" fmla="*/ 1047112 w 3593342"/>
              <a:gd name="connsiteY8" fmla="*/ 328478 h 2938474"/>
              <a:gd name="connsiteX9" fmla="*/ 1092639 w 3593342"/>
              <a:gd name="connsiteY9" fmla="*/ 114782 h 2938474"/>
              <a:gd name="connsiteX10" fmla="*/ 1203632 w 3593342"/>
              <a:gd name="connsiteY10" fmla="*/ 92996 h 2938474"/>
              <a:gd name="connsiteX11" fmla="*/ 1492602 w 3593342"/>
              <a:gd name="connsiteY11" fmla="*/ 23414 h 2938474"/>
              <a:gd name="connsiteX12" fmla="*/ 1640430 w 3593342"/>
              <a:gd name="connsiteY12" fmla="*/ 42271 h 2938474"/>
              <a:gd name="connsiteX13" fmla="*/ 1775697 w 3593342"/>
              <a:gd name="connsiteY13" fmla="*/ 0 h 2938474"/>
              <a:gd name="connsiteX14" fmla="*/ 1913782 w 3593342"/>
              <a:gd name="connsiteY14" fmla="*/ 64815 h 2938474"/>
              <a:gd name="connsiteX15" fmla="*/ 2111307 w 3593342"/>
              <a:gd name="connsiteY15" fmla="*/ 93263 h 2938474"/>
              <a:gd name="connsiteX16" fmla="*/ 2274493 w 3593342"/>
              <a:gd name="connsiteY16" fmla="*/ 25362 h 2938474"/>
              <a:gd name="connsiteX17" fmla="*/ 2413320 w 3593342"/>
              <a:gd name="connsiteY17" fmla="*/ 102206 h 2938474"/>
              <a:gd name="connsiteX18" fmla="*/ 2603462 w 3593342"/>
              <a:gd name="connsiteY18" fmla="*/ 115699 h 2938474"/>
              <a:gd name="connsiteX19" fmla="*/ 2720018 w 3593342"/>
              <a:gd name="connsiteY19" fmla="*/ 321082 h 2938474"/>
              <a:gd name="connsiteX20" fmla="*/ 3079802 w 3593342"/>
              <a:gd name="connsiteY20" fmla="*/ 684066 h 2938474"/>
              <a:gd name="connsiteX21" fmla="*/ 3409969 w 3593342"/>
              <a:gd name="connsiteY21" fmla="*/ 494261 h 2938474"/>
              <a:gd name="connsiteX22" fmla="*/ 3593342 w 3593342"/>
              <a:gd name="connsiteY22" fmla="*/ 631244 h 2938474"/>
              <a:gd name="connsiteX23" fmla="*/ 3576435 w 3593342"/>
              <a:gd name="connsiteY23" fmla="*/ 969411 h 2938474"/>
              <a:gd name="connsiteX24" fmla="*/ 1876740 w 3593342"/>
              <a:gd name="connsiteY24" fmla="*/ 2938474 h 2938474"/>
              <a:gd name="connsiteX25" fmla="*/ 498721 w 3593342"/>
              <a:gd name="connsiteY25" fmla="*/ 1949567 h 2938474"/>
              <a:gd name="connsiteX0" fmla="*/ 498721 w 3593342"/>
              <a:gd name="connsiteY0" fmla="*/ 1949567 h 2938474"/>
              <a:gd name="connsiteX1" fmla="*/ 89848 w 3593342"/>
              <a:gd name="connsiteY1" fmla="*/ 1104460 h 2938474"/>
              <a:gd name="connsiteX2" fmla="*/ 0 w 3593342"/>
              <a:gd name="connsiteY2" fmla="*/ 745050 h 2938474"/>
              <a:gd name="connsiteX3" fmla="*/ 170736 w 3593342"/>
              <a:gd name="connsiteY3" fmla="*/ 627193 h 2938474"/>
              <a:gd name="connsiteX4" fmla="*/ 260000 w 3593342"/>
              <a:gd name="connsiteY4" fmla="*/ 471772 h 2938474"/>
              <a:gd name="connsiteX5" fmla="*/ 437121 w 3593342"/>
              <a:gd name="connsiteY5" fmla="*/ 448070 h 2938474"/>
              <a:gd name="connsiteX6" fmla="*/ 544207 w 3593342"/>
              <a:gd name="connsiteY6" fmla="*/ 355075 h 2938474"/>
              <a:gd name="connsiteX7" fmla="*/ 693945 w 3593342"/>
              <a:gd name="connsiteY7" fmla="*/ 379714 h 2938474"/>
              <a:gd name="connsiteX8" fmla="*/ 1047112 w 3593342"/>
              <a:gd name="connsiteY8" fmla="*/ 328478 h 2938474"/>
              <a:gd name="connsiteX9" fmla="*/ 1092639 w 3593342"/>
              <a:gd name="connsiteY9" fmla="*/ 114782 h 2938474"/>
              <a:gd name="connsiteX10" fmla="*/ 1203632 w 3593342"/>
              <a:gd name="connsiteY10" fmla="*/ 92996 h 2938474"/>
              <a:gd name="connsiteX11" fmla="*/ 1492602 w 3593342"/>
              <a:gd name="connsiteY11" fmla="*/ 23414 h 2938474"/>
              <a:gd name="connsiteX12" fmla="*/ 1640430 w 3593342"/>
              <a:gd name="connsiteY12" fmla="*/ 42271 h 2938474"/>
              <a:gd name="connsiteX13" fmla="*/ 1775697 w 3593342"/>
              <a:gd name="connsiteY13" fmla="*/ 0 h 2938474"/>
              <a:gd name="connsiteX14" fmla="*/ 1913782 w 3593342"/>
              <a:gd name="connsiteY14" fmla="*/ 64815 h 2938474"/>
              <a:gd name="connsiteX15" fmla="*/ 2111307 w 3593342"/>
              <a:gd name="connsiteY15" fmla="*/ 93263 h 2938474"/>
              <a:gd name="connsiteX16" fmla="*/ 2274493 w 3593342"/>
              <a:gd name="connsiteY16" fmla="*/ 25362 h 2938474"/>
              <a:gd name="connsiteX17" fmla="*/ 2413320 w 3593342"/>
              <a:gd name="connsiteY17" fmla="*/ 102206 h 2938474"/>
              <a:gd name="connsiteX18" fmla="*/ 2603462 w 3593342"/>
              <a:gd name="connsiteY18" fmla="*/ 115699 h 2938474"/>
              <a:gd name="connsiteX19" fmla="*/ 2720018 w 3593342"/>
              <a:gd name="connsiteY19" fmla="*/ 321082 h 2938474"/>
              <a:gd name="connsiteX20" fmla="*/ 3079802 w 3593342"/>
              <a:gd name="connsiteY20" fmla="*/ 684066 h 2938474"/>
              <a:gd name="connsiteX21" fmla="*/ 3409969 w 3593342"/>
              <a:gd name="connsiteY21" fmla="*/ 494261 h 2938474"/>
              <a:gd name="connsiteX22" fmla="*/ 3593342 w 3593342"/>
              <a:gd name="connsiteY22" fmla="*/ 631244 h 2938474"/>
              <a:gd name="connsiteX23" fmla="*/ 3576435 w 3593342"/>
              <a:gd name="connsiteY23" fmla="*/ 969411 h 2938474"/>
              <a:gd name="connsiteX24" fmla="*/ 1876740 w 3593342"/>
              <a:gd name="connsiteY24" fmla="*/ 2938474 h 2938474"/>
              <a:gd name="connsiteX25" fmla="*/ 498721 w 3593342"/>
              <a:gd name="connsiteY25" fmla="*/ 1949567 h 2938474"/>
              <a:gd name="connsiteX0" fmla="*/ 677452 w 3772073"/>
              <a:gd name="connsiteY0" fmla="*/ 1949567 h 2938474"/>
              <a:gd name="connsiteX1" fmla="*/ 2554 w 3772073"/>
              <a:gd name="connsiteY1" fmla="*/ 969193 h 2938474"/>
              <a:gd name="connsiteX2" fmla="*/ 178731 w 3772073"/>
              <a:gd name="connsiteY2" fmla="*/ 745050 h 2938474"/>
              <a:gd name="connsiteX3" fmla="*/ 349467 w 3772073"/>
              <a:gd name="connsiteY3" fmla="*/ 627193 h 2938474"/>
              <a:gd name="connsiteX4" fmla="*/ 438731 w 3772073"/>
              <a:gd name="connsiteY4" fmla="*/ 471772 h 2938474"/>
              <a:gd name="connsiteX5" fmla="*/ 615852 w 3772073"/>
              <a:gd name="connsiteY5" fmla="*/ 448070 h 2938474"/>
              <a:gd name="connsiteX6" fmla="*/ 722938 w 3772073"/>
              <a:gd name="connsiteY6" fmla="*/ 355075 h 2938474"/>
              <a:gd name="connsiteX7" fmla="*/ 872676 w 3772073"/>
              <a:gd name="connsiteY7" fmla="*/ 379714 h 2938474"/>
              <a:gd name="connsiteX8" fmla="*/ 1225843 w 3772073"/>
              <a:gd name="connsiteY8" fmla="*/ 328478 h 2938474"/>
              <a:gd name="connsiteX9" fmla="*/ 1271370 w 3772073"/>
              <a:gd name="connsiteY9" fmla="*/ 114782 h 2938474"/>
              <a:gd name="connsiteX10" fmla="*/ 1382363 w 3772073"/>
              <a:gd name="connsiteY10" fmla="*/ 92996 h 2938474"/>
              <a:gd name="connsiteX11" fmla="*/ 1671333 w 3772073"/>
              <a:gd name="connsiteY11" fmla="*/ 23414 h 2938474"/>
              <a:gd name="connsiteX12" fmla="*/ 1819161 w 3772073"/>
              <a:gd name="connsiteY12" fmla="*/ 42271 h 2938474"/>
              <a:gd name="connsiteX13" fmla="*/ 1954428 w 3772073"/>
              <a:gd name="connsiteY13" fmla="*/ 0 h 2938474"/>
              <a:gd name="connsiteX14" fmla="*/ 2092513 w 3772073"/>
              <a:gd name="connsiteY14" fmla="*/ 64815 h 2938474"/>
              <a:gd name="connsiteX15" fmla="*/ 2290038 w 3772073"/>
              <a:gd name="connsiteY15" fmla="*/ 93263 h 2938474"/>
              <a:gd name="connsiteX16" fmla="*/ 2453224 w 3772073"/>
              <a:gd name="connsiteY16" fmla="*/ 25362 h 2938474"/>
              <a:gd name="connsiteX17" fmla="*/ 2592051 w 3772073"/>
              <a:gd name="connsiteY17" fmla="*/ 102206 h 2938474"/>
              <a:gd name="connsiteX18" fmla="*/ 2782193 w 3772073"/>
              <a:gd name="connsiteY18" fmla="*/ 115699 h 2938474"/>
              <a:gd name="connsiteX19" fmla="*/ 2898749 w 3772073"/>
              <a:gd name="connsiteY19" fmla="*/ 321082 h 2938474"/>
              <a:gd name="connsiteX20" fmla="*/ 3258533 w 3772073"/>
              <a:gd name="connsiteY20" fmla="*/ 684066 h 2938474"/>
              <a:gd name="connsiteX21" fmla="*/ 3588700 w 3772073"/>
              <a:gd name="connsiteY21" fmla="*/ 494261 h 2938474"/>
              <a:gd name="connsiteX22" fmla="*/ 3772073 w 3772073"/>
              <a:gd name="connsiteY22" fmla="*/ 631244 h 2938474"/>
              <a:gd name="connsiteX23" fmla="*/ 3755166 w 3772073"/>
              <a:gd name="connsiteY23" fmla="*/ 969411 h 2938474"/>
              <a:gd name="connsiteX24" fmla="*/ 2055471 w 3772073"/>
              <a:gd name="connsiteY24" fmla="*/ 2938474 h 2938474"/>
              <a:gd name="connsiteX25" fmla="*/ 677452 w 3772073"/>
              <a:gd name="connsiteY25" fmla="*/ 1949567 h 2938474"/>
              <a:gd name="connsiteX0" fmla="*/ 854885 w 3949506"/>
              <a:gd name="connsiteY0" fmla="*/ 1949567 h 2938474"/>
              <a:gd name="connsiteX1" fmla="*/ 26773 w 3949506"/>
              <a:gd name="connsiteY1" fmla="*/ 1095096 h 2938474"/>
              <a:gd name="connsiteX2" fmla="*/ 179987 w 3949506"/>
              <a:gd name="connsiteY2" fmla="*/ 969193 h 2938474"/>
              <a:gd name="connsiteX3" fmla="*/ 356164 w 3949506"/>
              <a:gd name="connsiteY3" fmla="*/ 745050 h 2938474"/>
              <a:gd name="connsiteX4" fmla="*/ 526900 w 3949506"/>
              <a:gd name="connsiteY4" fmla="*/ 627193 h 2938474"/>
              <a:gd name="connsiteX5" fmla="*/ 616164 w 3949506"/>
              <a:gd name="connsiteY5" fmla="*/ 471772 h 2938474"/>
              <a:gd name="connsiteX6" fmla="*/ 793285 w 3949506"/>
              <a:gd name="connsiteY6" fmla="*/ 448070 h 2938474"/>
              <a:gd name="connsiteX7" fmla="*/ 900371 w 3949506"/>
              <a:gd name="connsiteY7" fmla="*/ 355075 h 2938474"/>
              <a:gd name="connsiteX8" fmla="*/ 1050109 w 3949506"/>
              <a:gd name="connsiteY8" fmla="*/ 379714 h 2938474"/>
              <a:gd name="connsiteX9" fmla="*/ 1403276 w 3949506"/>
              <a:gd name="connsiteY9" fmla="*/ 328478 h 2938474"/>
              <a:gd name="connsiteX10" fmla="*/ 1448803 w 3949506"/>
              <a:gd name="connsiteY10" fmla="*/ 114782 h 2938474"/>
              <a:gd name="connsiteX11" fmla="*/ 1559796 w 3949506"/>
              <a:gd name="connsiteY11" fmla="*/ 92996 h 2938474"/>
              <a:gd name="connsiteX12" fmla="*/ 1848766 w 3949506"/>
              <a:gd name="connsiteY12" fmla="*/ 23414 h 2938474"/>
              <a:gd name="connsiteX13" fmla="*/ 1996594 w 3949506"/>
              <a:gd name="connsiteY13" fmla="*/ 42271 h 2938474"/>
              <a:gd name="connsiteX14" fmla="*/ 2131861 w 3949506"/>
              <a:gd name="connsiteY14" fmla="*/ 0 h 2938474"/>
              <a:gd name="connsiteX15" fmla="*/ 2269946 w 3949506"/>
              <a:gd name="connsiteY15" fmla="*/ 64815 h 2938474"/>
              <a:gd name="connsiteX16" fmla="*/ 2467471 w 3949506"/>
              <a:gd name="connsiteY16" fmla="*/ 93263 h 2938474"/>
              <a:gd name="connsiteX17" fmla="*/ 2630657 w 3949506"/>
              <a:gd name="connsiteY17" fmla="*/ 25362 h 2938474"/>
              <a:gd name="connsiteX18" fmla="*/ 2769484 w 3949506"/>
              <a:gd name="connsiteY18" fmla="*/ 102206 h 2938474"/>
              <a:gd name="connsiteX19" fmla="*/ 2959626 w 3949506"/>
              <a:gd name="connsiteY19" fmla="*/ 115699 h 2938474"/>
              <a:gd name="connsiteX20" fmla="*/ 3076182 w 3949506"/>
              <a:gd name="connsiteY20" fmla="*/ 321082 h 2938474"/>
              <a:gd name="connsiteX21" fmla="*/ 3435966 w 3949506"/>
              <a:gd name="connsiteY21" fmla="*/ 684066 h 2938474"/>
              <a:gd name="connsiteX22" fmla="*/ 3766133 w 3949506"/>
              <a:gd name="connsiteY22" fmla="*/ 494261 h 2938474"/>
              <a:gd name="connsiteX23" fmla="*/ 3949506 w 3949506"/>
              <a:gd name="connsiteY23" fmla="*/ 631244 h 2938474"/>
              <a:gd name="connsiteX24" fmla="*/ 3932599 w 3949506"/>
              <a:gd name="connsiteY24" fmla="*/ 969411 h 2938474"/>
              <a:gd name="connsiteX25" fmla="*/ 2232904 w 3949506"/>
              <a:gd name="connsiteY25" fmla="*/ 2938474 h 2938474"/>
              <a:gd name="connsiteX26" fmla="*/ 854885 w 3949506"/>
              <a:gd name="connsiteY26" fmla="*/ 1949567 h 2938474"/>
              <a:gd name="connsiteX0" fmla="*/ 848512 w 3943133"/>
              <a:gd name="connsiteY0" fmla="*/ 1949567 h 2938474"/>
              <a:gd name="connsiteX1" fmla="*/ 74507 w 3943133"/>
              <a:gd name="connsiteY1" fmla="*/ 1343085 h 2938474"/>
              <a:gd name="connsiteX2" fmla="*/ 20400 w 3943133"/>
              <a:gd name="connsiteY2" fmla="*/ 1095096 h 2938474"/>
              <a:gd name="connsiteX3" fmla="*/ 173614 w 3943133"/>
              <a:gd name="connsiteY3" fmla="*/ 969193 h 2938474"/>
              <a:gd name="connsiteX4" fmla="*/ 349791 w 3943133"/>
              <a:gd name="connsiteY4" fmla="*/ 745050 h 2938474"/>
              <a:gd name="connsiteX5" fmla="*/ 520527 w 3943133"/>
              <a:gd name="connsiteY5" fmla="*/ 627193 h 2938474"/>
              <a:gd name="connsiteX6" fmla="*/ 609791 w 3943133"/>
              <a:gd name="connsiteY6" fmla="*/ 471772 h 2938474"/>
              <a:gd name="connsiteX7" fmla="*/ 786912 w 3943133"/>
              <a:gd name="connsiteY7" fmla="*/ 448070 h 2938474"/>
              <a:gd name="connsiteX8" fmla="*/ 893998 w 3943133"/>
              <a:gd name="connsiteY8" fmla="*/ 355075 h 2938474"/>
              <a:gd name="connsiteX9" fmla="*/ 1043736 w 3943133"/>
              <a:gd name="connsiteY9" fmla="*/ 379714 h 2938474"/>
              <a:gd name="connsiteX10" fmla="*/ 1396903 w 3943133"/>
              <a:gd name="connsiteY10" fmla="*/ 328478 h 2938474"/>
              <a:gd name="connsiteX11" fmla="*/ 1442430 w 3943133"/>
              <a:gd name="connsiteY11" fmla="*/ 114782 h 2938474"/>
              <a:gd name="connsiteX12" fmla="*/ 1553423 w 3943133"/>
              <a:gd name="connsiteY12" fmla="*/ 92996 h 2938474"/>
              <a:gd name="connsiteX13" fmla="*/ 1842393 w 3943133"/>
              <a:gd name="connsiteY13" fmla="*/ 23414 h 2938474"/>
              <a:gd name="connsiteX14" fmla="*/ 1990221 w 3943133"/>
              <a:gd name="connsiteY14" fmla="*/ 42271 h 2938474"/>
              <a:gd name="connsiteX15" fmla="*/ 2125488 w 3943133"/>
              <a:gd name="connsiteY15" fmla="*/ 0 h 2938474"/>
              <a:gd name="connsiteX16" fmla="*/ 2263573 w 3943133"/>
              <a:gd name="connsiteY16" fmla="*/ 64815 h 2938474"/>
              <a:gd name="connsiteX17" fmla="*/ 2461098 w 3943133"/>
              <a:gd name="connsiteY17" fmla="*/ 93263 h 2938474"/>
              <a:gd name="connsiteX18" fmla="*/ 2624284 w 3943133"/>
              <a:gd name="connsiteY18" fmla="*/ 25362 h 2938474"/>
              <a:gd name="connsiteX19" fmla="*/ 2763111 w 3943133"/>
              <a:gd name="connsiteY19" fmla="*/ 102206 h 2938474"/>
              <a:gd name="connsiteX20" fmla="*/ 2953253 w 3943133"/>
              <a:gd name="connsiteY20" fmla="*/ 115699 h 2938474"/>
              <a:gd name="connsiteX21" fmla="*/ 3069809 w 3943133"/>
              <a:gd name="connsiteY21" fmla="*/ 321082 h 2938474"/>
              <a:gd name="connsiteX22" fmla="*/ 3429593 w 3943133"/>
              <a:gd name="connsiteY22" fmla="*/ 684066 h 2938474"/>
              <a:gd name="connsiteX23" fmla="*/ 3759760 w 3943133"/>
              <a:gd name="connsiteY23" fmla="*/ 494261 h 2938474"/>
              <a:gd name="connsiteX24" fmla="*/ 3943133 w 3943133"/>
              <a:gd name="connsiteY24" fmla="*/ 631244 h 2938474"/>
              <a:gd name="connsiteX25" fmla="*/ 3926226 w 3943133"/>
              <a:gd name="connsiteY25" fmla="*/ 969411 h 2938474"/>
              <a:gd name="connsiteX26" fmla="*/ 2226531 w 3943133"/>
              <a:gd name="connsiteY26" fmla="*/ 2938474 h 2938474"/>
              <a:gd name="connsiteX27" fmla="*/ 848512 w 3943133"/>
              <a:gd name="connsiteY27" fmla="*/ 1949567 h 2938474"/>
              <a:gd name="connsiteX0" fmla="*/ 1063515 w 4158136"/>
              <a:gd name="connsiteY0" fmla="*/ 1949567 h 2938474"/>
              <a:gd name="connsiteX1" fmla="*/ 23485 w 4158136"/>
              <a:gd name="connsiteY1" fmla="*/ 1410718 h 2938474"/>
              <a:gd name="connsiteX2" fmla="*/ 289510 w 4158136"/>
              <a:gd name="connsiteY2" fmla="*/ 1343085 h 2938474"/>
              <a:gd name="connsiteX3" fmla="*/ 235403 w 4158136"/>
              <a:gd name="connsiteY3" fmla="*/ 1095096 h 2938474"/>
              <a:gd name="connsiteX4" fmla="*/ 388617 w 4158136"/>
              <a:gd name="connsiteY4" fmla="*/ 969193 h 2938474"/>
              <a:gd name="connsiteX5" fmla="*/ 564794 w 4158136"/>
              <a:gd name="connsiteY5" fmla="*/ 745050 h 2938474"/>
              <a:gd name="connsiteX6" fmla="*/ 735530 w 4158136"/>
              <a:gd name="connsiteY6" fmla="*/ 627193 h 2938474"/>
              <a:gd name="connsiteX7" fmla="*/ 824794 w 4158136"/>
              <a:gd name="connsiteY7" fmla="*/ 471772 h 2938474"/>
              <a:gd name="connsiteX8" fmla="*/ 1001915 w 4158136"/>
              <a:gd name="connsiteY8" fmla="*/ 448070 h 2938474"/>
              <a:gd name="connsiteX9" fmla="*/ 1109001 w 4158136"/>
              <a:gd name="connsiteY9" fmla="*/ 355075 h 2938474"/>
              <a:gd name="connsiteX10" fmla="*/ 1258739 w 4158136"/>
              <a:gd name="connsiteY10" fmla="*/ 379714 h 2938474"/>
              <a:gd name="connsiteX11" fmla="*/ 1611906 w 4158136"/>
              <a:gd name="connsiteY11" fmla="*/ 328478 h 2938474"/>
              <a:gd name="connsiteX12" fmla="*/ 1657433 w 4158136"/>
              <a:gd name="connsiteY12" fmla="*/ 114782 h 2938474"/>
              <a:gd name="connsiteX13" fmla="*/ 1768426 w 4158136"/>
              <a:gd name="connsiteY13" fmla="*/ 92996 h 2938474"/>
              <a:gd name="connsiteX14" fmla="*/ 2057396 w 4158136"/>
              <a:gd name="connsiteY14" fmla="*/ 23414 h 2938474"/>
              <a:gd name="connsiteX15" fmla="*/ 2205224 w 4158136"/>
              <a:gd name="connsiteY15" fmla="*/ 42271 h 2938474"/>
              <a:gd name="connsiteX16" fmla="*/ 2340491 w 4158136"/>
              <a:gd name="connsiteY16" fmla="*/ 0 h 2938474"/>
              <a:gd name="connsiteX17" fmla="*/ 2478576 w 4158136"/>
              <a:gd name="connsiteY17" fmla="*/ 64815 h 2938474"/>
              <a:gd name="connsiteX18" fmla="*/ 2676101 w 4158136"/>
              <a:gd name="connsiteY18" fmla="*/ 93263 h 2938474"/>
              <a:gd name="connsiteX19" fmla="*/ 2839287 w 4158136"/>
              <a:gd name="connsiteY19" fmla="*/ 25362 h 2938474"/>
              <a:gd name="connsiteX20" fmla="*/ 2978114 w 4158136"/>
              <a:gd name="connsiteY20" fmla="*/ 102206 h 2938474"/>
              <a:gd name="connsiteX21" fmla="*/ 3168256 w 4158136"/>
              <a:gd name="connsiteY21" fmla="*/ 115699 h 2938474"/>
              <a:gd name="connsiteX22" fmla="*/ 3284812 w 4158136"/>
              <a:gd name="connsiteY22" fmla="*/ 321082 h 2938474"/>
              <a:gd name="connsiteX23" fmla="*/ 3644596 w 4158136"/>
              <a:gd name="connsiteY23" fmla="*/ 684066 h 2938474"/>
              <a:gd name="connsiteX24" fmla="*/ 3974763 w 4158136"/>
              <a:gd name="connsiteY24" fmla="*/ 494261 h 2938474"/>
              <a:gd name="connsiteX25" fmla="*/ 4158136 w 4158136"/>
              <a:gd name="connsiteY25" fmla="*/ 631244 h 2938474"/>
              <a:gd name="connsiteX26" fmla="*/ 4141229 w 4158136"/>
              <a:gd name="connsiteY26" fmla="*/ 969411 h 2938474"/>
              <a:gd name="connsiteX27" fmla="*/ 2441534 w 4158136"/>
              <a:gd name="connsiteY27" fmla="*/ 2938474 h 2938474"/>
              <a:gd name="connsiteX28" fmla="*/ 1063515 w 4158136"/>
              <a:gd name="connsiteY28" fmla="*/ 1949567 h 2938474"/>
              <a:gd name="connsiteX0" fmla="*/ 1149096 w 4243717"/>
              <a:gd name="connsiteY0" fmla="*/ 1949567 h 2938474"/>
              <a:gd name="connsiteX1" fmla="*/ 63977 w 4243717"/>
              <a:gd name="connsiteY1" fmla="*/ 1586565 h 2938474"/>
              <a:gd name="connsiteX2" fmla="*/ 109066 w 4243717"/>
              <a:gd name="connsiteY2" fmla="*/ 1410718 h 2938474"/>
              <a:gd name="connsiteX3" fmla="*/ 375091 w 4243717"/>
              <a:gd name="connsiteY3" fmla="*/ 1343085 h 2938474"/>
              <a:gd name="connsiteX4" fmla="*/ 320984 w 4243717"/>
              <a:gd name="connsiteY4" fmla="*/ 1095096 h 2938474"/>
              <a:gd name="connsiteX5" fmla="*/ 474198 w 4243717"/>
              <a:gd name="connsiteY5" fmla="*/ 969193 h 2938474"/>
              <a:gd name="connsiteX6" fmla="*/ 650375 w 4243717"/>
              <a:gd name="connsiteY6" fmla="*/ 745050 h 2938474"/>
              <a:gd name="connsiteX7" fmla="*/ 821111 w 4243717"/>
              <a:gd name="connsiteY7" fmla="*/ 627193 h 2938474"/>
              <a:gd name="connsiteX8" fmla="*/ 910375 w 4243717"/>
              <a:gd name="connsiteY8" fmla="*/ 471772 h 2938474"/>
              <a:gd name="connsiteX9" fmla="*/ 1087496 w 4243717"/>
              <a:gd name="connsiteY9" fmla="*/ 448070 h 2938474"/>
              <a:gd name="connsiteX10" fmla="*/ 1194582 w 4243717"/>
              <a:gd name="connsiteY10" fmla="*/ 355075 h 2938474"/>
              <a:gd name="connsiteX11" fmla="*/ 1344320 w 4243717"/>
              <a:gd name="connsiteY11" fmla="*/ 379714 h 2938474"/>
              <a:gd name="connsiteX12" fmla="*/ 1697487 w 4243717"/>
              <a:gd name="connsiteY12" fmla="*/ 328478 h 2938474"/>
              <a:gd name="connsiteX13" fmla="*/ 1743014 w 4243717"/>
              <a:gd name="connsiteY13" fmla="*/ 114782 h 2938474"/>
              <a:gd name="connsiteX14" fmla="*/ 1854007 w 4243717"/>
              <a:gd name="connsiteY14" fmla="*/ 92996 h 2938474"/>
              <a:gd name="connsiteX15" fmla="*/ 2142977 w 4243717"/>
              <a:gd name="connsiteY15" fmla="*/ 23414 h 2938474"/>
              <a:gd name="connsiteX16" fmla="*/ 2290805 w 4243717"/>
              <a:gd name="connsiteY16" fmla="*/ 42271 h 2938474"/>
              <a:gd name="connsiteX17" fmla="*/ 2426072 w 4243717"/>
              <a:gd name="connsiteY17" fmla="*/ 0 h 2938474"/>
              <a:gd name="connsiteX18" fmla="*/ 2564157 w 4243717"/>
              <a:gd name="connsiteY18" fmla="*/ 64815 h 2938474"/>
              <a:gd name="connsiteX19" fmla="*/ 2761682 w 4243717"/>
              <a:gd name="connsiteY19" fmla="*/ 93263 h 2938474"/>
              <a:gd name="connsiteX20" fmla="*/ 2924868 w 4243717"/>
              <a:gd name="connsiteY20" fmla="*/ 25362 h 2938474"/>
              <a:gd name="connsiteX21" fmla="*/ 3063695 w 4243717"/>
              <a:gd name="connsiteY21" fmla="*/ 102206 h 2938474"/>
              <a:gd name="connsiteX22" fmla="*/ 3253837 w 4243717"/>
              <a:gd name="connsiteY22" fmla="*/ 115699 h 2938474"/>
              <a:gd name="connsiteX23" fmla="*/ 3370393 w 4243717"/>
              <a:gd name="connsiteY23" fmla="*/ 321082 h 2938474"/>
              <a:gd name="connsiteX24" fmla="*/ 3730177 w 4243717"/>
              <a:gd name="connsiteY24" fmla="*/ 684066 h 2938474"/>
              <a:gd name="connsiteX25" fmla="*/ 4060344 w 4243717"/>
              <a:gd name="connsiteY25" fmla="*/ 494261 h 2938474"/>
              <a:gd name="connsiteX26" fmla="*/ 4243717 w 4243717"/>
              <a:gd name="connsiteY26" fmla="*/ 631244 h 2938474"/>
              <a:gd name="connsiteX27" fmla="*/ 4226810 w 4243717"/>
              <a:gd name="connsiteY27" fmla="*/ 969411 h 2938474"/>
              <a:gd name="connsiteX28" fmla="*/ 2527115 w 4243717"/>
              <a:gd name="connsiteY28" fmla="*/ 2938474 h 2938474"/>
              <a:gd name="connsiteX29" fmla="*/ 1149096 w 4243717"/>
              <a:gd name="connsiteY29" fmla="*/ 1949567 h 2938474"/>
              <a:gd name="connsiteX0" fmla="*/ 1120060 w 4214681"/>
              <a:gd name="connsiteY0" fmla="*/ 1949567 h 2938474"/>
              <a:gd name="connsiteX1" fmla="*/ 255878 w 4214681"/>
              <a:gd name="connsiteY1" fmla="*/ 1812009 h 2938474"/>
              <a:gd name="connsiteX2" fmla="*/ 34941 w 4214681"/>
              <a:gd name="connsiteY2" fmla="*/ 1586565 h 2938474"/>
              <a:gd name="connsiteX3" fmla="*/ 80030 w 4214681"/>
              <a:gd name="connsiteY3" fmla="*/ 1410718 h 2938474"/>
              <a:gd name="connsiteX4" fmla="*/ 346055 w 4214681"/>
              <a:gd name="connsiteY4" fmla="*/ 1343085 h 2938474"/>
              <a:gd name="connsiteX5" fmla="*/ 291948 w 4214681"/>
              <a:gd name="connsiteY5" fmla="*/ 1095096 h 2938474"/>
              <a:gd name="connsiteX6" fmla="*/ 445162 w 4214681"/>
              <a:gd name="connsiteY6" fmla="*/ 969193 h 2938474"/>
              <a:gd name="connsiteX7" fmla="*/ 621339 w 4214681"/>
              <a:gd name="connsiteY7" fmla="*/ 745050 h 2938474"/>
              <a:gd name="connsiteX8" fmla="*/ 792075 w 4214681"/>
              <a:gd name="connsiteY8" fmla="*/ 627193 h 2938474"/>
              <a:gd name="connsiteX9" fmla="*/ 881339 w 4214681"/>
              <a:gd name="connsiteY9" fmla="*/ 471772 h 2938474"/>
              <a:gd name="connsiteX10" fmla="*/ 1058460 w 4214681"/>
              <a:gd name="connsiteY10" fmla="*/ 448070 h 2938474"/>
              <a:gd name="connsiteX11" fmla="*/ 1165546 w 4214681"/>
              <a:gd name="connsiteY11" fmla="*/ 355075 h 2938474"/>
              <a:gd name="connsiteX12" fmla="*/ 1315284 w 4214681"/>
              <a:gd name="connsiteY12" fmla="*/ 379714 h 2938474"/>
              <a:gd name="connsiteX13" fmla="*/ 1668451 w 4214681"/>
              <a:gd name="connsiteY13" fmla="*/ 328478 h 2938474"/>
              <a:gd name="connsiteX14" fmla="*/ 1713978 w 4214681"/>
              <a:gd name="connsiteY14" fmla="*/ 114782 h 2938474"/>
              <a:gd name="connsiteX15" fmla="*/ 1824971 w 4214681"/>
              <a:gd name="connsiteY15" fmla="*/ 92996 h 2938474"/>
              <a:gd name="connsiteX16" fmla="*/ 2113941 w 4214681"/>
              <a:gd name="connsiteY16" fmla="*/ 23414 h 2938474"/>
              <a:gd name="connsiteX17" fmla="*/ 2261769 w 4214681"/>
              <a:gd name="connsiteY17" fmla="*/ 42271 h 2938474"/>
              <a:gd name="connsiteX18" fmla="*/ 2397036 w 4214681"/>
              <a:gd name="connsiteY18" fmla="*/ 0 h 2938474"/>
              <a:gd name="connsiteX19" fmla="*/ 2535121 w 4214681"/>
              <a:gd name="connsiteY19" fmla="*/ 64815 h 2938474"/>
              <a:gd name="connsiteX20" fmla="*/ 2732646 w 4214681"/>
              <a:gd name="connsiteY20" fmla="*/ 93263 h 2938474"/>
              <a:gd name="connsiteX21" fmla="*/ 2895832 w 4214681"/>
              <a:gd name="connsiteY21" fmla="*/ 25362 h 2938474"/>
              <a:gd name="connsiteX22" fmla="*/ 3034659 w 4214681"/>
              <a:gd name="connsiteY22" fmla="*/ 102206 h 2938474"/>
              <a:gd name="connsiteX23" fmla="*/ 3224801 w 4214681"/>
              <a:gd name="connsiteY23" fmla="*/ 115699 h 2938474"/>
              <a:gd name="connsiteX24" fmla="*/ 3341357 w 4214681"/>
              <a:gd name="connsiteY24" fmla="*/ 321082 h 2938474"/>
              <a:gd name="connsiteX25" fmla="*/ 3701141 w 4214681"/>
              <a:gd name="connsiteY25" fmla="*/ 684066 h 2938474"/>
              <a:gd name="connsiteX26" fmla="*/ 4031308 w 4214681"/>
              <a:gd name="connsiteY26" fmla="*/ 494261 h 2938474"/>
              <a:gd name="connsiteX27" fmla="*/ 4214681 w 4214681"/>
              <a:gd name="connsiteY27" fmla="*/ 631244 h 2938474"/>
              <a:gd name="connsiteX28" fmla="*/ 4197774 w 4214681"/>
              <a:gd name="connsiteY28" fmla="*/ 969411 h 2938474"/>
              <a:gd name="connsiteX29" fmla="*/ 2498079 w 4214681"/>
              <a:gd name="connsiteY29" fmla="*/ 2938474 h 2938474"/>
              <a:gd name="connsiteX30" fmla="*/ 1120060 w 4214681"/>
              <a:gd name="connsiteY30" fmla="*/ 1949567 h 2938474"/>
              <a:gd name="connsiteX0" fmla="*/ 72459 w 4280775"/>
              <a:gd name="connsiteY0" fmla="*/ 2341841 h 2938474"/>
              <a:gd name="connsiteX1" fmla="*/ 321972 w 4280775"/>
              <a:gd name="connsiteY1" fmla="*/ 1812009 h 2938474"/>
              <a:gd name="connsiteX2" fmla="*/ 101035 w 4280775"/>
              <a:gd name="connsiteY2" fmla="*/ 1586565 h 2938474"/>
              <a:gd name="connsiteX3" fmla="*/ 146124 w 4280775"/>
              <a:gd name="connsiteY3" fmla="*/ 1410718 h 2938474"/>
              <a:gd name="connsiteX4" fmla="*/ 412149 w 4280775"/>
              <a:gd name="connsiteY4" fmla="*/ 1343085 h 2938474"/>
              <a:gd name="connsiteX5" fmla="*/ 358042 w 4280775"/>
              <a:gd name="connsiteY5" fmla="*/ 1095096 h 2938474"/>
              <a:gd name="connsiteX6" fmla="*/ 511256 w 4280775"/>
              <a:gd name="connsiteY6" fmla="*/ 969193 h 2938474"/>
              <a:gd name="connsiteX7" fmla="*/ 687433 w 4280775"/>
              <a:gd name="connsiteY7" fmla="*/ 745050 h 2938474"/>
              <a:gd name="connsiteX8" fmla="*/ 858169 w 4280775"/>
              <a:gd name="connsiteY8" fmla="*/ 627193 h 2938474"/>
              <a:gd name="connsiteX9" fmla="*/ 947433 w 4280775"/>
              <a:gd name="connsiteY9" fmla="*/ 471772 h 2938474"/>
              <a:gd name="connsiteX10" fmla="*/ 1124554 w 4280775"/>
              <a:gd name="connsiteY10" fmla="*/ 448070 h 2938474"/>
              <a:gd name="connsiteX11" fmla="*/ 1231640 w 4280775"/>
              <a:gd name="connsiteY11" fmla="*/ 355075 h 2938474"/>
              <a:gd name="connsiteX12" fmla="*/ 1381378 w 4280775"/>
              <a:gd name="connsiteY12" fmla="*/ 379714 h 2938474"/>
              <a:gd name="connsiteX13" fmla="*/ 1734545 w 4280775"/>
              <a:gd name="connsiteY13" fmla="*/ 328478 h 2938474"/>
              <a:gd name="connsiteX14" fmla="*/ 1780072 w 4280775"/>
              <a:gd name="connsiteY14" fmla="*/ 114782 h 2938474"/>
              <a:gd name="connsiteX15" fmla="*/ 1891065 w 4280775"/>
              <a:gd name="connsiteY15" fmla="*/ 92996 h 2938474"/>
              <a:gd name="connsiteX16" fmla="*/ 2180035 w 4280775"/>
              <a:gd name="connsiteY16" fmla="*/ 23414 h 2938474"/>
              <a:gd name="connsiteX17" fmla="*/ 2327863 w 4280775"/>
              <a:gd name="connsiteY17" fmla="*/ 42271 h 2938474"/>
              <a:gd name="connsiteX18" fmla="*/ 2463130 w 4280775"/>
              <a:gd name="connsiteY18" fmla="*/ 0 h 2938474"/>
              <a:gd name="connsiteX19" fmla="*/ 2601215 w 4280775"/>
              <a:gd name="connsiteY19" fmla="*/ 64815 h 2938474"/>
              <a:gd name="connsiteX20" fmla="*/ 2798740 w 4280775"/>
              <a:gd name="connsiteY20" fmla="*/ 93263 h 2938474"/>
              <a:gd name="connsiteX21" fmla="*/ 2961926 w 4280775"/>
              <a:gd name="connsiteY21" fmla="*/ 25362 h 2938474"/>
              <a:gd name="connsiteX22" fmla="*/ 3100753 w 4280775"/>
              <a:gd name="connsiteY22" fmla="*/ 102206 h 2938474"/>
              <a:gd name="connsiteX23" fmla="*/ 3290895 w 4280775"/>
              <a:gd name="connsiteY23" fmla="*/ 115699 h 2938474"/>
              <a:gd name="connsiteX24" fmla="*/ 3407451 w 4280775"/>
              <a:gd name="connsiteY24" fmla="*/ 321082 h 2938474"/>
              <a:gd name="connsiteX25" fmla="*/ 3767235 w 4280775"/>
              <a:gd name="connsiteY25" fmla="*/ 684066 h 2938474"/>
              <a:gd name="connsiteX26" fmla="*/ 4097402 w 4280775"/>
              <a:gd name="connsiteY26" fmla="*/ 494261 h 2938474"/>
              <a:gd name="connsiteX27" fmla="*/ 4280775 w 4280775"/>
              <a:gd name="connsiteY27" fmla="*/ 631244 h 2938474"/>
              <a:gd name="connsiteX28" fmla="*/ 4263868 w 4280775"/>
              <a:gd name="connsiteY28" fmla="*/ 969411 h 2938474"/>
              <a:gd name="connsiteX29" fmla="*/ 2564173 w 4280775"/>
              <a:gd name="connsiteY29" fmla="*/ 2938474 h 2938474"/>
              <a:gd name="connsiteX30" fmla="*/ 72459 w 4280775"/>
              <a:gd name="connsiteY30" fmla="*/ 2341841 h 2938474"/>
              <a:gd name="connsiteX0" fmla="*/ 270512 w 4478828"/>
              <a:gd name="connsiteY0" fmla="*/ 2341841 h 2938474"/>
              <a:gd name="connsiteX1" fmla="*/ 520025 w 4478828"/>
              <a:gd name="connsiteY1" fmla="*/ 1812009 h 2938474"/>
              <a:gd name="connsiteX2" fmla="*/ 299088 w 4478828"/>
              <a:gd name="connsiteY2" fmla="*/ 1586565 h 2938474"/>
              <a:gd name="connsiteX3" fmla="*/ 344177 w 4478828"/>
              <a:gd name="connsiteY3" fmla="*/ 1410718 h 2938474"/>
              <a:gd name="connsiteX4" fmla="*/ 610202 w 4478828"/>
              <a:gd name="connsiteY4" fmla="*/ 1343085 h 2938474"/>
              <a:gd name="connsiteX5" fmla="*/ 556095 w 4478828"/>
              <a:gd name="connsiteY5" fmla="*/ 1095096 h 2938474"/>
              <a:gd name="connsiteX6" fmla="*/ 709309 w 4478828"/>
              <a:gd name="connsiteY6" fmla="*/ 969193 h 2938474"/>
              <a:gd name="connsiteX7" fmla="*/ 885486 w 4478828"/>
              <a:gd name="connsiteY7" fmla="*/ 745050 h 2938474"/>
              <a:gd name="connsiteX8" fmla="*/ 1056222 w 4478828"/>
              <a:gd name="connsiteY8" fmla="*/ 627193 h 2938474"/>
              <a:gd name="connsiteX9" fmla="*/ 1145486 w 4478828"/>
              <a:gd name="connsiteY9" fmla="*/ 471772 h 2938474"/>
              <a:gd name="connsiteX10" fmla="*/ 1322607 w 4478828"/>
              <a:gd name="connsiteY10" fmla="*/ 448070 h 2938474"/>
              <a:gd name="connsiteX11" fmla="*/ 1429693 w 4478828"/>
              <a:gd name="connsiteY11" fmla="*/ 355075 h 2938474"/>
              <a:gd name="connsiteX12" fmla="*/ 1579431 w 4478828"/>
              <a:gd name="connsiteY12" fmla="*/ 379714 h 2938474"/>
              <a:gd name="connsiteX13" fmla="*/ 1932598 w 4478828"/>
              <a:gd name="connsiteY13" fmla="*/ 328478 h 2938474"/>
              <a:gd name="connsiteX14" fmla="*/ 1978125 w 4478828"/>
              <a:gd name="connsiteY14" fmla="*/ 114782 h 2938474"/>
              <a:gd name="connsiteX15" fmla="*/ 2089118 w 4478828"/>
              <a:gd name="connsiteY15" fmla="*/ 92996 h 2938474"/>
              <a:gd name="connsiteX16" fmla="*/ 2378088 w 4478828"/>
              <a:gd name="connsiteY16" fmla="*/ 23414 h 2938474"/>
              <a:gd name="connsiteX17" fmla="*/ 2525916 w 4478828"/>
              <a:gd name="connsiteY17" fmla="*/ 42271 h 2938474"/>
              <a:gd name="connsiteX18" fmla="*/ 2661183 w 4478828"/>
              <a:gd name="connsiteY18" fmla="*/ 0 h 2938474"/>
              <a:gd name="connsiteX19" fmla="*/ 2799268 w 4478828"/>
              <a:gd name="connsiteY19" fmla="*/ 64815 h 2938474"/>
              <a:gd name="connsiteX20" fmla="*/ 2996793 w 4478828"/>
              <a:gd name="connsiteY20" fmla="*/ 93263 h 2938474"/>
              <a:gd name="connsiteX21" fmla="*/ 3159979 w 4478828"/>
              <a:gd name="connsiteY21" fmla="*/ 25362 h 2938474"/>
              <a:gd name="connsiteX22" fmla="*/ 3298806 w 4478828"/>
              <a:gd name="connsiteY22" fmla="*/ 102206 h 2938474"/>
              <a:gd name="connsiteX23" fmla="*/ 3488948 w 4478828"/>
              <a:gd name="connsiteY23" fmla="*/ 115699 h 2938474"/>
              <a:gd name="connsiteX24" fmla="*/ 3605504 w 4478828"/>
              <a:gd name="connsiteY24" fmla="*/ 321082 h 2938474"/>
              <a:gd name="connsiteX25" fmla="*/ 3965288 w 4478828"/>
              <a:gd name="connsiteY25" fmla="*/ 684066 h 2938474"/>
              <a:gd name="connsiteX26" fmla="*/ 4295455 w 4478828"/>
              <a:gd name="connsiteY26" fmla="*/ 494261 h 2938474"/>
              <a:gd name="connsiteX27" fmla="*/ 4478828 w 4478828"/>
              <a:gd name="connsiteY27" fmla="*/ 631244 h 2938474"/>
              <a:gd name="connsiteX28" fmla="*/ 4461921 w 4478828"/>
              <a:gd name="connsiteY28" fmla="*/ 969411 h 2938474"/>
              <a:gd name="connsiteX29" fmla="*/ 2762226 w 4478828"/>
              <a:gd name="connsiteY29" fmla="*/ 2938474 h 2938474"/>
              <a:gd name="connsiteX30" fmla="*/ 0 w 4478828"/>
              <a:gd name="connsiteY30" fmla="*/ 2608580 h 2938474"/>
              <a:gd name="connsiteX31" fmla="*/ 270512 w 4478828"/>
              <a:gd name="connsiteY31" fmla="*/ 2341841 h 2938474"/>
              <a:gd name="connsiteX0" fmla="*/ 370838 w 4579154"/>
              <a:gd name="connsiteY0" fmla="*/ 2341841 h 3082130"/>
              <a:gd name="connsiteX1" fmla="*/ 620351 w 4579154"/>
              <a:gd name="connsiteY1" fmla="*/ 1812009 h 3082130"/>
              <a:gd name="connsiteX2" fmla="*/ 399414 w 4579154"/>
              <a:gd name="connsiteY2" fmla="*/ 1586565 h 3082130"/>
              <a:gd name="connsiteX3" fmla="*/ 444503 w 4579154"/>
              <a:gd name="connsiteY3" fmla="*/ 1410718 h 3082130"/>
              <a:gd name="connsiteX4" fmla="*/ 710528 w 4579154"/>
              <a:gd name="connsiteY4" fmla="*/ 1343085 h 3082130"/>
              <a:gd name="connsiteX5" fmla="*/ 656421 w 4579154"/>
              <a:gd name="connsiteY5" fmla="*/ 1095096 h 3082130"/>
              <a:gd name="connsiteX6" fmla="*/ 809635 w 4579154"/>
              <a:gd name="connsiteY6" fmla="*/ 969193 h 3082130"/>
              <a:gd name="connsiteX7" fmla="*/ 985812 w 4579154"/>
              <a:gd name="connsiteY7" fmla="*/ 745050 h 3082130"/>
              <a:gd name="connsiteX8" fmla="*/ 1156548 w 4579154"/>
              <a:gd name="connsiteY8" fmla="*/ 627193 h 3082130"/>
              <a:gd name="connsiteX9" fmla="*/ 1245812 w 4579154"/>
              <a:gd name="connsiteY9" fmla="*/ 471772 h 3082130"/>
              <a:gd name="connsiteX10" fmla="*/ 1422933 w 4579154"/>
              <a:gd name="connsiteY10" fmla="*/ 448070 h 3082130"/>
              <a:gd name="connsiteX11" fmla="*/ 1530019 w 4579154"/>
              <a:gd name="connsiteY11" fmla="*/ 355075 h 3082130"/>
              <a:gd name="connsiteX12" fmla="*/ 1679757 w 4579154"/>
              <a:gd name="connsiteY12" fmla="*/ 379714 h 3082130"/>
              <a:gd name="connsiteX13" fmla="*/ 2032924 w 4579154"/>
              <a:gd name="connsiteY13" fmla="*/ 328478 h 3082130"/>
              <a:gd name="connsiteX14" fmla="*/ 2078451 w 4579154"/>
              <a:gd name="connsiteY14" fmla="*/ 114782 h 3082130"/>
              <a:gd name="connsiteX15" fmla="*/ 2189444 w 4579154"/>
              <a:gd name="connsiteY15" fmla="*/ 92996 h 3082130"/>
              <a:gd name="connsiteX16" fmla="*/ 2478414 w 4579154"/>
              <a:gd name="connsiteY16" fmla="*/ 23414 h 3082130"/>
              <a:gd name="connsiteX17" fmla="*/ 2626242 w 4579154"/>
              <a:gd name="connsiteY17" fmla="*/ 42271 h 3082130"/>
              <a:gd name="connsiteX18" fmla="*/ 2761509 w 4579154"/>
              <a:gd name="connsiteY18" fmla="*/ 0 h 3082130"/>
              <a:gd name="connsiteX19" fmla="*/ 2899594 w 4579154"/>
              <a:gd name="connsiteY19" fmla="*/ 64815 h 3082130"/>
              <a:gd name="connsiteX20" fmla="*/ 3097119 w 4579154"/>
              <a:gd name="connsiteY20" fmla="*/ 93263 h 3082130"/>
              <a:gd name="connsiteX21" fmla="*/ 3260305 w 4579154"/>
              <a:gd name="connsiteY21" fmla="*/ 25362 h 3082130"/>
              <a:gd name="connsiteX22" fmla="*/ 3399132 w 4579154"/>
              <a:gd name="connsiteY22" fmla="*/ 102206 h 3082130"/>
              <a:gd name="connsiteX23" fmla="*/ 3589274 w 4579154"/>
              <a:gd name="connsiteY23" fmla="*/ 115699 h 3082130"/>
              <a:gd name="connsiteX24" fmla="*/ 3705830 w 4579154"/>
              <a:gd name="connsiteY24" fmla="*/ 321082 h 3082130"/>
              <a:gd name="connsiteX25" fmla="*/ 4065614 w 4579154"/>
              <a:gd name="connsiteY25" fmla="*/ 684066 h 3082130"/>
              <a:gd name="connsiteX26" fmla="*/ 4395781 w 4579154"/>
              <a:gd name="connsiteY26" fmla="*/ 494261 h 3082130"/>
              <a:gd name="connsiteX27" fmla="*/ 4579154 w 4579154"/>
              <a:gd name="connsiteY27" fmla="*/ 631244 h 3082130"/>
              <a:gd name="connsiteX28" fmla="*/ 4562247 w 4579154"/>
              <a:gd name="connsiteY28" fmla="*/ 969411 h 3082130"/>
              <a:gd name="connsiteX29" fmla="*/ 2862552 w 4579154"/>
              <a:gd name="connsiteY29" fmla="*/ 2938474 h 3082130"/>
              <a:gd name="connsiteX30" fmla="*/ 205533 w 4579154"/>
              <a:gd name="connsiteY30" fmla="*/ 2939231 h 3082130"/>
              <a:gd name="connsiteX31" fmla="*/ 100326 w 4579154"/>
              <a:gd name="connsiteY31" fmla="*/ 2608580 h 3082130"/>
              <a:gd name="connsiteX32" fmla="*/ 370838 w 4579154"/>
              <a:gd name="connsiteY32" fmla="*/ 2341841 h 3082130"/>
              <a:gd name="connsiteX0" fmla="*/ 380997 w 4589313"/>
              <a:gd name="connsiteY0" fmla="*/ 2341841 h 3255254"/>
              <a:gd name="connsiteX1" fmla="*/ 630510 w 4589313"/>
              <a:gd name="connsiteY1" fmla="*/ 1812009 h 3255254"/>
              <a:gd name="connsiteX2" fmla="*/ 409573 w 4589313"/>
              <a:gd name="connsiteY2" fmla="*/ 1586565 h 3255254"/>
              <a:gd name="connsiteX3" fmla="*/ 454662 w 4589313"/>
              <a:gd name="connsiteY3" fmla="*/ 1410718 h 3255254"/>
              <a:gd name="connsiteX4" fmla="*/ 720687 w 4589313"/>
              <a:gd name="connsiteY4" fmla="*/ 1343085 h 3255254"/>
              <a:gd name="connsiteX5" fmla="*/ 666580 w 4589313"/>
              <a:gd name="connsiteY5" fmla="*/ 1095096 h 3255254"/>
              <a:gd name="connsiteX6" fmla="*/ 819794 w 4589313"/>
              <a:gd name="connsiteY6" fmla="*/ 969193 h 3255254"/>
              <a:gd name="connsiteX7" fmla="*/ 995971 w 4589313"/>
              <a:gd name="connsiteY7" fmla="*/ 745050 h 3255254"/>
              <a:gd name="connsiteX8" fmla="*/ 1166707 w 4589313"/>
              <a:gd name="connsiteY8" fmla="*/ 627193 h 3255254"/>
              <a:gd name="connsiteX9" fmla="*/ 1255971 w 4589313"/>
              <a:gd name="connsiteY9" fmla="*/ 471772 h 3255254"/>
              <a:gd name="connsiteX10" fmla="*/ 1433092 w 4589313"/>
              <a:gd name="connsiteY10" fmla="*/ 448070 h 3255254"/>
              <a:gd name="connsiteX11" fmla="*/ 1540178 w 4589313"/>
              <a:gd name="connsiteY11" fmla="*/ 355075 h 3255254"/>
              <a:gd name="connsiteX12" fmla="*/ 1689916 w 4589313"/>
              <a:gd name="connsiteY12" fmla="*/ 379714 h 3255254"/>
              <a:gd name="connsiteX13" fmla="*/ 2043083 w 4589313"/>
              <a:gd name="connsiteY13" fmla="*/ 328478 h 3255254"/>
              <a:gd name="connsiteX14" fmla="*/ 2088610 w 4589313"/>
              <a:gd name="connsiteY14" fmla="*/ 114782 h 3255254"/>
              <a:gd name="connsiteX15" fmla="*/ 2199603 w 4589313"/>
              <a:gd name="connsiteY15" fmla="*/ 92996 h 3255254"/>
              <a:gd name="connsiteX16" fmla="*/ 2488573 w 4589313"/>
              <a:gd name="connsiteY16" fmla="*/ 23414 h 3255254"/>
              <a:gd name="connsiteX17" fmla="*/ 2636401 w 4589313"/>
              <a:gd name="connsiteY17" fmla="*/ 42271 h 3255254"/>
              <a:gd name="connsiteX18" fmla="*/ 2771668 w 4589313"/>
              <a:gd name="connsiteY18" fmla="*/ 0 h 3255254"/>
              <a:gd name="connsiteX19" fmla="*/ 2909753 w 4589313"/>
              <a:gd name="connsiteY19" fmla="*/ 64815 h 3255254"/>
              <a:gd name="connsiteX20" fmla="*/ 3107278 w 4589313"/>
              <a:gd name="connsiteY20" fmla="*/ 93263 h 3255254"/>
              <a:gd name="connsiteX21" fmla="*/ 3270464 w 4589313"/>
              <a:gd name="connsiteY21" fmla="*/ 25362 h 3255254"/>
              <a:gd name="connsiteX22" fmla="*/ 3409291 w 4589313"/>
              <a:gd name="connsiteY22" fmla="*/ 102206 h 3255254"/>
              <a:gd name="connsiteX23" fmla="*/ 3599433 w 4589313"/>
              <a:gd name="connsiteY23" fmla="*/ 115699 h 3255254"/>
              <a:gd name="connsiteX24" fmla="*/ 3715989 w 4589313"/>
              <a:gd name="connsiteY24" fmla="*/ 321082 h 3255254"/>
              <a:gd name="connsiteX25" fmla="*/ 4075773 w 4589313"/>
              <a:gd name="connsiteY25" fmla="*/ 684066 h 3255254"/>
              <a:gd name="connsiteX26" fmla="*/ 4405940 w 4589313"/>
              <a:gd name="connsiteY26" fmla="*/ 494261 h 3255254"/>
              <a:gd name="connsiteX27" fmla="*/ 4589313 w 4589313"/>
              <a:gd name="connsiteY27" fmla="*/ 631244 h 3255254"/>
              <a:gd name="connsiteX28" fmla="*/ 4572406 w 4589313"/>
              <a:gd name="connsiteY28" fmla="*/ 969411 h 3255254"/>
              <a:gd name="connsiteX29" fmla="*/ 2872711 w 4589313"/>
              <a:gd name="connsiteY29" fmla="*/ 2938474 h 3255254"/>
              <a:gd name="connsiteX30" fmla="*/ 155574 w 4589313"/>
              <a:gd name="connsiteY30" fmla="*/ 3254853 h 3255254"/>
              <a:gd name="connsiteX31" fmla="*/ 215692 w 4589313"/>
              <a:gd name="connsiteY31" fmla="*/ 2939231 h 3255254"/>
              <a:gd name="connsiteX32" fmla="*/ 110485 w 4589313"/>
              <a:gd name="connsiteY32" fmla="*/ 2608580 h 3255254"/>
              <a:gd name="connsiteX33" fmla="*/ 380997 w 4589313"/>
              <a:gd name="connsiteY33" fmla="*/ 2341841 h 3255254"/>
              <a:gd name="connsiteX0" fmla="*/ 270512 w 4478828"/>
              <a:gd name="connsiteY0" fmla="*/ 2341841 h 3539491"/>
              <a:gd name="connsiteX1" fmla="*/ 520025 w 4478828"/>
              <a:gd name="connsiteY1" fmla="*/ 1812009 h 3539491"/>
              <a:gd name="connsiteX2" fmla="*/ 299088 w 4478828"/>
              <a:gd name="connsiteY2" fmla="*/ 1586565 h 3539491"/>
              <a:gd name="connsiteX3" fmla="*/ 344177 w 4478828"/>
              <a:gd name="connsiteY3" fmla="*/ 1410718 h 3539491"/>
              <a:gd name="connsiteX4" fmla="*/ 610202 w 4478828"/>
              <a:gd name="connsiteY4" fmla="*/ 1343085 h 3539491"/>
              <a:gd name="connsiteX5" fmla="*/ 556095 w 4478828"/>
              <a:gd name="connsiteY5" fmla="*/ 1095096 h 3539491"/>
              <a:gd name="connsiteX6" fmla="*/ 709309 w 4478828"/>
              <a:gd name="connsiteY6" fmla="*/ 969193 h 3539491"/>
              <a:gd name="connsiteX7" fmla="*/ 885486 w 4478828"/>
              <a:gd name="connsiteY7" fmla="*/ 745050 h 3539491"/>
              <a:gd name="connsiteX8" fmla="*/ 1056222 w 4478828"/>
              <a:gd name="connsiteY8" fmla="*/ 627193 h 3539491"/>
              <a:gd name="connsiteX9" fmla="*/ 1145486 w 4478828"/>
              <a:gd name="connsiteY9" fmla="*/ 471772 h 3539491"/>
              <a:gd name="connsiteX10" fmla="*/ 1322607 w 4478828"/>
              <a:gd name="connsiteY10" fmla="*/ 448070 h 3539491"/>
              <a:gd name="connsiteX11" fmla="*/ 1429693 w 4478828"/>
              <a:gd name="connsiteY11" fmla="*/ 355075 h 3539491"/>
              <a:gd name="connsiteX12" fmla="*/ 1579431 w 4478828"/>
              <a:gd name="connsiteY12" fmla="*/ 379714 h 3539491"/>
              <a:gd name="connsiteX13" fmla="*/ 1932598 w 4478828"/>
              <a:gd name="connsiteY13" fmla="*/ 328478 h 3539491"/>
              <a:gd name="connsiteX14" fmla="*/ 1978125 w 4478828"/>
              <a:gd name="connsiteY14" fmla="*/ 114782 h 3539491"/>
              <a:gd name="connsiteX15" fmla="*/ 2089118 w 4478828"/>
              <a:gd name="connsiteY15" fmla="*/ 92996 h 3539491"/>
              <a:gd name="connsiteX16" fmla="*/ 2378088 w 4478828"/>
              <a:gd name="connsiteY16" fmla="*/ 23414 h 3539491"/>
              <a:gd name="connsiteX17" fmla="*/ 2525916 w 4478828"/>
              <a:gd name="connsiteY17" fmla="*/ 42271 h 3539491"/>
              <a:gd name="connsiteX18" fmla="*/ 2661183 w 4478828"/>
              <a:gd name="connsiteY18" fmla="*/ 0 h 3539491"/>
              <a:gd name="connsiteX19" fmla="*/ 2799268 w 4478828"/>
              <a:gd name="connsiteY19" fmla="*/ 64815 h 3539491"/>
              <a:gd name="connsiteX20" fmla="*/ 2996793 w 4478828"/>
              <a:gd name="connsiteY20" fmla="*/ 93263 h 3539491"/>
              <a:gd name="connsiteX21" fmla="*/ 3159979 w 4478828"/>
              <a:gd name="connsiteY21" fmla="*/ 25362 h 3539491"/>
              <a:gd name="connsiteX22" fmla="*/ 3298806 w 4478828"/>
              <a:gd name="connsiteY22" fmla="*/ 102206 h 3539491"/>
              <a:gd name="connsiteX23" fmla="*/ 3488948 w 4478828"/>
              <a:gd name="connsiteY23" fmla="*/ 115699 h 3539491"/>
              <a:gd name="connsiteX24" fmla="*/ 3605504 w 4478828"/>
              <a:gd name="connsiteY24" fmla="*/ 321082 h 3539491"/>
              <a:gd name="connsiteX25" fmla="*/ 3965288 w 4478828"/>
              <a:gd name="connsiteY25" fmla="*/ 684066 h 3539491"/>
              <a:gd name="connsiteX26" fmla="*/ 4295455 w 4478828"/>
              <a:gd name="connsiteY26" fmla="*/ 494261 h 3539491"/>
              <a:gd name="connsiteX27" fmla="*/ 4478828 w 4478828"/>
              <a:gd name="connsiteY27" fmla="*/ 631244 h 3539491"/>
              <a:gd name="connsiteX28" fmla="*/ 4461921 w 4478828"/>
              <a:gd name="connsiteY28" fmla="*/ 969411 h 3539491"/>
              <a:gd name="connsiteX29" fmla="*/ 2762226 w 4478828"/>
              <a:gd name="connsiteY29" fmla="*/ 2938474 h 3539491"/>
              <a:gd name="connsiteX30" fmla="*/ 270534 w 4478828"/>
              <a:gd name="connsiteY30" fmla="*/ 3532901 h 3539491"/>
              <a:gd name="connsiteX31" fmla="*/ 45089 w 4478828"/>
              <a:gd name="connsiteY31" fmla="*/ 3254853 h 3539491"/>
              <a:gd name="connsiteX32" fmla="*/ 105207 w 4478828"/>
              <a:gd name="connsiteY32" fmla="*/ 2939231 h 3539491"/>
              <a:gd name="connsiteX33" fmla="*/ 0 w 4478828"/>
              <a:gd name="connsiteY33" fmla="*/ 2608580 h 3539491"/>
              <a:gd name="connsiteX34" fmla="*/ 270512 w 4478828"/>
              <a:gd name="connsiteY34" fmla="*/ 2341841 h 3539491"/>
              <a:gd name="connsiteX0" fmla="*/ 270512 w 4478828"/>
              <a:gd name="connsiteY0" fmla="*/ 2341841 h 4069949"/>
              <a:gd name="connsiteX1" fmla="*/ 520025 w 4478828"/>
              <a:gd name="connsiteY1" fmla="*/ 1812009 h 4069949"/>
              <a:gd name="connsiteX2" fmla="*/ 299088 w 4478828"/>
              <a:gd name="connsiteY2" fmla="*/ 1586565 h 4069949"/>
              <a:gd name="connsiteX3" fmla="*/ 344177 w 4478828"/>
              <a:gd name="connsiteY3" fmla="*/ 1410718 h 4069949"/>
              <a:gd name="connsiteX4" fmla="*/ 610202 w 4478828"/>
              <a:gd name="connsiteY4" fmla="*/ 1343085 h 4069949"/>
              <a:gd name="connsiteX5" fmla="*/ 556095 w 4478828"/>
              <a:gd name="connsiteY5" fmla="*/ 1095096 h 4069949"/>
              <a:gd name="connsiteX6" fmla="*/ 709309 w 4478828"/>
              <a:gd name="connsiteY6" fmla="*/ 969193 h 4069949"/>
              <a:gd name="connsiteX7" fmla="*/ 885486 w 4478828"/>
              <a:gd name="connsiteY7" fmla="*/ 745050 h 4069949"/>
              <a:gd name="connsiteX8" fmla="*/ 1056222 w 4478828"/>
              <a:gd name="connsiteY8" fmla="*/ 627193 h 4069949"/>
              <a:gd name="connsiteX9" fmla="*/ 1145486 w 4478828"/>
              <a:gd name="connsiteY9" fmla="*/ 471772 h 4069949"/>
              <a:gd name="connsiteX10" fmla="*/ 1322607 w 4478828"/>
              <a:gd name="connsiteY10" fmla="*/ 448070 h 4069949"/>
              <a:gd name="connsiteX11" fmla="*/ 1429693 w 4478828"/>
              <a:gd name="connsiteY11" fmla="*/ 355075 h 4069949"/>
              <a:gd name="connsiteX12" fmla="*/ 1579431 w 4478828"/>
              <a:gd name="connsiteY12" fmla="*/ 379714 h 4069949"/>
              <a:gd name="connsiteX13" fmla="*/ 1932598 w 4478828"/>
              <a:gd name="connsiteY13" fmla="*/ 328478 h 4069949"/>
              <a:gd name="connsiteX14" fmla="*/ 1978125 w 4478828"/>
              <a:gd name="connsiteY14" fmla="*/ 114782 h 4069949"/>
              <a:gd name="connsiteX15" fmla="*/ 2089118 w 4478828"/>
              <a:gd name="connsiteY15" fmla="*/ 92996 h 4069949"/>
              <a:gd name="connsiteX16" fmla="*/ 2378088 w 4478828"/>
              <a:gd name="connsiteY16" fmla="*/ 23414 h 4069949"/>
              <a:gd name="connsiteX17" fmla="*/ 2525916 w 4478828"/>
              <a:gd name="connsiteY17" fmla="*/ 42271 h 4069949"/>
              <a:gd name="connsiteX18" fmla="*/ 2661183 w 4478828"/>
              <a:gd name="connsiteY18" fmla="*/ 0 h 4069949"/>
              <a:gd name="connsiteX19" fmla="*/ 2799268 w 4478828"/>
              <a:gd name="connsiteY19" fmla="*/ 64815 h 4069949"/>
              <a:gd name="connsiteX20" fmla="*/ 2996793 w 4478828"/>
              <a:gd name="connsiteY20" fmla="*/ 93263 h 4069949"/>
              <a:gd name="connsiteX21" fmla="*/ 3159979 w 4478828"/>
              <a:gd name="connsiteY21" fmla="*/ 25362 h 4069949"/>
              <a:gd name="connsiteX22" fmla="*/ 3298806 w 4478828"/>
              <a:gd name="connsiteY22" fmla="*/ 102206 h 4069949"/>
              <a:gd name="connsiteX23" fmla="*/ 3488948 w 4478828"/>
              <a:gd name="connsiteY23" fmla="*/ 115699 h 4069949"/>
              <a:gd name="connsiteX24" fmla="*/ 3605504 w 4478828"/>
              <a:gd name="connsiteY24" fmla="*/ 321082 h 4069949"/>
              <a:gd name="connsiteX25" fmla="*/ 3965288 w 4478828"/>
              <a:gd name="connsiteY25" fmla="*/ 684066 h 4069949"/>
              <a:gd name="connsiteX26" fmla="*/ 4295455 w 4478828"/>
              <a:gd name="connsiteY26" fmla="*/ 494261 h 4069949"/>
              <a:gd name="connsiteX27" fmla="*/ 4478828 w 4478828"/>
              <a:gd name="connsiteY27" fmla="*/ 631244 h 4069949"/>
              <a:gd name="connsiteX28" fmla="*/ 4461921 w 4478828"/>
              <a:gd name="connsiteY28" fmla="*/ 969411 h 4069949"/>
              <a:gd name="connsiteX29" fmla="*/ 2762226 w 4478828"/>
              <a:gd name="connsiteY29" fmla="*/ 2938474 h 4069949"/>
              <a:gd name="connsiteX30" fmla="*/ 503493 w 4478828"/>
              <a:gd name="connsiteY30" fmla="*/ 4058937 h 4069949"/>
              <a:gd name="connsiteX31" fmla="*/ 270534 w 4478828"/>
              <a:gd name="connsiteY31" fmla="*/ 3532901 h 4069949"/>
              <a:gd name="connsiteX32" fmla="*/ 45089 w 4478828"/>
              <a:gd name="connsiteY32" fmla="*/ 3254853 h 4069949"/>
              <a:gd name="connsiteX33" fmla="*/ 105207 w 4478828"/>
              <a:gd name="connsiteY33" fmla="*/ 2939231 h 4069949"/>
              <a:gd name="connsiteX34" fmla="*/ 0 w 4478828"/>
              <a:gd name="connsiteY34" fmla="*/ 2608580 h 4069949"/>
              <a:gd name="connsiteX35" fmla="*/ 270512 w 4478828"/>
              <a:gd name="connsiteY35" fmla="*/ 2341841 h 4069949"/>
              <a:gd name="connsiteX0" fmla="*/ 270512 w 4478828"/>
              <a:gd name="connsiteY0" fmla="*/ 2341841 h 4576964"/>
              <a:gd name="connsiteX1" fmla="*/ 520025 w 4478828"/>
              <a:gd name="connsiteY1" fmla="*/ 1812009 h 4576964"/>
              <a:gd name="connsiteX2" fmla="*/ 299088 w 4478828"/>
              <a:gd name="connsiteY2" fmla="*/ 1586565 h 4576964"/>
              <a:gd name="connsiteX3" fmla="*/ 344177 w 4478828"/>
              <a:gd name="connsiteY3" fmla="*/ 1410718 h 4576964"/>
              <a:gd name="connsiteX4" fmla="*/ 610202 w 4478828"/>
              <a:gd name="connsiteY4" fmla="*/ 1343085 h 4576964"/>
              <a:gd name="connsiteX5" fmla="*/ 556095 w 4478828"/>
              <a:gd name="connsiteY5" fmla="*/ 1095096 h 4576964"/>
              <a:gd name="connsiteX6" fmla="*/ 709309 w 4478828"/>
              <a:gd name="connsiteY6" fmla="*/ 969193 h 4576964"/>
              <a:gd name="connsiteX7" fmla="*/ 885486 w 4478828"/>
              <a:gd name="connsiteY7" fmla="*/ 745050 h 4576964"/>
              <a:gd name="connsiteX8" fmla="*/ 1056222 w 4478828"/>
              <a:gd name="connsiteY8" fmla="*/ 627193 h 4576964"/>
              <a:gd name="connsiteX9" fmla="*/ 1145486 w 4478828"/>
              <a:gd name="connsiteY9" fmla="*/ 471772 h 4576964"/>
              <a:gd name="connsiteX10" fmla="*/ 1322607 w 4478828"/>
              <a:gd name="connsiteY10" fmla="*/ 448070 h 4576964"/>
              <a:gd name="connsiteX11" fmla="*/ 1429693 w 4478828"/>
              <a:gd name="connsiteY11" fmla="*/ 355075 h 4576964"/>
              <a:gd name="connsiteX12" fmla="*/ 1579431 w 4478828"/>
              <a:gd name="connsiteY12" fmla="*/ 379714 h 4576964"/>
              <a:gd name="connsiteX13" fmla="*/ 1932598 w 4478828"/>
              <a:gd name="connsiteY13" fmla="*/ 328478 h 4576964"/>
              <a:gd name="connsiteX14" fmla="*/ 1978125 w 4478828"/>
              <a:gd name="connsiteY14" fmla="*/ 114782 h 4576964"/>
              <a:gd name="connsiteX15" fmla="*/ 2089118 w 4478828"/>
              <a:gd name="connsiteY15" fmla="*/ 92996 h 4576964"/>
              <a:gd name="connsiteX16" fmla="*/ 2378088 w 4478828"/>
              <a:gd name="connsiteY16" fmla="*/ 23414 h 4576964"/>
              <a:gd name="connsiteX17" fmla="*/ 2525916 w 4478828"/>
              <a:gd name="connsiteY17" fmla="*/ 42271 h 4576964"/>
              <a:gd name="connsiteX18" fmla="*/ 2661183 w 4478828"/>
              <a:gd name="connsiteY18" fmla="*/ 0 h 4576964"/>
              <a:gd name="connsiteX19" fmla="*/ 2799268 w 4478828"/>
              <a:gd name="connsiteY19" fmla="*/ 64815 h 4576964"/>
              <a:gd name="connsiteX20" fmla="*/ 2996793 w 4478828"/>
              <a:gd name="connsiteY20" fmla="*/ 93263 h 4576964"/>
              <a:gd name="connsiteX21" fmla="*/ 3159979 w 4478828"/>
              <a:gd name="connsiteY21" fmla="*/ 25362 h 4576964"/>
              <a:gd name="connsiteX22" fmla="*/ 3298806 w 4478828"/>
              <a:gd name="connsiteY22" fmla="*/ 102206 h 4576964"/>
              <a:gd name="connsiteX23" fmla="*/ 3488948 w 4478828"/>
              <a:gd name="connsiteY23" fmla="*/ 115699 h 4576964"/>
              <a:gd name="connsiteX24" fmla="*/ 3605504 w 4478828"/>
              <a:gd name="connsiteY24" fmla="*/ 321082 h 4576964"/>
              <a:gd name="connsiteX25" fmla="*/ 3965288 w 4478828"/>
              <a:gd name="connsiteY25" fmla="*/ 684066 h 4576964"/>
              <a:gd name="connsiteX26" fmla="*/ 4295455 w 4478828"/>
              <a:gd name="connsiteY26" fmla="*/ 494261 h 4576964"/>
              <a:gd name="connsiteX27" fmla="*/ 4478828 w 4478828"/>
              <a:gd name="connsiteY27" fmla="*/ 631244 h 4576964"/>
              <a:gd name="connsiteX28" fmla="*/ 4461921 w 4478828"/>
              <a:gd name="connsiteY28" fmla="*/ 969411 h 4576964"/>
              <a:gd name="connsiteX29" fmla="*/ 2762226 w 4478828"/>
              <a:gd name="connsiteY29" fmla="*/ 2938474 h 4576964"/>
              <a:gd name="connsiteX30" fmla="*/ 606643 w 4478828"/>
              <a:gd name="connsiteY30" fmla="*/ 4543207 h 4576964"/>
              <a:gd name="connsiteX31" fmla="*/ 503493 w 4478828"/>
              <a:gd name="connsiteY31" fmla="*/ 4058937 h 4576964"/>
              <a:gd name="connsiteX32" fmla="*/ 270534 w 4478828"/>
              <a:gd name="connsiteY32" fmla="*/ 3532901 h 4576964"/>
              <a:gd name="connsiteX33" fmla="*/ 45089 w 4478828"/>
              <a:gd name="connsiteY33" fmla="*/ 3254853 h 4576964"/>
              <a:gd name="connsiteX34" fmla="*/ 105207 w 4478828"/>
              <a:gd name="connsiteY34" fmla="*/ 2939231 h 4576964"/>
              <a:gd name="connsiteX35" fmla="*/ 0 w 4478828"/>
              <a:gd name="connsiteY35" fmla="*/ 2608580 h 4576964"/>
              <a:gd name="connsiteX36" fmla="*/ 270512 w 4478828"/>
              <a:gd name="connsiteY36" fmla="*/ 2341841 h 4576964"/>
              <a:gd name="connsiteX0" fmla="*/ 270512 w 4478828"/>
              <a:gd name="connsiteY0" fmla="*/ 2341841 h 4828435"/>
              <a:gd name="connsiteX1" fmla="*/ 520025 w 4478828"/>
              <a:gd name="connsiteY1" fmla="*/ 1812009 h 4828435"/>
              <a:gd name="connsiteX2" fmla="*/ 299088 w 4478828"/>
              <a:gd name="connsiteY2" fmla="*/ 1586565 h 4828435"/>
              <a:gd name="connsiteX3" fmla="*/ 344177 w 4478828"/>
              <a:gd name="connsiteY3" fmla="*/ 1410718 h 4828435"/>
              <a:gd name="connsiteX4" fmla="*/ 610202 w 4478828"/>
              <a:gd name="connsiteY4" fmla="*/ 1343085 h 4828435"/>
              <a:gd name="connsiteX5" fmla="*/ 556095 w 4478828"/>
              <a:gd name="connsiteY5" fmla="*/ 1095096 h 4828435"/>
              <a:gd name="connsiteX6" fmla="*/ 709309 w 4478828"/>
              <a:gd name="connsiteY6" fmla="*/ 969193 h 4828435"/>
              <a:gd name="connsiteX7" fmla="*/ 885486 w 4478828"/>
              <a:gd name="connsiteY7" fmla="*/ 745050 h 4828435"/>
              <a:gd name="connsiteX8" fmla="*/ 1056222 w 4478828"/>
              <a:gd name="connsiteY8" fmla="*/ 627193 h 4828435"/>
              <a:gd name="connsiteX9" fmla="*/ 1145486 w 4478828"/>
              <a:gd name="connsiteY9" fmla="*/ 471772 h 4828435"/>
              <a:gd name="connsiteX10" fmla="*/ 1322607 w 4478828"/>
              <a:gd name="connsiteY10" fmla="*/ 448070 h 4828435"/>
              <a:gd name="connsiteX11" fmla="*/ 1429693 w 4478828"/>
              <a:gd name="connsiteY11" fmla="*/ 355075 h 4828435"/>
              <a:gd name="connsiteX12" fmla="*/ 1579431 w 4478828"/>
              <a:gd name="connsiteY12" fmla="*/ 379714 h 4828435"/>
              <a:gd name="connsiteX13" fmla="*/ 1932598 w 4478828"/>
              <a:gd name="connsiteY13" fmla="*/ 328478 h 4828435"/>
              <a:gd name="connsiteX14" fmla="*/ 1978125 w 4478828"/>
              <a:gd name="connsiteY14" fmla="*/ 114782 h 4828435"/>
              <a:gd name="connsiteX15" fmla="*/ 2089118 w 4478828"/>
              <a:gd name="connsiteY15" fmla="*/ 92996 h 4828435"/>
              <a:gd name="connsiteX16" fmla="*/ 2378088 w 4478828"/>
              <a:gd name="connsiteY16" fmla="*/ 23414 h 4828435"/>
              <a:gd name="connsiteX17" fmla="*/ 2525916 w 4478828"/>
              <a:gd name="connsiteY17" fmla="*/ 42271 h 4828435"/>
              <a:gd name="connsiteX18" fmla="*/ 2661183 w 4478828"/>
              <a:gd name="connsiteY18" fmla="*/ 0 h 4828435"/>
              <a:gd name="connsiteX19" fmla="*/ 2799268 w 4478828"/>
              <a:gd name="connsiteY19" fmla="*/ 64815 h 4828435"/>
              <a:gd name="connsiteX20" fmla="*/ 2996793 w 4478828"/>
              <a:gd name="connsiteY20" fmla="*/ 93263 h 4828435"/>
              <a:gd name="connsiteX21" fmla="*/ 3159979 w 4478828"/>
              <a:gd name="connsiteY21" fmla="*/ 25362 h 4828435"/>
              <a:gd name="connsiteX22" fmla="*/ 3298806 w 4478828"/>
              <a:gd name="connsiteY22" fmla="*/ 102206 h 4828435"/>
              <a:gd name="connsiteX23" fmla="*/ 3488948 w 4478828"/>
              <a:gd name="connsiteY23" fmla="*/ 115699 h 4828435"/>
              <a:gd name="connsiteX24" fmla="*/ 3605504 w 4478828"/>
              <a:gd name="connsiteY24" fmla="*/ 321082 h 4828435"/>
              <a:gd name="connsiteX25" fmla="*/ 3965288 w 4478828"/>
              <a:gd name="connsiteY25" fmla="*/ 684066 h 4828435"/>
              <a:gd name="connsiteX26" fmla="*/ 4295455 w 4478828"/>
              <a:gd name="connsiteY26" fmla="*/ 494261 h 4828435"/>
              <a:gd name="connsiteX27" fmla="*/ 4478828 w 4478828"/>
              <a:gd name="connsiteY27" fmla="*/ 631244 h 4828435"/>
              <a:gd name="connsiteX28" fmla="*/ 4461921 w 4478828"/>
              <a:gd name="connsiteY28" fmla="*/ 969411 h 4828435"/>
              <a:gd name="connsiteX29" fmla="*/ 2762226 w 4478828"/>
              <a:gd name="connsiteY29" fmla="*/ 2938474 h 4828435"/>
              <a:gd name="connsiteX30" fmla="*/ 1033802 w 4478828"/>
              <a:gd name="connsiteY30" fmla="*/ 4748242 h 4828435"/>
              <a:gd name="connsiteX31" fmla="*/ 606643 w 4478828"/>
              <a:gd name="connsiteY31" fmla="*/ 4543207 h 4828435"/>
              <a:gd name="connsiteX32" fmla="*/ 503493 w 4478828"/>
              <a:gd name="connsiteY32" fmla="*/ 4058937 h 4828435"/>
              <a:gd name="connsiteX33" fmla="*/ 270534 w 4478828"/>
              <a:gd name="connsiteY33" fmla="*/ 3532901 h 4828435"/>
              <a:gd name="connsiteX34" fmla="*/ 45089 w 4478828"/>
              <a:gd name="connsiteY34" fmla="*/ 3254853 h 4828435"/>
              <a:gd name="connsiteX35" fmla="*/ 105207 w 4478828"/>
              <a:gd name="connsiteY35" fmla="*/ 2939231 h 4828435"/>
              <a:gd name="connsiteX36" fmla="*/ 0 w 4478828"/>
              <a:gd name="connsiteY36" fmla="*/ 2608580 h 4828435"/>
              <a:gd name="connsiteX37" fmla="*/ 270512 w 4478828"/>
              <a:gd name="connsiteY37" fmla="*/ 2341841 h 4828435"/>
              <a:gd name="connsiteX0" fmla="*/ 270512 w 4478828"/>
              <a:gd name="connsiteY0" fmla="*/ 2341841 h 5210464"/>
              <a:gd name="connsiteX1" fmla="*/ 520025 w 4478828"/>
              <a:gd name="connsiteY1" fmla="*/ 1812009 h 5210464"/>
              <a:gd name="connsiteX2" fmla="*/ 299088 w 4478828"/>
              <a:gd name="connsiteY2" fmla="*/ 1586565 h 5210464"/>
              <a:gd name="connsiteX3" fmla="*/ 344177 w 4478828"/>
              <a:gd name="connsiteY3" fmla="*/ 1410718 h 5210464"/>
              <a:gd name="connsiteX4" fmla="*/ 610202 w 4478828"/>
              <a:gd name="connsiteY4" fmla="*/ 1343085 h 5210464"/>
              <a:gd name="connsiteX5" fmla="*/ 556095 w 4478828"/>
              <a:gd name="connsiteY5" fmla="*/ 1095096 h 5210464"/>
              <a:gd name="connsiteX6" fmla="*/ 709309 w 4478828"/>
              <a:gd name="connsiteY6" fmla="*/ 969193 h 5210464"/>
              <a:gd name="connsiteX7" fmla="*/ 885486 w 4478828"/>
              <a:gd name="connsiteY7" fmla="*/ 745050 h 5210464"/>
              <a:gd name="connsiteX8" fmla="*/ 1056222 w 4478828"/>
              <a:gd name="connsiteY8" fmla="*/ 627193 h 5210464"/>
              <a:gd name="connsiteX9" fmla="*/ 1145486 w 4478828"/>
              <a:gd name="connsiteY9" fmla="*/ 471772 h 5210464"/>
              <a:gd name="connsiteX10" fmla="*/ 1322607 w 4478828"/>
              <a:gd name="connsiteY10" fmla="*/ 448070 h 5210464"/>
              <a:gd name="connsiteX11" fmla="*/ 1429693 w 4478828"/>
              <a:gd name="connsiteY11" fmla="*/ 355075 h 5210464"/>
              <a:gd name="connsiteX12" fmla="*/ 1579431 w 4478828"/>
              <a:gd name="connsiteY12" fmla="*/ 379714 h 5210464"/>
              <a:gd name="connsiteX13" fmla="*/ 1932598 w 4478828"/>
              <a:gd name="connsiteY13" fmla="*/ 328478 h 5210464"/>
              <a:gd name="connsiteX14" fmla="*/ 1978125 w 4478828"/>
              <a:gd name="connsiteY14" fmla="*/ 114782 h 5210464"/>
              <a:gd name="connsiteX15" fmla="*/ 2089118 w 4478828"/>
              <a:gd name="connsiteY15" fmla="*/ 92996 h 5210464"/>
              <a:gd name="connsiteX16" fmla="*/ 2378088 w 4478828"/>
              <a:gd name="connsiteY16" fmla="*/ 23414 h 5210464"/>
              <a:gd name="connsiteX17" fmla="*/ 2525916 w 4478828"/>
              <a:gd name="connsiteY17" fmla="*/ 42271 h 5210464"/>
              <a:gd name="connsiteX18" fmla="*/ 2661183 w 4478828"/>
              <a:gd name="connsiteY18" fmla="*/ 0 h 5210464"/>
              <a:gd name="connsiteX19" fmla="*/ 2799268 w 4478828"/>
              <a:gd name="connsiteY19" fmla="*/ 64815 h 5210464"/>
              <a:gd name="connsiteX20" fmla="*/ 2996793 w 4478828"/>
              <a:gd name="connsiteY20" fmla="*/ 93263 h 5210464"/>
              <a:gd name="connsiteX21" fmla="*/ 3159979 w 4478828"/>
              <a:gd name="connsiteY21" fmla="*/ 25362 h 5210464"/>
              <a:gd name="connsiteX22" fmla="*/ 3298806 w 4478828"/>
              <a:gd name="connsiteY22" fmla="*/ 102206 h 5210464"/>
              <a:gd name="connsiteX23" fmla="*/ 3488948 w 4478828"/>
              <a:gd name="connsiteY23" fmla="*/ 115699 h 5210464"/>
              <a:gd name="connsiteX24" fmla="*/ 3605504 w 4478828"/>
              <a:gd name="connsiteY24" fmla="*/ 321082 h 5210464"/>
              <a:gd name="connsiteX25" fmla="*/ 3965288 w 4478828"/>
              <a:gd name="connsiteY25" fmla="*/ 684066 h 5210464"/>
              <a:gd name="connsiteX26" fmla="*/ 4295455 w 4478828"/>
              <a:gd name="connsiteY26" fmla="*/ 494261 h 5210464"/>
              <a:gd name="connsiteX27" fmla="*/ 4478828 w 4478828"/>
              <a:gd name="connsiteY27" fmla="*/ 631244 h 5210464"/>
              <a:gd name="connsiteX28" fmla="*/ 4461921 w 4478828"/>
              <a:gd name="connsiteY28" fmla="*/ 969411 h 5210464"/>
              <a:gd name="connsiteX29" fmla="*/ 2762226 w 4478828"/>
              <a:gd name="connsiteY29" fmla="*/ 2938474 h 5210464"/>
              <a:gd name="connsiteX30" fmla="*/ 1426787 w 4478828"/>
              <a:gd name="connsiteY30" fmla="*/ 5141227 h 5210464"/>
              <a:gd name="connsiteX31" fmla="*/ 1033802 w 4478828"/>
              <a:gd name="connsiteY31" fmla="*/ 4748242 h 5210464"/>
              <a:gd name="connsiteX32" fmla="*/ 606643 w 4478828"/>
              <a:gd name="connsiteY32" fmla="*/ 4543207 h 5210464"/>
              <a:gd name="connsiteX33" fmla="*/ 503493 w 4478828"/>
              <a:gd name="connsiteY33" fmla="*/ 4058937 h 5210464"/>
              <a:gd name="connsiteX34" fmla="*/ 270534 w 4478828"/>
              <a:gd name="connsiteY34" fmla="*/ 3532901 h 5210464"/>
              <a:gd name="connsiteX35" fmla="*/ 45089 w 4478828"/>
              <a:gd name="connsiteY35" fmla="*/ 3254853 h 5210464"/>
              <a:gd name="connsiteX36" fmla="*/ 105207 w 4478828"/>
              <a:gd name="connsiteY36" fmla="*/ 2939231 h 5210464"/>
              <a:gd name="connsiteX37" fmla="*/ 0 w 4478828"/>
              <a:gd name="connsiteY37" fmla="*/ 2608580 h 5210464"/>
              <a:gd name="connsiteX38" fmla="*/ 270512 w 4478828"/>
              <a:gd name="connsiteY38" fmla="*/ 2341841 h 5210464"/>
              <a:gd name="connsiteX0" fmla="*/ 270512 w 4478828"/>
              <a:gd name="connsiteY0" fmla="*/ 2341841 h 5154460"/>
              <a:gd name="connsiteX1" fmla="*/ 520025 w 4478828"/>
              <a:gd name="connsiteY1" fmla="*/ 1812009 h 5154460"/>
              <a:gd name="connsiteX2" fmla="*/ 299088 w 4478828"/>
              <a:gd name="connsiteY2" fmla="*/ 1586565 h 5154460"/>
              <a:gd name="connsiteX3" fmla="*/ 344177 w 4478828"/>
              <a:gd name="connsiteY3" fmla="*/ 1410718 h 5154460"/>
              <a:gd name="connsiteX4" fmla="*/ 610202 w 4478828"/>
              <a:gd name="connsiteY4" fmla="*/ 1343085 h 5154460"/>
              <a:gd name="connsiteX5" fmla="*/ 556095 w 4478828"/>
              <a:gd name="connsiteY5" fmla="*/ 1095096 h 5154460"/>
              <a:gd name="connsiteX6" fmla="*/ 709309 w 4478828"/>
              <a:gd name="connsiteY6" fmla="*/ 969193 h 5154460"/>
              <a:gd name="connsiteX7" fmla="*/ 885486 w 4478828"/>
              <a:gd name="connsiteY7" fmla="*/ 745050 h 5154460"/>
              <a:gd name="connsiteX8" fmla="*/ 1056222 w 4478828"/>
              <a:gd name="connsiteY8" fmla="*/ 627193 h 5154460"/>
              <a:gd name="connsiteX9" fmla="*/ 1145486 w 4478828"/>
              <a:gd name="connsiteY9" fmla="*/ 471772 h 5154460"/>
              <a:gd name="connsiteX10" fmla="*/ 1322607 w 4478828"/>
              <a:gd name="connsiteY10" fmla="*/ 448070 h 5154460"/>
              <a:gd name="connsiteX11" fmla="*/ 1429693 w 4478828"/>
              <a:gd name="connsiteY11" fmla="*/ 355075 h 5154460"/>
              <a:gd name="connsiteX12" fmla="*/ 1579431 w 4478828"/>
              <a:gd name="connsiteY12" fmla="*/ 379714 h 5154460"/>
              <a:gd name="connsiteX13" fmla="*/ 1932598 w 4478828"/>
              <a:gd name="connsiteY13" fmla="*/ 328478 h 5154460"/>
              <a:gd name="connsiteX14" fmla="*/ 1978125 w 4478828"/>
              <a:gd name="connsiteY14" fmla="*/ 114782 h 5154460"/>
              <a:gd name="connsiteX15" fmla="*/ 2089118 w 4478828"/>
              <a:gd name="connsiteY15" fmla="*/ 92996 h 5154460"/>
              <a:gd name="connsiteX16" fmla="*/ 2378088 w 4478828"/>
              <a:gd name="connsiteY16" fmla="*/ 23414 h 5154460"/>
              <a:gd name="connsiteX17" fmla="*/ 2525916 w 4478828"/>
              <a:gd name="connsiteY17" fmla="*/ 42271 h 5154460"/>
              <a:gd name="connsiteX18" fmla="*/ 2661183 w 4478828"/>
              <a:gd name="connsiteY18" fmla="*/ 0 h 5154460"/>
              <a:gd name="connsiteX19" fmla="*/ 2799268 w 4478828"/>
              <a:gd name="connsiteY19" fmla="*/ 64815 h 5154460"/>
              <a:gd name="connsiteX20" fmla="*/ 2996793 w 4478828"/>
              <a:gd name="connsiteY20" fmla="*/ 93263 h 5154460"/>
              <a:gd name="connsiteX21" fmla="*/ 3159979 w 4478828"/>
              <a:gd name="connsiteY21" fmla="*/ 25362 h 5154460"/>
              <a:gd name="connsiteX22" fmla="*/ 3298806 w 4478828"/>
              <a:gd name="connsiteY22" fmla="*/ 102206 h 5154460"/>
              <a:gd name="connsiteX23" fmla="*/ 3488948 w 4478828"/>
              <a:gd name="connsiteY23" fmla="*/ 115699 h 5154460"/>
              <a:gd name="connsiteX24" fmla="*/ 3605504 w 4478828"/>
              <a:gd name="connsiteY24" fmla="*/ 321082 h 5154460"/>
              <a:gd name="connsiteX25" fmla="*/ 3965288 w 4478828"/>
              <a:gd name="connsiteY25" fmla="*/ 684066 h 5154460"/>
              <a:gd name="connsiteX26" fmla="*/ 4295455 w 4478828"/>
              <a:gd name="connsiteY26" fmla="*/ 494261 h 5154460"/>
              <a:gd name="connsiteX27" fmla="*/ 4478828 w 4478828"/>
              <a:gd name="connsiteY27" fmla="*/ 631244 h 5154460"/>
              <a:gd name="connsiteX28" fmla="*/ 4461921 w 4478828"/>
              <a:gd name="connsiteY28" fmla="*/ 969411 h 5154460"/>
              <a:gd name="connsiteX29" fmla="*/ 2762226 w 4478828"/>
              <a:gd name="connsiteY29" fmla="*/ 2938474 h 5154460"/>
              <a:gd name="connsiteX30" fmla="*/ 2161498 w 4478828"/>
              <a:gd name="connsiteY30" fmla="*/ 4867846 h 5154460"/>
              <a:gd name="connsiteX31" fmla="*/ 1426787 w 4478828"/>
              <a:gd name="connsiteY31" fmla="*/ 5141227 h 5154460"/>
              <a:gd name="connsiteX32" fmla="*/ 1033802 w 4478828"/>
              <a:gd name="connsiteY32" fmla="*/ 4748242 h 5154460"/>
              <a:gd name="connsiteX33" fmla="*/ 606643 w 4478828"/>
              <a:gd name="connsiteY33" fmla="*/ 4543207 h 5154460"/>
              <a:gd name="connsiteX34" fmla="*/ 503493 w 4478828"/>
              <a:gd name="connsiteY34" fmla="*/ 4058937 h 5154460"/>
              <a:gd name="connsiteX35" fmla="*/ 270534 w 4478828"/>
              <a:gd name="connsiteY35" fmla="*/ 3532901 h 5154460"/>
              <a:gd name="connsiteX36" fmla="*/ 45089 w 4478828"/>
              <a:gd name="connsiteY36" fmla="*/ 3254853 h 5154460"/>
              <a:gd name="connsiteX37" fmla="*/ 105207 w 4478828"/>
              <a:gd name="connsiteY37" fmla="*/ 2939231 h 5154460"/>
              <a:gd name="connsiteX38" fmla="*/ 0 w 4478828"/>
              <a:gd name="connsiteY38" fmla="*/ 2608580 h 5154460"/>
              <a:gd name="connsiteX39" fmla="*/ 270512 w 4478828"/>
              <a:gd name="connsiteY39" fmla="*/ 2341841 h 5154460"/>
              <a:gd name="connsiteX0" fmla="*/ 270512 w 4478828"/>
              <a:gd name="connsiteY0" fmla="*/ 2341841 h 5587720"/>
              <a:gd name="connsiteX1" fmla="*/ 520025 w 4478828"/>
              <a:gd name="connsiteY1" fmla="*/ 1812009 h 5587720"/>
              <a:gd name="connsiteX2" fmla="*/ 299088 w 4478828"/>
              <a:gd name="connsiteY2" fmla="*/ 1586565 h 5587720"/>
              <a:gd name="connsiteX3" fmla="*/ 344177 w 4478828"/>
              <a:gd name="connsiteY3" fmla="*/ 1410718 h 5587720"/>
              <a:gd name="connsiteX4" fmla="*/ 610202 w 4478828"/>
              <a:gd name="connsiteY4" fmla="*/ 1343085 h 5587720"/>
              <a:gd name="connsiteX5" fmla="*/ 556095 w 4478828"/>
              <a:gd name="connsiteY5" fmla="*/ 1095096 h 5587720"/>
              <a:gd name="connsiteX6" fmla="*/ 709309 w 4478828"/>
              <a:gd name="connsiteY6" fmla="*/ 969193 h 5587720"/>
              <a:gd name="connsiteX7" fmla="*/ 885486 w 4478828"/>
              <a:gd name="connsiteY7" fmla="*/ 745050 h 5587720"/>
              <a:gd name="connsiteX8" fmla="*/ 1056222 w 4478828"/>
              <a:gd name="connsiteY8" fmla="*/ 627193 h 5587720"/>
              <a:gd name="connsiteX9" fmla="*/ 1145486 w 4478828"/>
              <a:gd name="connsiteY9" fmla="*/ 471772 h 5587720"/>
              <a:gd name="connsiteX10" fmla="*/ 1322607 w 4478828"/>
              <a:gd name="connsiteY10" fmla="*/ 448070 h 5587720"/>
              <a:gd name="connsiteX11" fmla="*/ 1429693 w 4478828"/>
              <a:gd name="connsiteY11" fmla="*/ 355075 h 5587720"/>
              <a:gd name="connsiteX12" fmla="*/ 1579431 w 4478828"/>
              <a:gd name="connsiteY12" fmla="*/ 379714 h 5587720"/>
              <a:gd name="connsiteX13" fmla="*/ 1932598 w 4478828"/>
              <a:gd name="connsiteY13" fmla="*/ 328478 h 5587720"/>
              <a:gd name="connsiteX14" fmla="*/ 1978125 w 4478828"/>
              <a:gd name="connsiteY14" fmla="*/ 114782 h 5587720"/>
              <a:gd name="connsiteX15" fmla="*/ 2089118 w 4478828"/>
              <a:gd name="connsiteY15" fmla="*/ 92996 h 5587720"/>
              <a:gd name="connsiteX16" fmla="*/ 2378088 w 4478828"/>
              <a:gd name="connsiteY16" fmla="*/ 23414 h 5587720"/>
              <a:gd name="connsiteX17" fmla="*/ 2525916 w 4478828"/>
              <a:gd name="connsiteY17" fmla="*/ 42271 h 5587720"/>
              <a:gd name="connsiteX18" fmla="*/ 2661183 w 4478828"/>
              <a:gd name="connsiteY18" fmla="*/ 0 h 5587720"/>
              <a:gd name="connsiteX19" fmla="*/ 2799268 w 4478828"/>
              <a:gd name="connsiteY19" fmla="*/ 64815 h 5587720"/>
              <a:gd name="connsiteX20" fmla="*/ 2996793 w 4478828"/>
              <a:gd name="connsiteY20" fmla="*/ 93263 h 5587720"/>
              <a:gd name="connsiteX21" fmla="*/ 3159979 w 4478828"/>
              <a:gd name="connsiteY21" fmla="*/ 25362 h 5587720"/>
              <a:gd name="connsiteX22" fmla="*/ 3298806 w 4478828"/>
              <a:gd name="connsiteY22" fmla="*/ 102206 h 5587720"/>
              <a:gd name="connsiteX23" fmla="*/ 3488948 w 4478828"/>
              <a:gd name="connsiteY23" fmla="*/ 115699 h 5587720"/>
              <a:gd name="connsiteX24" fmla="*/ 3605504 w 4478828"/>
              <a:gd name="connsiteY24" fmla="*/ 321082 h 5587720"/>
              <a:gd name="connsiteX25" fmla="*/ 3965288 w 4478828"/>
              <a:gd name="connsiteY25" fmla="*/ 684066 h 5587720"/>
              <a:gd name="connsiteX26" fmla="*/ 4295455 w 4478828"/>
              <a:gd name="connsiteY26" fmla="*/ 494261 h 5587720"/>
              <a:gd name="connsiteX27" fmla="*/ 4478828 w 4478828"/>
              <a:gd name="connsiteY27" fmla="*/ 631244 h 5587720"/>
              <a:gd name="connsiteX28" fmla="*/ 4461921 w 4478828"/>
              <a:gd name="connsiteY28" fmla="*/ 969411 h 5587720"/>
              <a:gd name="connsiteX29" fmla="*/ 2762226 w 4478828"/>
              <a:gd name="connsiteY29" fmla="*/ 2938474 h 5587720"/>
              <a:gd name="connsiteX30" fmla="*/ 2596368 w 4478828"/>
              <a:gd name="connsiteY30" fmla="*/ 5531840 h 5587720"/>
              <a:gd name="connsiteX31" fmla="*/ 2161498 w 4478828"/>
              <a:gd name="connsiteY31" fmla="*/ 4867846 h 5587720"/>
              <a:gd name="connsiteX32" fmla="*/ 1426787 w 4478828"/>
              <a:gd name="connsiteY32" fmla="*/ 5141227 h 5587720"/>
              <a:gd name="connsiteX33" fmla="*/ 1033802 w 4478828"/>
              <a:gd name="connsiteY33" fmla="*/ 4748242 h 5587720"/>
              <a:gd name="connsiteX34" fmla="*/ 606643 w 4478828"/>
              <a:gd name="connsiteY34" fmla="*/ 4543207 h 5587720"/>
              <a:gd name="connsiteX35" fmla="*/ 503493 w 4478828"/>
              <a:gd name="connsiteY35" fmla="*/ 4058937 h 5587720"/>
              <a:gd name="connsiteX36" fmla="*/ 270534 w 4478828"/>
              <a:gd name="connsiteY36" fmla="*/ 3532901 h 5587720"/>
              <a:gd name="connsiteX37" fmla="*/ 45089 w 4478828"/>
              <a:gd name="connsiteY37" fmla="*/ 3254853 h 5587720"/>
              <a:gd name="connsiteX38" fmla="*/ 105207 w 4478828"/>
              <a:gd name="connsiteY38" fmla="*/ 2939231 h 5587720"/>
              <a:gd name="connsiteX39" fmla="*/ 0 w 4478828"/>
              <a:gd name="connsiteY39" fmla="*/ 2608580 h 5587720"/>
              <a:gd name="connsiteX40" fmla="*/ 270512 w 4478828"/>
              <a:gd name="connsiteY40" fmla="*/ 2341841 h 5587720"/>
              <a:gd name="connsiteX0" fmla="*/ 270512 w 4478828"/>
              <a:gd name="connsiteY0" fmla="*/ 2341841 h 5582654"/>
              <a:gd name="connsiteX1" fmla="*/ 520025 w 4478828"/>
              <a:gd name="connsiteY1" fmla="*/ 1812009 h 5582654"/>
              <a:gd name="connsiteX2" fmla="*/ 299088 w 4478828"/>
              <a:gd name="connsiteY2" fmla="*/ 1586565 h 5582654"/>
              <a:gd name="connsiteX3" fmla="*/ 344177 w 4478828"/>
              <a:gd name="connsiteY3" fmla="*/ 1410718 h 5582654"/>
              <a:gd name="connsiteX4" fmla="*/ 610202 w 4478828"/>
              <a:gd name="connsiteY4" fmla="*/ 1343085 h 5582654"/>
              <a:gd name="connsiteX5" fmla="*/ 556095 w 4478828"/>
              <a:gd name="connsiteY5" fmla="*/ 1095096 h 5582654"/>
              <a:gd name="connsiteX6" fmla="*/ 709309 w 4478828"/>
              <a:gd name="connsiteY6" fmla="*/ 969193 h 5582654"/>
              <a:gd name="connsiteX7" fmla="*/ 885486 w 4478828"/>
              <a:gd name="connsiteY7" fmla="*/ 745050 h 5582654"/>
              <a:gd name="connsiteX8" fmla="*/ 1056222 w 4478828"/>
              <a:gd name="connsiteY8" fmla="*/ 627193 h 5582654"/>
              <a:gd name="connsiteX9" fmla="*/ 1145486 w 4478828"/>
              <a:gd name="connsiteY9" fmla="*/ 471772 h 5582654"/>
              <a:gd name="connsiteX10" fmla="*/ 1322607 w 4478828"/>
              <a:gd name="connsiteY10" fmla="*/ 448070 h 5582654"/>
              <a:gd name="connsiteX11" fmla="*/ 1429693 w 4478828"/>
              <a:gd name="connsiteY11" fmla="*/ 355075 h 5582654"/>
              <a:gd name="connsiteX12" fmla="*/ 1579431 w 4478828"/>
              <a:gd name="connsiteY12" fmla="*/ 379714 h 5582654"/>
              <a:gd name="connsiteX13" fmla="*/ 1932598 w 4478828"/>
              <a:gd name="connsiteY13" fmla="*/ 328478 h 5582654"/>
              <a:gd name="connsiteX14" fmla="*/ 1978125 w 4478828"/>
              <a:gd name="connsiteY14" fmla="*/ 114782 h 5582654"/>
              <a:gd name="connsiteX15" fmla="*/ 2089118 w 4478828"/>
              <a:gd name="connsiteY15" fmla="*/ 92996 h 5582654"/>
              <a:gd name="connsiteX16" fmla="*/ 2378088 w 4478828"/>
              <a:gd name="connsiteY16" fmla="*/ 23414 h 5582654"/>
              <a:gd name="connsiteX17" fmla="*/ 2525916 w 4478828"/>
              <a:gd name="connsiteY17" fmla="*/ 42271 h 5582654"/>
              <a:gd name="connsiteX18" fmla="*/ 2661183 w 4478828"/>
              <a:gd name="connsiteY18" fmla="*/ 0 h 5582654"/>
              <a:gd name="connsiteX19" fmla="*/ 2799268 w 4478828"/>
              <a:gd name="connsiteY19" fmla="*/ 64815 h 5582654"/>
              <a:gd name="connsiteX20" fmla="*/ 2996793 w 4478828"/>
              <a:gd name="connsiteY20" fmla="*/ 93263 h 5582654"/>
              <a:gd name="connsiteX21" fmla="*/ 3159979 w 4478828"/>
              <a:gd name="connsiteY21" fmla="*/ 25362 h 5582654"/>
              <a:gd name="connsiteX22" fmla="*/ 3298806 w 4478828"/>
              <a:gd name="connsiteY22" fmla="*/ 102206 h 5582654"/>
              <a:gd name="connsiteX23" fmla="*/ 3488948 w 4478828"/>
              <a:gd name="connsiteY23" fmla="*/ 115699 h 5582654"/>
              <a:gd name="connsiteX24" fmla="*/ 3605504 w 4478828"/>
              <a:gd name="connsiteY24" fmla="*/ 321082 h 5582654"/>
              <a:gd name="connsiteX25" fmla="*/ 3965288 w 4478828"/>
              <a:gd name="connsiteY25" fmla="*/ 684066 h 5582654"/>
              <a:gd name="connsiteX26" fmla="*/ 4295455 w 4478828"/>
              <a:gd name="connsiteY26" fmla="*/ 494261 h 5582654"/>
              <a:gd name="connsiteX27" fmla="*/ 4478828 w 4478828"/>
              <a:gd name="connsiteY27" fmla="*/ 631244 h 5582654"/>
              <a:gd name="connsiteX28" fmla="*/ 4461921 w 4478828"/>
              <a:gd name="connsiteY28" fmla="*/ 969411 h 5582654"/>
              <a:gd name="connsiteX29" fmla="*/ 2762226 w 4478828"/>
              <a:gd name="connsiteY29" fmla="*/ 2938474 h 5582654"/>
              <a:gd name="connsiteX30" fmla="*/ 3171251 w 4478828"/>
              <a:gd name="connsiteY30" fmla="*/ 5374029 h 5582654"/>
              <a:gd name="connsiteX31" fmla="*/ 2596368 w 4478828"/>
              <a:gd name="connsiteY31" fmla="*/ 5531840 h 5582654"/>
              <a:gd name="connsiteX32" fmla="*/ 2161498 w 4478828"/>
              <a:gd name="connsiteY32" fmla="*/ 4867846 h 5582654"/>
              <a:gd name="connsiteX33" fmla="*/ 1426787 w 4478828"/>
              <a:gd name="connsiteY33" fmla="*/ 5141227 h 5582654"/>
              <a:gd name="connsiteX34" fmla="*/ 1033802 w 4478828"/>
              <a:gd name="connsiteY34" fmla="*/ 4748242 h 5582654"/>
              <a:gd name="connsiteX35" fmla="*/ 606643 w 4478828"/>
              <a:gd name="connsiteY35" fmla="*/ 4543207 h 5582654"/>
              <a:gd name="connsiteX36" fmla="*/ 503493 w 4478828"/>
              <a:gd name="connsiteY36" fmla="*/ 4058937 h 5582654"/>
              <a:gd name="connsiteX37" fmla="*/ 270534 w 4478828"/>
              <a:gd name="connsiteY37" fmla="*/ 3532901 h 5582654"/>
              <a:gd name="connsiteX38" fmla="*/ 45089 w 4478828"/>
              <a:gd name="connsiteY38" fmla="*/ 3254853 h 5582654"/>
              <a:gd name="connsiteX39" fmla="*/ 105207 w 4478828"/>
              <a:gd name="connsiteY39" fmla="*/ 2939231 h 5582654"/>
              <a:gd name="connsiteX40" fmla="*/ 0 w 4478828"/>
              <a:gd name="connsiteY40" fmla="*/ 2608580 h 5582654"/>
              <a:gd name="connsiteX41" fmla="*/ 270512 w 4478828"/>
              <a:gd name="connsiteY41" fmla="*/ 2341841 h 5582654"/>
              <a:gd name="connsiteX0" fmla="*/ 270512 w 4478828"/>
              <a:gd name="connsiteY0" fmla="*/ 2341841 h 5560380"/>
              <a:gd name="connsiteX1" fmla="*/ 520025 w 4478828"/>
              <a:gd name="connsiteY1" fmla="*/ 1812009 h 5560380"/>
              <a:gd name="connsiteX2" fmla="*/ 299088 w 4478828"/>
              <a:gd name="connsiteY2" fmla="*/ 1586565 h 5560380"/>
              <a:gd name="connsiteX3" fmla="*/ 344177 w 4478828"/>
              <a:gd name="connsiteY3" fmla="*/ 1410718 h 5560380"/>
              <a:gd name="connsiteX4" fmla="*/ 610202 w 4478828"/>
              <a:gd name="connsiteY4" fmla="*/ 1343085 h 5560380"/>
              <a:gd name="connsiteX5" fmla="*/ 556095 w 4478828"/>
              <a:gd name="connsiteY5" fmla="*/ 1095096 h 5560380"/>
              <a:gd name="connsiteX6" fmla="*/ 709309 w 4478828"/>
              <a:gd name="connsiteY6" fmla="*/ 969193 h 5560380"/>
              <a:gd name="connsiteX7" fmla="*/ 885486 w 4478828"/>
              <a:gd name="connsiteY7" fmla="*/ 745050 h 5560380"/>
              <a:gd name="connsiteX8" fmla="*/ 1056222 w 4478828"/>
              <a:gd name="connsiteY8" fmla="*/ 627193 h 5560380"/>
              <a:gd name="connsiteX9" fmla="*/ 1145486 w 4478828"/>
              <a:gd name="connsiteY9" fmla="*/ 471772 h 5560380"/>
              <a:gd name="connsiteX10" fmla="*/ 1322607 w 4478828"/>
              <a:gd name="connsiteY10" fmla="*/ 448070 h 5560380"/>
              <a:gd name="connsiteX11" fmla="*/ 1429693 w 4478828"/>
              <a:gd name="connsiteY11" fmla="*/ 355075 h 5560380"/>
              <a:gd name="connsiteX12" fmla="*/ 1579431 w 4478828"/>
              <a:gd name="connsiteY12" fmla="*/ 379714 h 5560380"/>
              <a:gd name="connsiteX13" fmla="*/ 1932598 w 4478828"/>
              <a:gd name="connsiteY13" fmla="*/ 328478 h 5560380"/>
              <a:gd name="connsiteX14" fmla="*/ 1978125 w 4478828"/>
              <a:gd name="connsiteY14" fmla="*/ 114782 h 5560380"/>
              <a:gd name="connsiteX15" fmla="*/ 2089118 w 4478828"/>
              <a:gd name="connsiteY15" fmla="*/ 92996 h 5560380"/>
              <a:gd name="connsiteX16" fmla="*/ 2378088 w 4478828"/>
              <a:gd name="connsiteY16" fmla="*/ 23414 h 5560380"/>
              <a:gd name="connsiteX17" fmla="*/ 2525916 w 4478828"/>
              <a:gd name="connsiteY17" fmla="*/ 42271 h 5560380"/>
              <a:gd name="connsiteX18" fmla="*/ 2661183 w 4478828"/>
              <a:gd name="connsiteY18" fmla="*/ 0 h 5560380"/>
              <a:gd name="connsiteX19" fmla="*/ 2799268 w 4478828"/>
              <a:gd name="connsiteY19" fmla="*/ 64815 h 5560380"/>
              <a:gd name="connsiteX20" fmla="*/ 2996793 w 4478828"/>
              <a:gd name="connsiteY20" fmla="*/ 93263 h 5560380"/>
              <a:gd name="connsiteX21" fmla="*/ 3159979 w 4478828"/>
              <a:gd name="connsiteY21" fmla="*/ 25362 h 5560380"/>
              <a:gd name="connsiteX22" fmla="*/ 3298806 w 4478828"/>
              <a:gd name="connsiteY22" fmla="*/ 102206 h 5560380"/>
              <a:gd name="connsiteX23" fmla="*/ 3488948 w 4478828"/>
              <a:gd name="connsiteY23" fmla="*/ 115699 h 5560380"/>
              <a:gd name="connsiteX24" fmla="*/ 3605504 w 4478828"/>
              <a:gd name="connsiteY24" fmla="*/ 321082 h 5560380"/>
              <a:gd name="connsiteX25" fmla="*/ 3965288 w 4478828"/>
              <a:gd name="connsiteY25" fmla="*/ 684066 h 5560380"/>
              <a:gd name="connsiteX26" fmla="*/ 4295455 w 4478828"/>
              <a:gd name="connsiteY26" fmla="*/ 494261 h 5560380"/>
              <a:gd name="connsiteX27" fmla="*/ 4478828 w 4478828"/>
              <a:gd name="connsiteY27" fmla="*/ 631244 h 5560380"/>
              <a:gd name="connsiteX28" fmla="*/ 4461921 w 4478828"/>
              <a:gd name="connsiteY28" fmla="*/ 969411 h 5560380"/>
              <a:gd name="connsiteX29" fmla="*/ 2762226 w 4478828"/>
              <a:gd name="connsiteY29" fmla="*/ 2938474 h 5560380"/>
              <a:gd name="connsiteX30" fmla="*/ 3295246 w 4478828"/>
              <a:gd name="connsiteY30" fmla="*/ 4528613 h 5560380"/>
              <a:gd name="connsiteX31" fmla="*/ 3171251 w 4478828"/>
              <a:gd name="connsiteY31" fmla="*/ 5374029 h 5560380"/>
              <a:gd name="connsiteX32" fmla="*/ 2596368 w 4478828"/>
              <a:gd name="connsiteY32" fmla="*/ 5531840 h 5560380"/>
              <a:gd name="connsiteX33" fmla="*/ 2161498 w 4478828"/>
              <a:gd name="connsiteY33" fmla="*/ 4867846 h 5560380"/>
              <a:gd name="connsiteX34" fmla="*/ 1426787 w 4478828"/>
              <a:gd name="connsiteY34" fmla="*/ 5141227 h 5560380"/>
              <a:gd name="connsiteX35" fmla="*/ 1033802 w 4478828"/>
              <a:gd name="connsiteY35" fmla="*/ 4748242 h 5560380"/>
              <a:gd name="connsiteX36" fmla="*/ 606643 w 4478828"/>
              <a:gd name="connsiteY36" fmla="*/ 4543207 h 5560380"/>
              <a:gd name="connsiteX37" fmla="*/ 503493 w 4478828"/>
              <a:gd name="connsiteY37" fmla="*/ 4058937 h 5560380"/>
              <a:gd name="connsiteX38" fmla="*/ 270534 w 4478828"/>
              <a:gd name="connsiteY38" fmla="*/ 3532901 h 5560380"/>
              <a:gd name="connsiteX39" fmla="*/ 45089 w 4478828"/>
              <a:gd name="connsiteY39" fmla="*/ 3254853 h 5560380"/>
              <a:gd name="connsiteX40" fmla="*/ 105207 w 4478828"/>
              <a:gd name="connsiteY40" fmla="*/ 2939231 h 5560380"/>
              <a:gd name="connsiteX41" fmla="*/ 0 w 4478828"/>
              <a:gd name="connsiteY41" fmla="*/ 2608580 h 5560380"/>
              <a:gd name="connsiteX42" fmla="*/ 270512 w 4478828"/>
              <a:gd name="connsiteY42" fmla="*/ 2341841 h 5560380"/>
              <a:gd name="connsiteX0" fmla="*/ 270512 w 4520692"/>
              <a:gd name="connsiteY0" fmla="*/ 2341841 h 5560380"/>
              <a:gd name="connsiteX1" fmla="*/ 520025 w 4520692"/>
              <a:gd name="connsiteY1" fmla="*/ 1812009 h 5560380"/>
              <a:gd name="connsiteX2" fmla="*/ 299088 w 4520692"/>
              <a:gd name="connsiteY2" fmla="*/ 1586565 h 5560380"/>
              <a:gd name="connsiteX3" fmla="*/ 344177 w 4520692"/>
              <a:gd name="connsiteY3" fmla="*/ 1410718 h 5560380"/>
              <a:gd name="connsiteX4" fmla="*/ 610202 w 4520692"/>
              <a:gd name="connsiteY4" fmla="*/ 1343085 h 5560380"/>
              <a:gd name="connsiteX5" fmla="*/ 556095 w 4520692"/>
              <a:gd name="connsiteY5" fmla="*/ 1095096 h 5560380"/>
              <a:gd name="connsiteX6" fmla="*/ 709309 w 4520692"/>
              <a:gd name="connsiteY6" fmla="*/ 969193 h 5560380"/>
              <a:gd name="connsiteX7" fmla="*/ 885486 w 4520692"/>
              <a:gd name="connsiteY7" fmla="*/ 745050 h 5560380"/>
              <a:gd name="connsiteX8" fmla="*/ 1056222 w 4520692"/>
              <a:gd name="connsiteY8" fmla="*/ 627193 h 5560380"/>
              <a:gd name="connsiteX9" fmla="*/ 1145486 w 4520692"/>
              <a:gd name="connsiteY9" fmla="*/ 471772 h 5560380"/>
              <a:gd name="connsiteX10" fmla="*/ 1322607 w 4520692"/>
              <a:gd name="connsiteY10" fmla="*/ 448070 h 5560380"/>
              <a:gd name="connsiteX11" fmla="*/ 1429693 w 4520692"/>
              <a:gd name="connsiteY11" fmla="*/ 355075 h 5560380"/>
              <a:gd name="connsiteX12" fmla="*/ 1579431 w 4520692"/>
              <a:gd name="connsiteY12" fmla="*/ 379714 h 5560380"/>
              <a:gd name="connsiteX13" fmla="*/ 1932598 w 4520692"/>
              <a:gd name="connsiteY13" fmla="*/ 328478 h 5560380"/>
              <a:gd name="connsiteX14" fmla="*/ 1978125 w 4520692"/>
              <a:gd name="connsiteY14" fmla="*/ 114782 h 5560380"/>
              <a:gd name="connsiteX15" fmla="*/ 2089118 w 4520692"/>
              <a:gd name="connsiteY15" fmla="*/ 92996 h 5560380"/>
              <a:gd name="connsiteX16" fmla="*/ 2378088 w 4520692"/>
              <a:gd name="connsiteY16" fmla="*/ 23414 h 5560380"/>
              <a:gd name="connsiteX17" fmla="*/ 2525916 w 4520692"/>
              <a:gd name="connsiteY17" fmla="*/ 42271 h 5560380"/>
              <a:gd name="connsiteX18" fmla="*/ 2661183 w 4520692"/>
              <a:gd name="connsiteY18" fmla="*/ 0 h 5560380"/>
              <a:gd name="connsiteX19" fmla="*/ 2799268 w 4520692"/>
              <a:gd name="connsiteY19" fmla="*/ 64815 h 5560380"/>
              <a:gd name="connsiteX20" fmla="*/ 2996793 w 4520692"/>
              <a:gd name="connsiteY20" fmla="*/ 93263 h 5560380"/>
              <a:gd name="connsiteX21" fmla="*/ 3159979 w 4520692"/>
              <a:gd name="connsiteY21" fmla="*/ 25362 h 5560380"/>
              <a:gd name="connsiteX22" fmla="*/ 3298806 w 4520692"/>
              <a:gd name="connsiteY22" fmla="*/ 102206 h 5560380"/>
              <a:gd name="connsiteX23" fmla="*/ 3488948 w 4520692"/>
              <a:gd name="connsiteY23" fmla="*/ 115699 h 5560380"/>
              <a:gd name="connsiteX24" fmla="*/ 3605504 w 4520692"/>
              <a:gd name="connsiteY24" fmla="*/ 321082 h 5560380"/>
              <a:gd name="connsiteX25" fmla="*/ 3965288 w 4520692"/>
              <a:gd name="connsiteY25" fmla="*/ 684066 h 5560380"/>
              <a:gd name="connsiteX26" fmla="*/ 4295455 w 4520692"/>
              <a:gd name="connsiteY26" fmla="*/ 494261 h 5560380"/>
              <a:gd name="connsiteX27" fmla="*/ 4478828 w 4520692"/>
              <a:gd name="connsiteY27" fmla="*/ 631244 h 5560380"/>
              <a:gd name="connsiteX28" fmla="*/ 4461921 w 4520692"/>
              <a:gd name="connsiteY28" fmla="*/ 969411 h 5560380"/>
              <a:gd name="connsiteX29" fmla="*/ 4520692 w 4520692"/>
              <a:gd name="connsiteY29" fmla="*/ 4178418 h 5560380"/>
              <a:gd name="connsiteX30" fmla="*/ 3295246 w 4520692"/>
              <a:gd name="connsiteY30" fmla="*/ 4528613 h 5560380"/>
              <a:gd name="connsiteX31" fmla="*/ 3171251 w 4520692"/>
              <a:gd name="connsiteY31" fmla="*/ 5374029 h 5560380"/>
              <a:gd name="connsiteX32" fmla="*/ 2596368 w 4520692"/>
              <a:gd name="connsiteY32" fmla="*/ 5531840 h 5560380"/>
              <a:gd name="connsiteX33" fmla="*/ 2161498 w 4520692"/>
              <a:gd name="connsiteY33" fmla="*/ 4867846 h 5560380"/>
              <a:gd name="connsiteX34" fmla="*/ 1426787 w 4520692"/>
              <a:gd name="connsiteY34" fmla="*/ 5141227 h 5560380"/>
              <a:gd name="connsiteX35" fmla="*/ 1033802 w 4520692"/>
              <a:gd name="connsiteY35" fmla="*/ 4748242 h 5560380"/>
              <a:gd name="connsiteX36" fmla="*/ 606643 w 4520692"/>
              <a:gd name="connsiteY36" fmla="*/ 4543207 h 5560380"/>
              <a:gd name="connsiteX37" fmla="*/ 503493 w 4520692"/>
              <a:gd name="connsiteY37" fmla="*/ 4058937 h 5560380"/>
              <a:gd name="connsiteX38" fmla="*/ 270534 w 4520692"/>
              <a:gd name="connsiteY38" fmla="*/ 3532901 h 5560380"/>
              <a:gd name="connsiteX39" fmla="*/ 45089 w 4520692"/>
              <a:gd name="connsiteY39" fmla="*/ 3254853 h 5560380"/>
              <a:gd name="connsiteX40" fmla="*/ 105207 w 4520692"/>
              <a:gd name="connsiteY40" fmla="*/ 2939231 h 5560380"/>
              <a:gd name="connsiteX41" fmla="*/ 0 w 4520692"/>
              <a:gd name="connsiteY41" fmla="*/ 2608580 h 5560380"/>
              <a:gd name="connsiteX42" fmla="*/ 270512 w 4520692"/>
              <a:gd name="connsiteY42" fmla="*/ 2341841 h 5560380"/>
              <a:gd name="connsiteX0" fmla="*/ 270512 w 4862083"/>
              <a:gd name="connsiteY0" fmla="*/ 2341841 h 5560380"/>
              <a:gd name="connsiteX1" fmla="*/ 520025 w 4862083"/>
              <a:gd name="connsiteY1" fmla="*/ 1812009 h 5560380"/>
              <a:gd name="connsiteX2" fmla="*/ 299088 w 4862083"/>
              <a:gd name="connsiteY2" fmla="*/ 1586565 h 5560380"/>
              <a:gd name="connsiteX3" fmla="*/ 344177 w 4862083"/>
              <a:gd name="connsiteY3" fmla="*/ 1410718 h 5560380"/>
              <a:gd name="connsiteX4" fmla="*/ 610202 w 4862083"/>
              <a:gd name="connsiteY4" fmla="*/ 1343085 h 5560380"/>
              <a:gd name="connsiteX5" fmla="*/ 556095 w 4862083"/>
              <a:gd name="connsiteY5" fmla="*/ 1095096 h 5560380"/>
              <a:gd name="connsiteX6" fmla="*/ 709309 w 4862083"/>
              <a:gd name="connsiteY6" fmla="*/ 969193 h 5560380"/>
              <a:gd name="connsiteX7" fmla="*/ 885486 w 4862083"/>
              <a:gd name="connsiteY7" fmla="*/ 745050 h 5560380"/>
              <a:gd name="connsiteX8" fmla="*/ 1056222 w 4862083"/>
              <a:gd name="connsiteY8" fmla="*/ 627193 h 5560380"/>
              <a:gd name="connsiteX9" fmla="*/ 1145486 w 4862083"/>
              <a:gd name="connsiteY9" fmla="*/ 471772 h 5560380"/>
              <a:gd name="connsiteX10" fmla="*/ 1322607 w 4862083"/>
              <a:gd name="connsiteY10" fmla="*/ 448070 h 5560380"/>
              <a:gd name="connsiteX11" fmla="*/ 1429693 w 4862083"/>
              <a:gd name="connsiteY11" fmla="*/ 355075 h 5560380"/>
              <a:gd name="connsiteX12" fmla="*/ 1579431 w 4862083"/>
              <a:gd name="connsiteY12" fmla="*/ 379714 h 5560380"/>
              <a:gd name="connsiteX13" fmla="*/ 1932598 w 4862083"/>
              <a:gd name="connsiteY13" fmla="*/ 328478 h 5560380"/>
              <a:gd name="connsiteX14" fmla="*/ 1978125 w 4862083"/>
              <a:gd name="connsiteY14" fmla="*/ 114782 h 5560380"/>
              <a:gd name="connsiteX15" fmla="*/ 2089118 w 4862083"/>
              <a:gd name="connsiteY15" fmla="*/ 92996 h 5560380"/>
              <a:gd name="connsiteX16" fmla="*/ 2378088 w 4862083"/>
              <a:gd name="connsiteY16" fmla="*/ 23414 h 5560380"/>
              <a:gd name="connsiteX17" fmla="*/ 2525916 w 4862083"/>
              <a:gd name="connsiteY17" fmla="*/ 42271 h 5560380"/>
              <a:gd name="connsiteX18" fmla="*/ 2661183 w 4862083"/>
              <a:gd name="connsiteY18" fmla="*/ 0 h 5560380"/>
              <a:gd name="connsiteX19" fmla="*/ 2799268 w 4862083"/>
              <a:gd name="connsiteY19" fmla="*/ 64815 h 5560380"/>
              <a:gd name="connsiteX20" fmla="*/ 2996793 w 4862083"/>
              <a:gd name="connsiteY20" fmla="*/ 93263 h 5560380"/>
              <a:gd name="connsiteX21" fmla="*/ 3159979 w 4862083"/>
              <a:gd name="connsiteY21" fmla="*/ 25362 h 5560380"/>
              <a:gd name="connsiteX22" fmla="*/ 3298806 w 4862083"/>
              <a:gd name="connsiteY22" fmla="*/ 102206 h 5560380"/>
              <a:gd name="connsiteX23" fmla="*/ 3488948 w 4862083"/>
              <a:gd name="connsiteY23" fmla="*/ 115699 h 5560380"/>
              <a:gd name="connsiteX24" fmla="*/ 3605504 w 4862083"/>
              <a:gd name="connsiteY24" fmla="*/ 321082 h 5560380"/>
              <a:gd name="connsiteX25" fmla="*/ 3965288 w 4862083"/>
              <a:gd name="connsiteY25" fmla="*/ 684066 h 5560380"/>
              <a:gd name="connsiteX26" fmla="*/ 4295455 w 4862083"/>
              <a:gd name="connsiteY26" fmla="*/ 494261 h 5560380"/>
              <a:gd name="connsiteX27" fmla="*/ 4478828 w 4862083"/>
              <a:gd name="connsiteY27" fmla="*/ 631244 h 5560380"/>
              <a:gd name="connsiteX28" fmla="*/ 4461921 w 4862083"/>
              <a:gd name="connsiteY28" fmla="*/ 969411 h 5560380"/>
              <a:gd name="connsiteX29" fmla="*/ 4862083 w 4862083"/>
              <a:gd name="connsiteY29" fmla="*/ 1045498 h 5560380"/>
              <a:gd name="connsiteX30" fmla="*/ 4520692 w 4862083"/>
              <a:gd name="connsiteY30" fmla="*/ 4178418 h 5560380"/>
              <a:gd name="connsiteX31" fmla="*/ 3295246 w 4862083"/>
              <a:gd name="connsiteY31" fmla="*/ 4528613 h 5560380"/>
              <a:gd name="connsiteX32" fmla="*/ 3171251 w 4862083"/>
              <a:gd name="connsiteY32" fmla="*/ 5374029 h 5560380"/>
              <a:gd name="connsiteX33" fmla="*/ 2596368 w 4862083"/>
              <a:gd name="connsiteY33" fmla="*/ 5531840 h 5560380"/>
              <a:gd name="connsiteX34" fmla="*/ 2161498 w 4862083"/>
              <a:gd name="connsiteY34" fmla="*/ 4867846 h 5560380"/>
              <a:gd name="connsiteX35" fmla="*/ 1426787 w 4862083"/>
              <a:gd name="connsiteY35" fmla="*/ 5141227 h 5560380"/>
              <a:gd name="connsiteX36" fmla="*/ 1033802 w 4862083"/>
              <a:gd name="connsiteY36" fmla="*/ 4748242 h 5560380"/>
              <a:gd name="connsiteX37" fmla="*/ 606643 w 4862083"/>
              <a:gd name="connsiteY37" fmla="*/ 4543207 h 5560380"/>
              <a:gd name="connsiteX38" fmla="*/ 503493 w 4862083"/>
              <a:gd name="connsiteY38" fmla="*/ 4058937 h 5560380"/>
              <a:gd name="connsiteX39" fmla="*/ 270534 w 4862083"/>
              <a:gd name="connsiteY39" fmla="*/ 3532901 h 5560380"/>
              <a:gd name="connsiteX40" fmla="*/ 45089 w 4862083"/>
              <a:gd name="connsiteY40" fmla="*/ 3254853 h 5560380"/>
              <a:gd name="connsiteX41" fmla="*/ 105207 w 4862083"/>
              <a:gd name="connsiteY41" fmla="*/ 2939231 h 5560380"/>
              <a:gd name="connsiteX42" fmla="*/ 0 w 4862083"/>
              <a:gd name="connsiteY42" fmla="*/ 2608580 h 5560380"/>
              <a:gd name="connsiteX43" fmla="*/ 270512 w 4862083"/>
              <a:gd name="connsiteY43" fmla="*/ 2341841 h 5560380"/>
              <a:gd name="connsiteX0" fmla="*/ 270512 w 5031976"/>
              <a:gd name="connsiteY0" fmla="*/ 2341841 h 5560380"/>
              <a:gd name="connsiteX1" fmla="*/ 520025 w 5031976"/>
              <a:gd name="connsiteY1" fmla="*/ 1812009 h 5560380"/>
              <a:gd name="connsiteX2" fmla="*/ 299088 w 5031976"/>
              <a:gd name="connsiteY2" fmla="*/ 1586565 h 5560380"/>
              <a:gd name="connsiteX3" fmla="*/ 344177 w 5031976"/>
              <a:gd name="connsiteY3" fmla="*/ 1410718 h 5560380"/>
              <a:gd name="connsiteX4" fmla="*/ 610202 w 5031976"/>
              <a:gd name="connsiteY4" fmla="*/ 1343085 h 5560380"/>
              <a:gd name="connsiteX5" fmla="*/ 556095 w 5031976"/>
              <a:gd name="connsiteY5" fmla="*/ 1095096 h 5560380"/>
              <a:gd name="connsiteX6" fmla="*/ 709309 w 5031976"/>
              <a:gd name="connsiteY6" fmla="*/ 969193 h 5560380"/>
              <a:gd name="connsiteX7" fmla="*/ 885486 w 5031976"/>
              <a:gd name="connsiteY7" fmla="*/ 745050 h 5560380"/>
              <a:gd name="connsiteX8" fmla="*/ 1056222 w 5031976"/>
              <a:gd name="connsiteY8" fmla="*/ 627193 h 5560380"/>
              <a:gd name="connsiteX9" fmla="*/ 1145486 w 5031976"/>
              <a:gd name="connsiteY9" fmla="*/ 471772 h 5560380"/>
              <a:gd name="connsiteX10" fmla="*/ 1322607 w 5031976"/>
              <a:gd name="connsiteY10" fmla="*/ 448070 h 5560380"/>
              <a:gd name="connsiteX11" fmla="*/ 1429693 w 5031976"/>
              <a:gd name="connsiteY11" fmla="*/ 355075 h 5560380"/>
              <a:gd name="connsiteX12" fmla="*/ 1579431 w 5031976"/>
              <a:gd name="connsiteY12" fmla="*/ 379714 h 5560380"/>
              <a:gd name="connsiteX13" fmla="*/ 1932598 w 5031976"/>
              <a:gd name="connsiteY13" fmla="*/ 328478 h 5560380"/>
              <a:gd name="connsiteX14" fmla="*/ 1978125 w 5031976"/>
              <a:gd name="connsiteY14" fmla="*/ 114782 h 5560380"/>
              <a:gd name="connsiteX15" fmla="*/ 2089118 w 5031976"/>
              <a:gd name="connsiteY15" fmla="*/ 92996 h 5560380"/>
              <a:gd name="connsiteX16" fmla="*/ 2378088 w 5031976"/>
              <a:gd name="connsiteY16" fmla="*/ 23414 h 5560380"/>
              <a:gd name="connsiteX17" fmla="*/ 2525916 w 5031976"/>
              <a:gd name="connsiteY17" fmla="*/ 42271 h 5560380"/>
              <a:gd name="connsiteX18" fmla="*/ 2661183 w 5031976"/>
              <a:gd name="connsiteY18" fmla="*/ 0 h 5560380"/>
              <a:gd name="connsiteX19" fmla="*/ 2799268 w 5031976"/>
              <a:gd name="connsiteY19" fmla="*/ 64815 h 5560380"/>
              <a:gd name="connsiteX20" fmla="*/ 2996793 w 5031976"/>
              <a:gd name="connsiteY20" fmla="*/ 93263 h 5560380"/>
              <a:gd name="connsiteX21" fmla="*/ 3159979 w 5031976"/>
              <a:gd name="connsiteY21" fmla="*/ 25362 h 5560380"/>
              <a:gd name="connsiteX22" fmla="*/ 3298806 w 5031976"/>
              <a:gd name="connsiteY22" fmla="*/ 102206 h 5560380"/>
              <a:gd name="connsiteX23" fmla="*/ 3488948 w 5031976"/>
              <a:gd name="connsiteY23" fmla="*/ 115699 h 5560380"/>
              <a:gd name="connsiteX24" fmla="*/ 3605504 w 5031976"/>
              <a:gd name="connsiteY24" fmla="*/ 321082 h 5560380"/>
              <a:gd name="connsiteX25" fmla="*/ 3965288 w 5031976"/>
              <a:gd name="connsiteY25" fmla="*/ 684066 h 5560380"/>
              <a:gd name="connsiteX26" fmla="*/ 4295455 w 5031976"/>
              <a:gd name="connsiteY26" fmla="*/ 494261 h 5560380"/>
              <a:gd name="connsiteX27" fmla="*/ 4478828 w 5031976"/>
              <a:gd name="connsiteY27" fmla="*/ 631244 h 5560380"/>
              <a:gd name="connsiteX28" fmla="*/ 4461921 w 5031976"/>
              <a:gd name="connsiteY28" fmla="*/ 969411 h 5560380"/>
              <a:gd name="connsiteX29" fmla="*/ 4862083 w 5031976"/>
              <a:gd name="connsiteY29" fmla="*/ 1045498 h 5560380"/>
              <a:gd name="connsiteX30" fmla="*/ 5031166 w 5031976"/>
              <a:gd name="connsiteY30" fmla="*/ 1304759 h 5560380"/>
              <a:gd name="connsiteX31" fmla="*/ 4520692 w 5031976"/>
              <a:gd name="connsiteY31" fmla="*/ 4178418 h 5560380"/>
              <a:gd name="connsiteX32" fmla="*/ 3295246 w 5031976"/>
              <a:gd name="connsiteY32" fmla="*/ 4528613 h 5560380"/>
              <a:gd name="connsiteX33" fmla="*/ 3171251 w 5031976"/>
              <a:gd name="connsiteY33" fmla="*/ 5374029 h 5560380"/>
              <a:gd name="connsiteX34" fmla="*/ 2596368 w 5031976"/>
              <a:gd name="connsiteY34" fmla="*/ 5531840 h 5560380"/>
              <a:gd name="connsiteX35" fmla="*/ 2161498 w 5031976"/>
              <a:gd name="connsiteY35" fmla="*/ 4867846 h 5560380"/>
              <a:gd name="connsiteX36" fmla="*/ 1426787 w 5031976"/>
              <a:gd name="connsiteY36" fmla="*/ 5141227 h 5560380"/>
              <a:gd name="connsiteX37" fmla="*/ 1033802 w 5031976"/>
              <a:gd name="connsiteY37" fmla="*/ 4748242 h 5560380"/>
              <a:gd name="connsiteX38" fmla="*/ 606643 w 5031976"/>
              <a:gd name="connsiteY38" fmla="*/ 4543207 h 5560380"/>
              <a:gd name="connsiteX39" fmla="*/ 503493 w 5031976"/>
              <a:gd name="connsiteY39" fmla="*/ 4058937 h 5560380"/>
              <a:gd name="connsiteX40" fmla="*/ 270534 w 5031976"/>
              <a:gd name="connsiteY40" fmla="*/ 3532901 h 5560380"/>
              <a:gd name="connsiteX41" fmla="*/ 45089 w 5031976"/>
              <a:gd name="connsiteY41" fmla="*/ 3254853 h 5560380"/>
              <a:gd name="connsiteX42" fmla="*/ 105207 w 5031976"/>
              <a:gd name="connsiteY42" fmla="*/ 2939231 h 5560380"/>
              <a:gd name="connsiteX43" fmla="*/ 0 w 5031976"/>
              <a:gd name="connsiteY43" fmla="*/ 2608580 h 5560380"/>
              <a:gd name="connsiteX44" fmla="*/ 270512 w 5031976"/>
              <a:gd name="connsiteY44" fmla="*/ 2341841 h 5560380"/>
              <a:gd name="connsiteX0" fmla="*/ 270512 w 5235516"/>
              <a:gd name="connsiteY0" fmla="*/ 2341841 h 5560380"/>
              <a:gd name="connsiteX1" fmla="*/ 520025 w 5235516"/>
              <a:gd name="connsiteY1" fmla="*/ 1812009 h 5560380"/>
              <a:gd name="connsiteX2" fmla="*/ 299088 w 5235516"/>
              <a:gd name="connsiteY2" fmla="*/ 1586565 h 5560380"/>
              <a:gd name="connsiteX3" fmla="*/ 344177 w 5235516"/>
              <a:gd name="connsiteY3" fmla="*/ 1410718 h 5560380"/>
              <a:gd name="connsiteX4" fmla="*/ 610202 w 5235516"/>
              <a:gd name="connsiteY4" fmla="*/ 1343085 h 5560380"/>
              <a:gd name="connsiteX5" fmla="*/ 556095 w 5235516"/>
              <a:gd name="connsiteY5" fmla="*/ 1095096 h 5560380"/>
              <a:gd name="connsiteX6" fmla="*/ 709309 w 5235516"/>
              <a:gd name="connsiteY6" fmla="*/ 969193 h 5560380"/>
              <a:gd name="connsiteX7" fmla="*/ 885486 w 5235516"/>
              <a:gd name="connsiteY7" fmla="*/ 745050 h 5560380"/>
              <a:gd name="connsiteX8" fmla="*/ 1056222 w 5235516"/>
              <a:gd name="connsiteY8" fmla="*/ 627193 h 5560380"/>
              <a:gd name="connsiteX9" fmla="*/ 1145486 w 5235516"/>
              <a:gd name="connsiteY9" fmla="*/ 471772 h 5560380"/>
              <a:gd name="connsiteX10" fmla="*/ 1322607 w 5235516"/>
              <a:gd name="connsiteY10" fmla="*/ 448070 h 5560380"/>
              <a:gd name="connsiteX11" fmla="*/ 1429693 w 5235516"/>
              <a:gd name="connsiteY11" fmla="*/ 355075 h 5560380"/>
              <a:gd name="connsiteX12" fmla="*/ 1579431 w 5235516"/>
              <a:gd name="connsiteY12" fmla="*/ 379714 h 5560380"/>
              <a:gd name="connsiteX13" fmla="*/ 1932598 w 5235516"/>
              <a:gd name="connsiteY13" fmla="*/ 328478 h 5560380"/>
              <a:gd name="connsiteX14" fmla="*/ 1978125 w 5235516"/>
              <a:gd name="connsiteY14" fmla="*/ 114782 h 5560380"/>
              <a:gd name="connsiteX15" fmla="*/ 2089118 w 5235516"/>
              <a:gd name="connsiteY15" fmla="*/ 92996 h 5560380"/>
              <a:gd name="connsiteX16" fmla="*/ 2378088 w 5235516"/>
              <a:gd name="connsiteY16" fmla="*/ 23414 h 5560380"/>
              <a:gd name="connsiteX17" fmla="*/ 2525916 w 5235516"/>
              <a:gd name="connsiteY17" fmla="*/ 42271 h 5560380"/>
              <a:gd name="connsiteX18" fmla="*/ 2661183 w 5235516"/>
              <a:gd name="connsiteY18" fmla="*/ 0 h 5560380"/>
              <a:gd name="connsiteX19" fmla="*/ 2799268 w 5235516"/>
              <a:gd name="connsiteY19" fmla="*/ 64815 h 5560380"/>
              <a:gd name="connsiteX20" fmla="*/ 2996793 w 5235516"/>
              <a:gd name="connsiteY20" fmla="*/ 93263 h 5560380"/>
              <a:gd name="connsiteX21" fmla="*/ 3159979 w 5235516"/>
              <a:gd name="connsiteY21" fmla="*/ 25362 h 5560380"/>
              <a:gd name="connsiteX22" fmla="*/ 3298806 w 5235516"/>
              <a:gd name="connsiteY22" fmla="*/ 102206 h 5560380"/>
              <a:gd name="connsiteX23" fmla="*/ 3488948 w 5235516"/>
              <a:gd name="connsiteY23" fmla="*/ 115699 h 5560380"/>
              <a:gd name="connsiteX24" fmla="*/ 3605504 w 5235516"/>
              <a:gd name="connsiteY24" fmla="*/ 321082 h 5560380"/>
              <a:gd name="connsiteX25" fmla="*/ 3965288 w 5235516"/>
              <a:gd name="connsiteY25" fmla="*/ 684066 h 5560380"/>
              <a:gd name="connsiteX26" fmla="*/ 4295455 w 5235516"/>
              <a:gd name="connsiteY26" fmla="*/ 494261 h 5560380"/>
              <a:gd name="connsiteX27" fmla="*/ 4478828 w 5235516"/>
              <a:gd name="connsiteY27" fmla="*/ 631244 h 5560380"/>
              <a:gd name="connsiteX28" fmla="*/ 4461921 w 5235516"/>
              <a:gd name="connsiteY28" fmla="*/ 969411 h 5560380"/>
              <a:gd name="connsiteX29" fmla="*/ 4862083 w 5235516"/>
              <a:gd name="connsiteY29" fmla="*/ 1045498 h 5560380"/>
              <a:gd name="connsiteX30" fmla="*/ 5031166 w 5235516"/>
              <a:gd name="connsiteY30" fmla="*/ 1304759 h 5560380"/>
              <a:gd name="connsiteX31" fmla="*/ 5234066 w 5235516"/>
              <a:gd name="connsiteY31" fmla="*/ 1564020 h 5560380"/>
              <a:gd name="connsiteX32" fmla="*/ 4520692 w 5235516"/>
              <a:gd name="connsiteY32" fmla="*/ 4178418 h 5560380"/>
              <a:gd name="connsiteX33" fmla="*/ 3295246 w 5235516"/>
              <a:gd name="connsiteY33" fmla="*/ 4528613 h 5560380"/>
              <a:gd name="connsiteX34" fmla="*/ 3171251 w 5235516"/>
              <a:gd name="connsiteY34" fmla="*/ 5374029 h 5560380"/>
              <a:gd name="connsiteX35" fmla="*/ 2596368 w 5235516"/>
              <a:gd name="connsiteY35" fmla="*/ 5531840 h 5560380"/>
              <a:gd name="connsiteX36" fmla="*/ 2161498 w 5235516"/>
              <a:gd name="connsiteY36" fmla="*/ 4867846 h 5560380"/>
              <a:gd name="connsiteX37" fmla="*/ 1426787 w 5235516"/>
              <a:gd name="connsiteY37" fmla="*/ 5141227 h 5560380"/>
              <a:gd name="connsiteX38" fmla="*/ 1033802 w 5235516"/>
              <a:gd name="connsiteY38" fmla="*/ 4748242 h 5560380"/>
              <a:gd name="connsiteX39" fmla="*/ 606643 w 5235516"/>
              <a:gd name="connsiteY39" fmla="*/ 4543207 h 5560380"/>
              <a:gd name="connsiteX40" fmla="*/ 503493 w 5235516"/>
              <a:gd name="connsiteY40" fmla="*/ 4058937 h 5560380"/>
              <a:gd name="connsiteX41" fmla="*/ 270534 w 5235516"/>
              <a:gd name="connsiteY41" fmla="*/ 3532901 h 5560380"/>
              <a:gd name="connsiteX42" fmla="*/ 45089 w 5235516"/>
              <a:gd name="connsiteY42" fmla="*/ 3254853 h 5560380"/>
              <a:gd name="connsiteX43" fmla="*/ 105207 w 5235516"/>
              <a:gd name="connsiteY43" fmla="*/ 2939231 h 5560380"/>
              <a:gd name="connsiteX44" fmla="*/ 0 w 5235516"/>
              <a:gd name="connsiteY44" fmla="*/ 2608580 h 5560380"/>
              <a:gd name="connsiteX45" fmla="*/ 270512 w 5235516"/>
              <a:gd name="connsiteY45" fmla="*/ 2341841 h 5560380"/>
              <a:gd name="connsiteX0" fmla="*/ 270512 w 5310439"/>
              <a:gd name="connsiteY0" fmla="*/ 2341841 h 5560380"/>
              <a:gd name="connsiteX1" fmla="*/ 520025 w 5310439"/>
              <a:gd name="connsiteY1" fmla="*/ 1812009 h 5560380"/>
              <a:gd name="connsiteX2" fmla="*/ 299088 w 5310439"/>
              <a:gd name="connsiteY2" fmla="*/ 1586565 h 5560380"/>
              <a:gd name="connsiteX3" fmla="*/ 344177 w 5310439"/>
              <a:gd name="connsiteY3" fmla="*/ 1410718 h 5560380"/>
              <a:gd name="connsiteX4" fmla="*/ 610202 w 5310439"/>
              <a:gd name="connsiteY4" fmla="*/ 1343085 h 5560380"/>
              <a:gd name="connsiteX5" fmla="*/ 556095 w 5310439"/>
              <a:gd name="connsiteY5" fmla="*/ 1095096 h 5560380"/>
              <a:gd name="connsiteX6" fmla="*/ 709309 w 5310439"/>
              <a:gd name="connsiteY6" fmla="*/ 969193 h 5560380"/>
              <a:gd name="connsiteX7" fmla="*/ 885486 w 5310439"/>
              <a:gd name="connsiteY7" fmla="*/ 745050 h 5560380"/>
              <a:gd name="connsiteX8" fmla="*/ 1056222 w 5310439"/>
              <a:gd name="connsiteY8" fmla="*/ 627193 h 5560380"/>
              <a:gd name="connsiteX9" fmla="*/ 1145486 w 5310439"/>
              <a:gd name="connsiteY9" fmla="*/ 471772 h 5560380"/>
              <a:gd name="connsiteX10" fmla="*/ 1322607 w 5310439"/>
              <a:gd name="connsiteY10" fmla="*/ 448070 h 5560380"/>
              <a:gd name="connsiteX11" fmla="*/ 1429693 w 5310439"/>
              <a:gd name="connsiteY11" fmla="*/ 355075 h 5560380"/>
              <a:gd name="connsiteX12" fmla="*/ 1579431 w 5310439"/>
              <a:gd name="connsiteY12" fmla="*/ 379714 h 5560380"/>
              <a:gd name="connsiteX13" fmla="*/ 1932598 w 5310439"/>
              <a:gd name="connsiteY13" fmla="*/ 328478 h 5560380"/>
              <a:gd name="connsiteX14" fmla="*/ 1978125 w 5310439"/>
              <a:gd name="connsiteY14" fmla="*/ 114782 h 5560380"/>
              <a:gd name="connsiteX15" fmla="*/ 2089118 w 5310439"/>
              <a:gd name="connsiteY15" fmla="*/ 92996 h 5560380"/>
              <a:gd name="connsiteX16" fmla="*/ 2378088 w 5310439"/>
              <a:gd name="connsiteY16" fmla="*/ 23414 h 5560380"/>
              <a:gd name="connsiteX17" fmla="*/ 2525916 w 5310439"/>
              <a:gd name="connsiteY17" fmla="*/ 42271 h 5560380"/>
              <a:gd name="connsiteX18" fmla="*/ 2661183 w 5310439"/>
              <a:gd name="connsiteY18" fmla="*/ 0 h 5560380"/>
              <a:gd name="connsiteX19" fmla="*/ 2799268 w 5310439"/>
              <a:gd name="connsiteY19" fmla="*/ 64815 h 5560380"/>
              <a:gd name="connsiteX20" fmla="*/ 2996793 w 5310439"/>
              <a:gd name="connsiteY20" fmla="*/ 93263 h 5560380"/>
              <a:gd name="connsiteX21" fmla="*/ 3159979 w 5310439"/>
              <a:gd name="connsiteY21" fmla="*/ 25362 h 5560380"/>
              <a:gd name="connsiteX22" fmla="*/ 3298806 w 5310439"/>
              <a:gd name="connsiteY22" fmla="*/ 102206 h 5560380"/>
              <a:gd name="connsiteX23" fmla="*/ 3488948 w 5310439"/>
              <a:gd name="connsiteY23" fmla="*/ 115699 h 5560380"/>
              <a:gd name="connsiteX24" fmla="*/ 3605504 w 5310439"/>
              <a:gd name="connsiteY24" fmla="*/ 321082 h 5560380"/>
              <a:gd name="connsiteX25" fmla="*/ 3965288 w 5310439"/>
              <a:gd name="connsiteY25" fmla="*/ 684066 h 5560380"/>
              <a:gd name="connsiteX26" fmla="*/ 4295455 w 5310439"/>
              <a:gd name="connsiteY26" fmla="*/ 494261 h 5560380"/>
              <a:gd name="connsiteX27" fmla="*/ 4478828 w 5310439"/>
              <a:gd name="connsiteY27" fmla="*/ 631244 h 5560380"/>
              <a:gd name="connsiteX28" fmla="*/ 4461921 w 5310439"/>
              <a:gd name="connsiteY28" fmla="*/ 969411 h 5560380"/>
              <a:gd name="connsiteX29" fmla="*/ 4862083 w 5310439"/>
              <a:gd name="connsiteY29" fmla="*/ 1045498 h 5560380"/>
              <a:gd name="connsiteX30" fmla="*/ 5031166 w 5310439"/>
              <a:gd name="connsiteY30" fmla="*/ 1304759 h 5560380"/>
              <a:gd name="connsiteX31" fmla="*/ 5234066 w 5310439"/>
              <a:gd name="connsiteY31" fmla="*/ 1564020 h 5560380"/>
              <a:gd name="connsiteX32" fmla="*/ 5279155 w 5310439"/>
              <a:gd name="connsiteY32" fmla="*/ 2510887 h 5560380"/>
              <a:gd name="connsiteX33" fmla="*/ 4520692 w 5310439"/>
              <a:gd name="connsiteY33" fmla="*/ 4178418 h 5560380"/>
              <a:gd name="connsiteX34" fmla="*/ 3295246 w 5310439"/>
              <a:gd name="connsiteY34" fmla="*/ 4528613 h 5560380"/>
              <a:gd name="connsiteX35" fmla="*/ 3171251 w 5310439"/>
              <a:gd name="connsiteY35" fmla="*/ 5374029 h 5560380"/>
              <a:gd name="connsiteX36" fmla="*/ 2596368 w 5310439"/>
              <a:gd name="connsiteY36" fmla="*/ 5531840 h 5560380"/>
              <a:gd name="connsiteX37" fmla="*/ 2161498 w 5310439"/>
              <a:gd name="connsiteY37" fmla="*/ 4867846 h 5560380"/>
              <a:gd name="connsiteX38" fmla="*/ 1426787 w 5310439"/>
              <a:gd name="connsiteY38" fmla="*/ 5141227 h 5560380"/>
              <a:gd name="connsiteX39" fmla="*/ 1033802 w 5310439"/>
              <a:gd name="connsiteY39" fmla="*/ 4748242 h 5560380"/>
              <a:gd name="connsiteX40" fmla="*/ 606643 w 5310439"/>
              <a:gd name="connsiteY40" fmla="*/ 4543207 h 5560380"/>
              <a:gd name="connsiteX41" fmla="*/ 503493 w 5310439"/>
              <a:gd name="connsiteY41" fmla="*/ 4058937 h 5560380"/>
              <a:gd name="connsiteX42" fmla="*/ 270534 w 5310439"/>
              <a:gd name="connsiteY42" fmla="*/ 3532901 h 5560380"/>
              <a:gd name="connsiteX43" fmla="*/ 45089 w 5310439"/>
              <a:gd name="connsiteY43" fmla="*/ 3254853 h 5560380"/>
              <a:gd name="connsiteX44" fmla="*/ 105207 w 5310439"/>
              <a:gd name="connsiteY44" fmla="*/ 2939231 h 5560380"/>
              <a:gd name="connsiteX45" fmla="*/ 0 w 5310439"/>
              <a:gd name="connsiteY45" fmla="*/ 2608580 h 5560380"/>
              <a:gd name="connsiteX46" fmla="*/ 270512 w 5310439"/>
              <a:gd name="connsiteY46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61921 w 5514669"/>
              <a:gd name="connsiteY28" fmla="*/ 969411 h 5560380"/>
              <a:gd name="connsiteX29" fmla="*/ 4862083 w 5514669"/>
              <a:gd name="connsiteY29" fmla="*/ 1045498 h 5560380"/>
              <a:gd name="connsiteX30" fmla="*/ 5031166 w 5514669"/>
              <a:gd name="connsiteY30" fmla="*/ 1304759 h 5560380"/>
              <a:gd name="connsiteX31" fmla="*/ 5234066 w 5514669"/>
              <a:gd name="connsiteY31" fmla="*/ 1564020 h 5560380"/>
              <a:gd name="connsiteX32" fmla="*/ 5279155 w 5514669"/>
              <a:gd name="connsiteY32" fmla="*/ 2510887 h 5560380"/>
              <a:gd name="connsiteX33" fmla="*/ 5493327 w 5514669"/>
              <a:gd name="connsiteY33" fmla="*/ 2984320 h 5560380"/>
              <a:gd name="connsiteX34" fmla="*/ 4520692 w 5514669"/>
              <a:gd name="connsiteY34" fmla="*/ 4178418 h 5560380"/>
              <a:gd name="connsiteX35" fmla="*/ 3295246 w 5514669"/>
              <a:gd name="connsiteY35" fmla="*/ 4528613 h 5560380"/>
              <a:gd name="connsiteX36" fmla="*/ 3171251 w 5514669"/>
              <a:gd name="connsiteY36" fmla="*/ 5374029 h 5560380"/>
              <a:gd name="connsiteX37" fmla="*/ 2596368 w 5514669"/>
              <a:gd name="connsiteY37" fmla="*/ 5531840 h 5560380"/>
              <a:gd name="connsiteX38" fmla="*/ 2161498 w 5514669"/>
              <a:gd name="connsiteY38" fmla="*/ 4867846 h 5560380"/>
              <a:gd name="connsiteX39" fmla="*/ 1426787 w 5514669"/>
              <a:gd name="connsiteY39" fmla="*/ 5141227 h 5560380"/>
              <a:gd name="connsiteX40" fmla="*/ 1033802 w 5514669"/>
              <a:gd name="connsiteY40" fmla="*/ 4748242 h 5560380"/>
              <a:gd name="connsiteX41" fmla="*/ 606643 w 5514669"/>
              <a:gd name="connsiteY41" fmla="*/ 4543207 h 5560380"/>
              <a:gd name="connsiteX42" fmla="*/ 503493 w 5514669"/>
              <a:gd name="connsiteY42" fmla="*/ 4058937 h 5560380"/>
              <a:gd name="connsiteX43" fmla="*/ 270534 w 5514669"/>
              <a:gd name="connsiteY43" fmla="*/ 3532901 h 5560380"/>
              <a:gd name="connsiteX44" fmla="*/ 45089 w 5514669"/>
              <a:gd name="connsiteY44" fmla="*/ 3254853 h 5560380"/>
              <a:gd name="connsiteX45" fmla="*/ 105207 w 5514669"/>
              <a:gd name="connsiteY45" fmla="*/ 2939231 h 5560380"/>
              <a:gd name="connsiteX46" fmla="*/ 0 w 5514669"/>
              <a:gd name="connsiteY46" fmla="*/ 2608580 h 5560380"/>
              <a:gd name="connsiteX47" fmla="*/ 270512 w 5514669"/>
              <a:gd name="connsiteY47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61921 w 5514669"/>
              <a:gd name="connsiteY28" fmla="*/ 969411 h 5560380"/>
              <a:gd name="connsiteX29" fmla="*/ 4862083 w 5514669"/>
              <a:gd name="connsiteY29" fmla="*/ 1045498 h 5560380"/>
              <a:gd name="connsiteX30" fmla="*/ 5031166 w 5514669"/>
              <a:gd name="connsiteY30" fmla="*/ 1304759 h 5560380"/>
              <a:gd name="connsiteX31" fmla="*/ 5234066 w 5514669"/>
              <a:gd name="connsiteY31" fmla="*/ 1564020 h 5560380"/>
              <a:gd name="connsiteX32" fmla="*/ 5279155 w 5514669"/>
              <a:gd name="connsiteY32" fmla="*/ 2510887 h 5560380"/>
              <a:gd name="connsiteX33" fmla="*/ 5493327 w 5514669"/>
              <a:gd name="connsiteY33" fmla="*/ 2984320 h 5560380"/>
              <a:gd name="connsiteX34" fmla="*/ 5177703 w 5514669"/>
              <a:gd name="connsiteY34" fmla="*/ 3908642 h 5560380"/>
              <a:gd name="connsiteX35" fmla="*/ 4520692 w 5514669"/>
              <a:gd name="connsiteY35" fmla="*/ 4178418 h 5560380"/>
              <a:gd name="connsiteX36" fmla="*/ 3295246 w 5514669"/>
              <a:gd name="connsiteY36" fmla="*/ 4528613 h 5560380"/>
              <a:gd name="connsiteX37" fmla="*/ 3171251 w 5514669"/>
              <a:gd name="connsiteY37" fmla="*/ 5374029 h 5560380"/>
              <a:gd name="connsiteX38" fmla="*/ 2596368 w 5514669"/>
              <a:gd name="connsiteY38" fmla="*/ 5531840 h 5560380"/>
              <a:gd name="connsiteX39" fmla="*/ 2161498 w 5514669"/>
              <a:gd name="connsiteY39" fmla="*/ 4867846 h 5560380"/>
              <a:gd name="connsiteX40" fmla="*/ 1426787 w 5514669"/>
              <a:gd name="connsiteY40" fmla="*/ 5141227 h 5560380"/>
              <a:gd name="connsiteX41" fmla="*/ 1033802 w 5514669"/>
              <a:gd name="connsiteY41" fmla="*/ 4748242 h 5560380"/>
              <a:gd name="connsiteX42" fmla="*/ 606643 w 5514669"/>
              <a:gd name="connsiteY42" fmla="*/ 4543207 h 5560380"/>
              <a:gd name="connsiteX43" fmla="*/ 503493 w 5514669"/>
              <a:gd name="connsiteY43" fmla="*/ 4058937 h 5560380"/>
              <a:gd name="connsiteX44" fmla="*/ 270534 w 5514669"/>
              <a:gd name="connsiteY44" fmla="*/ 3532901 h 5560380"/>
              <a:gd name="connsiteX45" fmla="*/ 45089 w 5514669"/>
              <a:gd name="connsiteY45" fmla="*/ 3254853 h 5560380"/>
              <a:gd name="connsiteX46" fmla="*/ 105207 w 5514669"/>
              <a:gd name="connsiteY46" fmla="*/ 2939231 h 5560380"/>
              <a:gd name="connsiteX47" fmla="*/ 0 w 5514669"/>
              <a:gd name="connsiteY47" fmla="*/ 2608580 h 5560380"/>
              <a:gd name="connsiteX48" fmla="*/ 270512 w 5514669"/>
              <a:gd name="connsiteY48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61921 w 5514669"/>
              <a:gd name="connsiteY28" fmla="*/ 969411 h 5560380"/>
              <a:gd name="connsiteX29" fmla="*/ 4862083 w 5514669"/>
              <a:gd name="connsiteY29" fmla="*/ 1045498 h 5560380"/>
              <a:gd name="connsiteX30" fmla="*/ 5031166 w 5514669"/>
              <a:gd name="connsiteY30" fmla="*/ 1304759 h 5560380"/>
              <a:gd name="connsiteX31" fmla="*/ 5234066 w 5514669"/>
              <a:gd name="connsiteY31" fmla="*/ 1564020 h 5560380"/>
              <a:gd name="connsiteX32" fmla="*/ 5279155 w 5514669"/>
              <a:gd name="connsiteY32" fmla="*/ 2510887 h 5560380"/>
              <a:gd name="connsiteX33" fmla="*/ 5493327 w 5514669"/>
              <a:gd name="connsiteY33" fmla="*/ 2984320 h 5560380"/>
              <a:gd name="connsiteX34" fmla="*/ 5234064 w 5514669"/>
              <a:gd name="connsiteY34" fmla="*/ 3322486 h 5560380"/>
              <a:gd name="connsiteX35" fmla="*/ 5177703 w 5514669"/>
              <a:gd name="connsiteY35" fmla="*/ 3908642 h 5560380"/>
              <a:gd name="connsiteX36" fmla="*/ 4520692 w 5514669"/>
              <a:gd name="connsiteY36" fmla="*/ 4178418 h 5560380"/>
              <a:gd name="connsiteX37" fmla="*/ 3295246 w 5514669"/>
              <a:gd name="connsiteY37" fmla="*/ 4528613 h 5560380"/>
              <a:gd name="connsiteX38" fmla="*/ 3171251 w 5514669"/>
              <a:gd name="connsiteY38" fmla="*/ 5374029 h 5560380"/>
              <a:gd name="connsiteX39" fmla="*/ 2596368 w 5514669"/>
              <a:gd name="connsiteY39" fmla="*/ 5531840 h 5560380"/>
              <a:gd name="connsiteX40" fmla="*/ 2161498 w 5514669"/>
              <a:gd name="connsiteY40" fmla="*/ 4867846 h 5560380"/>
              <a:gd name="connsiteX41" fmla="*/ 1426787 w 5514669"/>
              <a:gd name="connsiteY41" fmla="*/ 5141227 h 5560380"/>
              <a:gd name="connsiteX42" fmla="*/ 1033802 w 5514669"/>
              <a:gd name="connsiteY42" fmla="*/ 4748242 h 5560380"/>
              <a:gd name="connsiteX43" fmla="*/ 606643 w 5514669"/>
              <a:gd name="connsiteY43" fmla="*/ 4543207 h 5560380"/>
              <a:gd name="connsiteX44" fmla="*/ 503493 w 5514669"/>
              <a:gd name="connsiteY44" fmla="*/ 4058937 h 5560380"/>
              <a:gd name="connsiteX45" fmla="*/ 270534 w 5514669"/>
              <a:gd name="connsiteY45" fmla="*/ 3532901 h 5560380"/>
              <a:gd name="connsiteX46" fmla="*/ 45089 w 5514669"/>
              <a:gd name="connsiteY46" fmla="*/ 3254853 h 5560380"/>
              <a:gd name="connsiteX47" fmla="*/ 105207 w 5514669"/>
              <a:gd name="connsiteY47" fmla="*/ 2939231 h 5560380"/>
              <a:gd name="connsiteX48" fmla="*/ 0 w 5514669"/>
              <a:gd name="connsiteY48" fmla="*/ 2608580 h 5560380"/>
              <a:gd name="connsiteX49" fmla="*/ 270512 w 5514669"/>
              <a:gd name="connsiteY49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8829 w 5514669"/>
              <a:gd name="connsiteY28" fmla="*/ 955320 h 5560380"/>
              <a:gd name="connsiteX29" fmla="*/ 4862083 w 5514669"/>
              <a:gd name="connsiteY29" fmla="*/ 1045498 h 5560380"/>
              <a:gd name="connsiteX30" fmla="*/ 5031166 w 5514669"/>
              <a:gd name="connsiteY30" fmla="*/ 1304759 h 5560380"/>
              <a:gd name="connsiteX31" fmla="*/ 5234066 w 5514669"/>
              <a:gd name="connsiteY31" fmla="*/ 1564020 h 5560380"/>
              <a:gd name="connsiteX32" fmla="*/ 5279155 w 5514669"/>
              <a:gd name="connsiteY32" fmla="*/ 2510887 h 5560380"/>
              <a:gd name="connsiteX33" fmla="*/ 5493327 w 5514669"/>
              <a:gd name="connsiteY33" fmla="*/ 2984320 h 5560380"/>
              <a:gd name="connsiteX34" fmla="*/ 5234064 w 5514669"/>
              <a:gd name="connsiteY34" fmla="*/ 3322486 h 5560380"/>
              <a:gd name="connsiteX35" fmla="*/ 5177703 w 5514669"/>
              <a:gd name="connsiteY35" fmla="*/ 3908642 h 5560380"/>
              <a:gd name="connsiteX36" fmla="*/ 4520692 w 5514669"/>
              <a:gd name="connsiteY36" fmla="*/ 4178418 h 5560380"/>
              <a:gd name="connsiteX37" fmla="*/ 3295246 w 5514669"/>
              <a:gd name="connsiteY37" fmla="*/ 4528613 h 5560380"/>
              <a:gd name="connsiteX38" fmla="*/ 3171251 w 5514669"/>
              <a:gd name="connsiteY38" fmla="*/ 5374029 h 5560380"/>
              <a:gd name="connsiteX39" fmla="*/ 2596368 w 5514669"/>
              <a:gd name="connsiteY39" fmla="*/ 5531840 h 5560380"/>
              <a:gd name="connsiteX40" fmla="*/ 2161498 w 5514669"/>
              <a:gd name="connsiteY40" fmla="*/ 4867846 h 5560380"/>
              <a:gd name="connsiteX41" fmla="*/ 1426787 w 5514669"/>
              <a:gd name="connsiteY41" fmla="*/ 5141227 h 5560380"/>
              <a:gd name="connsiteX42" fmla="*/ 1033802 w 5514669"/>
              <a:gd name="connsiteY42" fmla="*/ 4748242 h 5560380"/>
              <a:gd name="connsiteX43" fmla="*/ 606643 w 5514669"/>
              <a:gd name="connsiteY43" fmla="*/ 4543207 h 5560380"/>
              <a:gd name="connsiteX44" fmla="*/ 503493 w 5514669"/>
              <a:gd name="connsiteY44" fmla="*/ 4058937 h 5560380"/>
              <a:gd name="connsiteX45" fmla="*/ 270534 w 5514669"/>
              <a:gd name="connsiteY45" fmla="*/ 3532901 h 5560380"/>
              <a:gd name="connsiteX46" fmla="*/ 45089 w 5514669"/>
              <a:gd name="connsiteY46" fmla="*/ 3254853 h 5560380"/>
              <a:gd name="connsiteX47" fmla="*/ 105207 w 5514669"/>
              <a:gd name="connsiteY47" fmla="*/ 2939231 h 5560380"/>
              <a:gd name="connsiteX48" fmla="*/ 0 w 5514669"/>
              <a:gd name="connsiteY48" fmla="*/ 2608580 h 5560380"/>
              <a:gd name="connsiteX49" fmla="*/ 270512 w 5514669"/>
              <a:gd name="connsiteY49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3193 w 5514669"/>
              <a:gd name="connsiteY28" fmla="*/ 955320 h 5560380"/>
              <a:gd name="connsiteX29" fmla="*/ 4862083 w 5514669"/>
              <a:gd name="connsiteY29" fmla="*/ 1045498 h 5560380"/>
              <a:gd name="connsiteX30" fmla="*/ 5031166 w 5514669"/>
              <a:gd name="connsiteY30" fmla="*/ 1304759 h 5560380"/>
              <a:gd name="connsiteX31" fmla="*/ 5234066 w 5514669"/>
              <a:gd name="connsiteY31" fmla="*/ 1564020 h 5560380"/>
              <a:gd name="connsiteX32" fmla="*/ 5279155 w 5514669"/>
              <a:gd name="connsiteY32" fmla="*/ 2510887 h 5560380"/>
              <a:gd name="connsiteX33" fmla="*/ 5493327 w 5514669"/>
              <a:gd name="connsiteY33" fmla="*/ 2984320 h 5560380"/>
              <a:gd name="connsiteX34" fmla="*/ 5234064 w 5514669"/>
              <a:gd name="connsiteY34" fmla="*/ 3322486 h 5560380"/>
              <a:gd name="connsiteX35" fmla="*/ 5177703 w 5514669"/>
              <a:gd name="connsiteY35" fmla="*/ 3908642 h 5560380"/>
              <a:gd name="connsiteX36" fmla="*/ 4520692 w 5514669"/>
              <a:gd name="connsiteY36" fmla="*/ 4178418 h 5560380"/>
              <a:gd name="connsiteX37" fmla="*/ 3295246 w 5514669"/>
              <a:gd name="connsiteY37" fmla="*/ 4528613 h 5560380"/>
              <a:gd name="connsiteX38" fmla="*/ 3171251 w 5514669"/>
              <a:gd name="connsiteY38" fmla="*/ 5374029 h 5560380"/>
              <a:gd name="connsiteX39" fmla="*/ 2596368 w 5514669"/>
              <a:gd name="connsiteY39" fmla="*/ 5531840 h 5560380"/>
              <a:gd name="connsiteX40" fmla="*/ 2161498 w 5514669"/>
              <a:gd name="connsiteY40" fmla="*/ 4867846 h 5560380"/>
              <a:gd name="connsiteX41" fmla="*/ 1426787 w 5514669"/>
              <a:gd name="connsiteY41" fmla="*/ 5141227 h 5560380"/>
              <a:gd name="connsiteX42" fmla="*/ 1033802 w 5514669"/>
              <a:gd name="connsiteY42" fmla="*/ 4748242 h 5560380"/>
              <a:gd name="connsiteX43" fmla="*/ 606643 w 5514669"/>
              <a:gd name="connsiteY43" fmla="*/ 4543207 h 5560380"/>
              <a:gd name="connsiteX44" fmla="*/ 503493 w 5514669"/>
              <a:gd name="connsiteY44" fmla="*/ 4058937 h 5560380"/>
              <a:gd name="connsiteX45" fmla="*/ 270534 w 5514669"/>
              <a:gd name="connsiteY45" fmla="*/ 3532901 h 5560380"/>
              <a:gd name="connsiteX46" fmla="*/ 45089 w 5514669"/>
              <a:gd name="connsiteY46" fmla="*/ 3254853 h 5560380"/>
              <a:gd name="connsiteX47" fmla="*/ 105207 w 5514669"/>
              <a:gd name="connsiteY47" fmla="*/ 2939231 h 5560380"/>
              <a:gd name="connsiteX48" fmla="*/ 0 w 5514669"/>
              <a:gd name="connsiteY48" fmla="*/ 2608580 h 5560380"/>
              <a:gd name="connsiteX49" fmla="*/ 270512 w 5514669"/>
              <a:gd name="connsiteY49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3193 w 5514669"/>
              <a:gd name="connsiteY28" fmla="*/ 955320 h 5560380"/>
              <a:gd name="connsiteX29" fmla="*/ 4862083 w 5514669"/>
              <a:gd name="connsiteY29" fmla="*/ 1045498 h 5560380"/>
              <a:gd name="connsiteX30" fmla="*/ 5031166 w 5514669"/>
              <a:gd name="connsiteY30" fmla="*/ 1304759 h 5560380"/>
              <a:gd name="connsiteX31" fmla="*/ 5234066 w 5514669"/>
              <a:gd name="connsiteY31" fmla="*/ 1564020 h 5560380"/>
              <a:gd name="connsiteX32" fmla="*/ 5279155 w 5514669"/>
              <a:gd name="connsiteY32" fmla="*/ 2510887 h 5560380"/>
              <a:gd name="connsiteX33" fmla="*/ 5493327 w 5514669"/>
              <a:gd name="connsiteY33" fmla="*/ 2984320 h 5560380"/>
              <a:gd name="connsiteX34" fmla="*/ 5234064 w 5514669"/>
              <a:gd name="connsiteY34" fmla="*/ 3322486 h 5560380"/>
              <a:gd name="connsiteX35" fmla="*/ 5177703 w 5514669"/>
              <a:gd name="connsiteY35" fmla="*/ 3908642 h 5560380"/>
              <a:gd name="connsiteX36" fmla="*/ 4520692 w 5514669"/>
              <a:gd name="connsiteY36" fmla="*/ 4178418 h 5560380"/>
              <a:gd name="connsiteX37" fmla="*/ 3295246 w 5514669"/>
              <a:gd name="connsiteY37" fmla="*/ 4528613 h 5560380"/>
              <a:gd name="connsiteX38" fmla="*/ 3171251 w 5514669"/>
              <a:gd name="connsiteY38" fmla="*/ 5374029 h 5560380"/>
              <a:gd name="connsiteX39" fmla="*/ 2596368 w 5514669"/>
              <a:gd name="connsiteY39" fmla="*/ 5531840 h 5560380"/>
              <a:gd name="connsiteX40" fmla="*/ 2161498 w 5514669"/>
              <a:gd name="connsiteY40" fmla="*/ 4867846 h 5560380"/>
              <a:gd name="connsiteX41" fmla="*/ 1426787 w 5514669"/>
              <a:gd name="connsiteY41" fmla="*/ 5141227 h 5560380"/>
              <a:gd name="connsiteX42" fmla="*/ 1033802 w 5514669"/>
              <a:gd name="connsiteY42" fmla="*/ 4748242 h 5560380"/>
              <a:gd name="connsiteX43" fmla="*/ 606643 w 5514669"/>
              <a:gd name="connsiteY43" fmla="*/ 4543207 h 5560380"/>
              <a:gd name="connsiteX44" fmla="*/ 503493 w 5514669"/>
              <a:gd name="connsiteY44" fmla="*/ 4058937 h 5560380"/>
              <a:gd name="connsiteX45" fmla="*/ 270534 w 5514669"/>
              <a:gd name="connsiteY45" fmla="*/ 3532901 h 5560380"/>
              <a:gd name="connsiteX46" fmla="*/ 45089 w 5514669"/>
              <a:gd name="connsiteY46" fmla="*/ 3254853 h 5560380"/>
              <a:gd name="connsiteX47" fmla="*/ 105207 w 5514669"/>
              <a:gd name="connsiteY47" fmla="*/ 2939231 h 5560380"/>
              <a:gd name="connsiteX48" fmla="*/ 0 w 5514669"/>
              <a:gd name="connsiteY48" fmla="*/ 2608580 h 5560380"/>
              <a:gd name="connsiteX49" fmla="*/ 270512 w 5514669"/>
              <a:gd name="connsiteY49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3193 w 5514669"/>
              <a:gd name="connsiteY28" fmla="*/ 955320 h 5560380"/>
              <a:gd name="connsiteX29" fmla="*/ 4862083 w 5514669"/>
              <a:gd name="connsiteY29" fmla="*/ 1045498 h 5560380"/>
              <a:gd name="connsiteX30" fmla="*/ 5031166 w 5514669"/>
              <a:gd name="connsiteY30" fmla="*/ 1304759 h 5560380"/>
              <a:gd name="connsiteX31" fmla="*/ 5234066 w 5514669"/>
              <a:gd name="connsiteY31" fmla="*/ 1564020 h 5560380"/>
              <a:gd name="connsiteX32" fmla="*/ 5279155 w 5514669"/>
              <a:gd name="connsiteY32" fmla="*/ 2510887 h 5560380"/>
              <a:gd name="connsiteX33" fmla="*/ 5493327 w 5514669"/>
              <a:gd name="connsiteY33" fmla="*/ 2984320 h 5560380"/>
              <a:gd name="connsiteX34" fmla="*/ 5234064 w 5514669"/>
              <a:gd name="connsiteY34" fmla="*/ 3322486 h 5560380"/>
              <a:gd name="connsiteX35" fmla="*/ 5177703 w 5514669"/>
              <a:gd name="connsiteY35" fmla="*/ 3908642 h 5560380"/>
              <a:gd name="connsiteX36" fmla="*/ 4520692 w 5514669"/>
              <a:gd name="connsiteY36" fmla="*/ 4178418 h 5560380"/>
              <a:gd name="connsiteX37" fmla="*/ 3295246 w 5514669"/>
              <a:gd name="connsiteY37" fmla="*/ 4528613 h 5560380"/>
              <a:gd name="connsiteX38" fmla="*/ 3171251 w 5514669"/>
              <a:gd name="connsiteY38" fmla="*/ 5374029 h 5560380"/>
              <a:gd name="connsiteX39" fmla="*/ 2596368 w 5514669"/>
              <a:gd name="connsiteY39" fmla="*/ 5531840 h 5560380"/>
              <a:gd name="connsiteX40" fmla="*/ 2161498 w 5514669"/>
              <a:gd name="connsiteY40" fmla="*/ 4867846 h 5560380"/>
              <a:gd name="connsiteX41" fmla="*/ 1426787 w 5514669"/>
              <a:gd name="connsiteY41" fmla="*/ 5141227 h 5560380"/>
              <a:gd name="connsiteX42" fmla="*/ 1033802 w 5514669"/>
              <a:gd name="connsiteY42" fmla="*/ 4748242 h 5560380"/>
              <a:gd name="connsiteX43" fmla="*/ 606643 w 5514669"/>
              <a:gd name="connsiteY43" fmla="*/ 4543207 h 5560380"/>
              <a:gd name="connsiteX44" fmla="*/ 503493 w 5514669"/>
              <a:gd name="connsiteY44" fmla="*/ 4058937 h 5560380"/>
              <a:gd name="connsiteX45" fmla="*/ 270534 w 5514669"/>
              <a:gd name="connsiteY45" fmla="*/ 3532901 h 5560380"/>
              <a:gd name="connsiteX46" fmla="*/ 45089 w 5514669"/>
              <a:gd name="connsiteY46" fmla="*/ 3254853 h 5560380"/>
              <a:gd name="connsiteX47" fmla="*/ 105207 w 5514669"/>
              <a:gd name="connsiteY47" fmla="*/ 2939231 h 5560380"/>
              <a:gd name="connsiteX48" fmla="*/ 0 w 5514669"/>
              <a:gd name="connsiteY48" fmla="*/ 2608580 h 5560380"/>
              <a:gd name="connsiteX49" fmla="*/ 270512 w 5514669"/>
              <a:gd name="connsiteY49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3193 w 5514669"/>
              <a:gd name="connsiteY28" fmla="*/ 955320 h 5560380"/>
              <a:gd name="connsiteX29" fmla="*/ 4862083 w 5514669"/>
              <a:gd name="connsiteY29" fmla="*/ 1045498 h 5560380"/>
              <a:gd name="connsiteX30" fmla="*/ 5031166 w 5514669"/>
              <a:gd name="connsiteY30" fmla="*/ 1304759 h 5560380"/>
              <a:gd name="connsiteX31" fmla="*/ 5234066 w 5514669"/>
              <a:gd name="connsiteY31" fmla="*/ 1564020 h 5560380"/>
              <a:gd name="connsiteX32" fmla="*/ 5279155 w 5514669"/>
              <a:gd name="connsiteY32" fmla="*/ 2510887 h 5560380"/>
              <a:gd name="connsiteX33" fmla="*/ 5493327 w 5514669"/>
              <a:gd name="connsiteY33" fmla="*/ 2984320 h 5560380"/>
              <a:gd name="connsiteX34" fmla="*/ 5234064 w 5514669"/>
              <a:gd name="connsiteY34" fmla="*/ 3322486 h 5560380"/>
              <a:gd name="connsiteX35" fmla="*/ 5177703 w 5514669"/>
              <a:gd name="connsiteY35" fmla="*/ 3908642 h 5560380"/>
              <a:gd name="connsiteX36" fmla="*/ 4520692 w 5514669"/>
              <a:gd name="connsiteY36" fmla="*/ 4178418 h 5560380"/>
              <a:gd name="connsiteX37" fmla="*/ 3295246 w 5514669"/>
              <a:gd name="connsiteY37" fmla="*/ 4528613 h 5560380"/>
              <a:gd name="connsiteX38" fmla="*/ 3171251 w 5514669"/>
              <a:gd name="connsiteY38" fmla="*/ 5374029 h 5560380"/>
              <a:gd name="connsiteX39" fmla="*/ 2596368 w 5514669"/>
              <a:gd name="connsiteY39" fmla="*/ 5531840 h 5560380"/>
              <a:gd name="connsiteX40" fmla="*/ 2161498 w 5514669"/>
              <a:gd name="connsiteY40" fmla="*/ 4867846 h 5560380"/>
              <a:gd name="connsiteX41" fmla="*/ 1426787 w 5514669"/>
              <a:gd name="connsiteY41" fmla="*/ 5141227 h 5560380"/>
              <a:gd name="connsiteX42" fmla="*/ 1033802 w 5514669"/>
              <a:gd name="connsiteY42" fmla="*/ 4748242 h 5560380"/>
              <a:gd name="connsiteX43" fmla="*/ 606643 w 5514669"/>
              <a:gd name="connsiteY43" fmla="*/ 4543207 h 5560380"/>
              <a:gd name="connsiteX44" fmla="*/ 503493 w 5514669"/>
              <a:gd name="connsiteY44" fmla="*/ 4058937 h 5560380"/>
              <a:gd name="connsiteX45" fmla="*/ 270534 w 5514669"/>
              <a:gd name="connsiteY45" fmla="*/ 3532901 h 5560380"/>
              <a:gd name="connsiteX46" fmla="*/ 45089 w 5514669"/>
              <a:gd name="connsiteY46" fmla="*/ 3254853 h 5560380"/>
              <a:gd name="connsiteX47" fmla="*/ 105207 w 5514669"/>
              <a:gd name="connsiteY47" fmla="*/ 2939231 h 5560380"/>
              <a:gd name="connsiteX48" fmla="*/ 0 w 5514669"/>
              <a:gd name="connsiteY48" fmla="*/ 2608580 h 5560380"/>
              <a:gd name="connsiteX49" fmla="*/ 270512 w 5514669"/>
              <a:gd name="connsiteY49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3193 w 5514669"/>
              <a:gd name="connsiteY28" fmla="*/ 955320 h 5560380"/>
              <a:gd name="connsiteX29" fmla="*/ 4862083 w 5514669"/>
              <a:gd name="connsiteY29" fmla="*/ 1045498 h 5560380"/>
              <a:gd name="connsiteX30" fmla="*/ 5000168 w 5514669"/>
              <a:gd name="connsiteY30" fmla="*/ 1324486 h 5560380"/>
              <a:gd name="connsiteX31" fmla="*/ 5234066 w 5514669"/>
              <a:gd name="connsiteY31" fmla="*/ 1564020 h 5560380"/>
              <a:gd name="connsiteX32" fmla="*/ 5279155 w 5514669"/>
              <a:gd name="connsiteY32" fmla="*/ 2510887 h 5560380"/>
              <a:gd name="connsiteX33" fmla="*/ 5493327 w 5514669"/>
              <a:gd name="connsiteY33" fmla="*/ 2984320 h 5560380"/>
              <a:gd name="connsiteX34" fmla="*/ 5234064 w 5514669"/>
              <a:gd name="connsiteY34" fmla="*/ 3322486 h 5560380"/>
              <a:gd name="connsiteX35" fmla="*/ 5177703 w 5514669"/>
              <a:gd name="connsiteY35" fmla="*/ 3908642 h 5560380"/>
              <a:gd name="connsiteX36" fmla="*/ 4520692 w 5514669"/>
              <a:gd name="connsiteY36" fmla="*/ 4178418 h 5560380"/>
              <a:gd name="connsiteX37" fmla="*/ 3295246 w 5514669"/>
              <a:gd name="connsiteY37" fmla="*/ 4528613 h 5560380"/>
              <a:gd name="connsiteX38" fmla="*/ 3171251 w 5514669"/>
              <a:gd name="connsiteY38" fmla="*/ 5374029 h 5560380"/>
              <a:gd name="connsiteX39" fmla="*/ 2596368 w 5514669"/>
              <a:gd name="connsiteY39" fmla="*/ 5531840 h 5560380"/>
              <a:gd name="connsiteX40" fmla="*/ 2161498 w 5514669"/>
              <a:gd name="connsiteY40" fmla="*/ 4867846 h 5560380"/>
              <a:gd name="connsiteX41" fmla="*/ 1426787 w 5514669"/>
              <a:gd name="connsiteY41" fmla="*/ 5141227 h 5560380"/>
              <a:gd name="connsiteX42" fmla="*/ 1033802 w 5514669"/>
              <a:gd name="connsiteY42" fmla="*/ 4748242 h 5560380"/>
              <a:gd name="connsiteX43" fmla="*/ 606643 w 5514669"/>
              <a:gd name="connsiteY43" fmla="*/ 4543207 h 5560380"/>
              <a:gd name="connsiteX44" fmla="*/ 503493 w 5514669"/>
              <a:gd name="connsiteY44" fmla="*/ 4058937 h 5560380"/>
              <a:gd name="connsiteX45" fmla="*/ 270534 w 5514669"/>
              <a:gd name="connsiteY45" fmla="*/ 3532901 h 5560380"/>
              <a:gd name="connsiteX46" fmla="*/ 45089 w 5514669"/>
              <a:gd name="connsiteY46" fmla="*/ 3254853 h 5560380"/>
              <a:gd name="connsiteX47" fmla="*/ 105207 w 5514669"/>
              <a:gd name="connsiteY47" fmla="*/ 2939231 h 5560380"/>
              <a:gd name="connsiteX48" fmla="*/ 0 w 5514669"/>
              <a:gd name="connsiteY48" fmla="*/ 2608580 h 5560380"/>
              <a:gd name="connsiteX49" fmla="*/ 270512 w 5514669"/>
              <a:gd name="connsiteY49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3193 w 5514669"/>
              <a:gd name="connsiteY28" fmla="*/ 955320 h 5560380"/>
              <a:gd name="connsiteX29" fmla="*/ 4862083 w 5514669"/>
              <a:gd name="connsiteY29" fmla="*/ 1045498 h 5560380"/>
              <a:gd name="connsiteX30" fmla="*/ 5000168 w 5514669"/>
              <a:gd name="connsiteY30" fmla="*/ 1324486 h 5560380"/>
              <a:gd name="connsiteX31" fmla="*/ 5234066 w 5514669"/>
              <a:gd name="connsiteY31" fmla="*/ 1564020 h 5560380"/>
              <a:gd name="connsiteX32" fmla="*/ 5279155 w 5514669"/>
              <a:gd name="connsiteY32" fmla="*/ 2510887 h 5560380"/>
              <a:gd name="connsiteX33" fmla="*/ 5493327 w 5514669"/>
              <a:gd name="connsiteY33" fmla="*/ 2984320 h 5560380"/>
              <a:gd name="connsiteX34" fmla="*/ 5234064 w 5514669"/>
              <a:gd name="connsiteY34" fmla="*/ 3322486 h 5560380"/>
              <a:gd name="connsiteX35" fmla="*/ 5177703 w 5514669"/>
              <a:gd name="connsiteY35" fmla="*/ 3908642 h 5560380"/>
              <a:gd name="connsiteX36" fmla="*/ 4520692 w 5514669"/>
              <a:gd name="connsiteY36" fmla="*/ 4178418 h 5560380"/>
              <a:gd name="connsiteX37" fmla="*/ 3295246 w 5514669"/>
              <a:gd name="connsiteY37" fmla="*/ 4528613 h 5560380"/>
              <a:gd name="connsiteX38" fmla="*/ 3171251 w 5514669"/>
              <a:gd name="connsiteY38" fmla="*/ 5374029 h 5560380"/>
              <a:gd name="connsiteX39" fmla="*/ 2596368 w 5514669"/>
              <a:gd name="connsiteY39" fmla="*/ 5531840 h 5560380"/>
              <a:gd name="connsiteX40" fmla="*/ 2161498 w 5514669"/>
              <a:gd name="connsiteY40" fmla="*/ 4867846 h 5560380"/>
              <a:gd name="connsiteX41" fmla="*/ 1426787 w 5514669"/>
              <a:gd name="connsiteY41" fmla="*/ 5141227 h 5560380"/>
              <a:gd name="connsiteX42" fmla="*/ 1033802 w 5514669"/>
              <a:gd name="connsiteY42" fmla="*/ 4748242 h 5560380"/>
              <a:gd name="connsiteX43" fmla="*/ 606643 w 5514669"/>
              <a:gd name="connsiteY43" fmla="*/ 4543207 h 5560380"/>
              <a:gd name="connsiteX44" fmla="*/ 503493 w 5514669"/>
              <a:gd name="connsiteY44" fmla="*/ 4058937 h 5560380"/>
              <a:gd name="connsiteX45" fmla="*/ 270534 w 5514669"/>
              <a:gd name="connsiteY45" fmla="*/ 3532901 h 5560380"/>
              <a:gd name="connsiteX46" fmla="*/ 45089 w 5514669"/>
              <a:gd name="connsiteY46" fmla="*/ 3254853 h 5560380"/>
              <a:gd name="connsiteX47" fmla="*/ 105207 w 5514669"/>
              <a:gd name="connsiteY47" fmla="*/ 2939231 h 5560380"/>
              <a:gd name="connsiteX48" fmla="*/ 0 w 5514669"/>
              <a:gd name="connsiteY48" fmla="*/ 2608580 h 5560380"/>
              <a:gd name="connsiteX49" fmla="*/ 270512 w 5514669"/>
              <a:gd name="connsiteY49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3193 w 5514669"/>
              <a:gd name="connsiteY28" fmla="*/ 955320 h 5560380"/>
              <a:gd name="connsiteX29" fmla="*/ 4862083 w 5514669"/>
              <a:gd name="connsiteY29" fmla="*/ 1045498 h 5560380"/>
              <a:gd name="connsiteX30" fmla="*/ 5000168 w 5514669"/>
              <a:gd name="connsiteY30" fmla="*/ 1324486 h 5560380"/>
              <a:gd name="connsiteX31" fmla="*/ 5234066 w 5514669"/>
              <a:gd name="connsiteY31" fmla="*/ 1564020 h 5560380"/>
              <a:gd name="connsiteX32" fmla="*/ 5279155 w 5514669"/>
              <a:gd name="connsiteY32" fmla="*/ 2510887 h 5560380"/>
              <a:gd name="connsiteX33" fmla="*/ 5493327 w 5514669"/>
              <a:gd name="connsiteY33" fmla="*/ 2984320 h 5560380"/>
              <a:gd name="connsiteX34" fmla="*/ 5234064 w 5514669"/>
              <a:gd name="connsiteY34" fmla="*/ 3322486 h 5560380"/>
              <a:gd name="connsiteX35" fmla="*/ 5177703 w 5514669"/>
              <a:gd name="connsiteY35" fmla="*/ 3908642 h 5560380"/>
              <a:gd name="connsiteX36" fmla="*/ 4520692 w 5514669"/>
              <a:gd name="connsiteY36" fmla="*/ 4178418 h 5560380"/>
              <a:gd name="connsiteX37" fmla="*/ 3295246 w 5514669"/>
              <a:gd name="connsiteY37" fmla="*/ 4528613 h 5560380"/>
              <a:gd name="connsiteX38" fmla="*/ 3171251 w 5514669"/>
              <a:gd name="connsiteY38" fmla="*/ 5374029 h 5560380"/>
              <a:gd name="connsiteX39" fmla="*/ 2596368 w 5514669"/>
              <a:gd name="connsiteY39" fmla="*/ 5531840 h 5560380"/>
              <a:gd name="connsiteX40" fmla="*/ 2161498 w 5514669"/>
              <a:gd name="connsiteY40" fmla="*/ 4867846 h 5560380"/>
              <a:gd name="connsiteX41" fmla="*/ 1426787 w 5514669"/>
              <a:gd name="connsiteY41" fmla="*/ 5141227 h 5560380"/>
              <a:gd name="connsiteX42" fmla="*/ 1033802 w 5514669"/>
              <a:gd name="connsiteY42" fmla="*/ 4748242 h 5560380"/>
              <a:gd name="connsiteX43" fmla="*/ 606643 w 5514669"/>
              <a:gd name="connsiteY43" fmla="*/ 4543207 h 5560380"/>
              <a:gd name="connsiteX44" fmla="*/ 503493 w 5514669"/>
              <a:gd name="connsiteY44" fmla="*/ 4058937 h 5560380"/>
              <a:gd name="connsiteX45" fmla="*/ 270534 w 5514669"/>
              <a:gd name="connsiteY45" fmla="*/ 3532901 h 5560380"/>
              <a:gd name="connsiteX46" fmla="*/ 45089 w 5514669"/>
              <a:gd name="connsiteY46" fmla="*/ 3254853 h 5560380"/>
              <a:gd name="connsiteX47" fmla="*/ 105207 w 5514669"/>
              <a:gd name="connsiteY47" fmla="*/ 2939231 h 5560380"/>
              <a:gd name="connsiteX48" fmla="*/ 0 w 5514669"/>
              <a:gd name="connsiteY48" fmla="*/ 2608580 h 5560380"/>
              <a:gd name="connsiteX49" fmla="*/ 270512 w 5514669"/>
              <a:gd name="connsiteY49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3193 w 5514669"/>
              <a:gd name="connsiteY28" fmla="*/ 955320 h 5560380"/>
              <a:gd name="connsiteX29" fmla="*/ 4862083 w 5514669"/>
              <a:gd name="connsiteY29" fmla="*/ 1045498 h 5560380"/>
              <a:gd name="connsiteX30" fmla="*/ 5000168 w 5514669"/>
              <a:gd name="connsiteY30" fmla="*/ 1324486 h 5560380"/>
              <a:gd name="connsiteX31" fmla="*/ 5234066 w 5514669"/>
              <a:gd name="connsiteY31" fmla="*/ 1564020 h 5560380"/>
              <a:gd name="connsiteX32" fmla="*/ 5279155 w 5514669"/>
              <a:gd name="connsiteY32" fmla="*/ 2510887 h 5560380"/>
              <a:gd name="connsiteX33" fmla="*/ 5493327 w 5514669"/>
              <a:gd name="connsiteY33" fmla="*/ 2984320 h 5560380"/>
              <a:gd name="connsiteX34" fmla="*/ 5234064 w 5514669"/>
              <a:gd name="connsiteY34" fmla="*/ 3322486 h 5560380"/>
              <a:gd name="connsiteX35" fmla="*/ 5177703 w 5514669"/>
              <a:gd name="connsiteY35" fmla="*/ 3908642 h 5560380"/>
              <a:gd name="connsiteX36" fmla="*/ 4520692 w 5514669"/>
              <a:gd name="connsiteY36" fmla="*/ 4178418 h 5560380"/>
              <a:gd name="connsiteX37" fmla="*/ 3295246 w 5514669"/>
              <a:gd name="connsiteY37" fmla="*/ 4528613 h 5560380"/>
              <a:gd name="connsiteX38" fmla="*/ 3171251 w 5514669"/>
              <a:gd name="connsiteY38" fmla="*/ 5374029 h 5560380"/>
              <a:gd name="connsiteX39" fmla="*/ 2596368 w 5514669"/>
              <a:gd name="connsiteY39" fmla="*/ 5531840 h 5560380"/>
              <a:gd name="connsiteX40" fmla="*/ 2161498 w 5514669"/>
              <a:gd name="connsiteY40" fmla="*/ 4867846 h 5560380"/>
              <a:gd name="connsiteX41" fmla="*/ 1426787 w 5514669"/>
              <a:gd name="connsiteY41" fmla="*/ 5141227 h 5560380"/>
              <a:gd name="connsiteX42" fmla="*/ 1033802 w 5514669"/>
              <a:gd name="connsiteY42" fmla="*/ 4748242 h 5560380"/>
              <a:gd name="connsiteX43" fmla="*/ 606643 w 5514669"/>
              <a:gd name="connsiteY43" fmla="*/ 4543207 h 5560380"/>
              <a:gd name="connsiteX44" fmla="*/ 503493 w 5514669"/>
              <a:gd name="connsiteY44" fmla="*/ 4058937 h 5560380"/>
              <a:gd name="connsiteX45" fmla="*/ 270534 w 5514669"/>
              <a:gd name="connsiteY45" fmla="*/ 3532901 h 5560380"/>
              <a:gd name="connsiteX46" fmla="*/ 45089 w 5514669"/>
              <a:gd name="connsiteY46" fmla="*/ 3254853 h 5560380"/>
              <a:gd name="connsiteX47" fmla="*/ 105207 w 5514669"/>
              <a:gd name="connsiteY47" fmla="*/ 2939231 h 5560380"/>
              <a:gd name="connsiteX48" fmla="*/ 0 w 5514669"/>
              <a:gd name="connsiteY48" fmla="*/ 2608580 h 5560380"/>
              <a:gd name="connsiteX49" fmla="*/ 270512 w 5514669"/>
              <a:gd name="connsiteY49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3193 w 5514669"/>
              <a:gd name="connsiteY28" fmla="*/ 955320 h 5560380"/>
              <a:gd name="connsiteX29" fmla="*/ 4862083 w 5514669"/>
              <a:gd name="connsiteY29" fmla="*/ 1045498 h 5560380"/>
              <a:gd name="connsiteX30" fmla="*/ 5000168 w 5514669"/>
              <a:gd name="connsiteY30" fmla="*/ 1324486 h 5560380"/>
              <a:gd name="connsiteX31" fmla="*/ 5234066 w 5514669"/>
              <a:gd name="connsiteY31" fmla="*/ 1564020 h 5560380"/>
              <a:gd name="connsiteX32" fmla="*/ 5279155 w 5514669"/>
              <a:gd name="connsiteY32" fmla="*/ 2510887 h 5560380"/>
              <a:gd name="connsiteX33" fmla="*/ 5493327 w 5514669"/>
              <a:gd name="connsiteY33" fmla="*/ 2984320 h 5560380"/>
              <a:gd name="connsiteX34" fmla="*/ 5234064 w 5514669"/>
              <a:gd name="connsiteY34" fmla="*/ 3322486 h 5560380"/>
              <a:gd name="connsiteX35" fmla="*/ 5177703 w 5514669"/>
              <a:gd name="connsiteY35" fmla="*/ 3908642 h 5560380"/>
              <a:gd name="connsiteX36" fmla="*/ 4520692 w 5514669"/>
              <a:gd name="connsiteY36" fmla="*/ 4178418 h 5560380"/>
              <a:gd name="connsiteX37" fmla="*/ 3295246 w 5514669"/>
              <a:gd name="connsiteY37" fmla="*/ 4528613 h 5560380"/>
              <a:gd name="connsiteX38" fmla="*/ 3171251 w 5514669"/>
              <a:gd name="connsiteY38" fmla="*/ 5374029 h 5560380"/>
              <a:gd name="connsiteX39" fmla="*/ 2596368 w 5514669"/>
              <a:gd name="connsiteY39" fmla="*/ 5531840 h 5560380"/>
              <a:gd name="connsiteX40" fmla="*/ 2161498 w 5514669"/>
              <a:gd name="connsiteY40" fmla="*/ 4867846 h 5560380"/>
              <a:gd name="connsiteX41" fmla="*/ 1426787 w 5514669"/>
              <a:gd name="connsiteY41" fmla="*/ 5141227 h 5560380"/>
              <a:gd name="connsiteX42" fmla="*/ 1033802 w 5514669"/>
              <a:gd name="connsiteY42" fmla="*/ 4748242 h 5560380"/>
              <a:gd name="connsiteX43" fmla="*/ 606643 w 5514669"/>
              <a:gd name="connsiteY43" fmla="*/ 4543207 h 5560380"/>
              <a:gd name="connsiteX44" fmla="*/ 503493 w 5514669"/>
              <a:gd name="connsiteY44" fmla="*/ 4058937 h 5560380"/>
              <a:gd name="connsiteX45" fmla="*/ 270534 w 5514669"/>
              <a:gd name="connsiteY45" fmla="*/ 3532901 h 5560380"/>
              <a:gd name="connsiteX46" fmla="*/ 45089 w 5514669"/>
              <a:gd name="connsiteY46" fmla="*/ 3254853 h 5560380"/>
              <a:gd name="connsiteX47" fmla="*/ 105207 w 5514669"/>
              <a:gd name="connsiteY47" fmla="*/ 2939231 h 5560380"/>
              <a:gd name="connsiteX48" fmla="*/ 0 w 5514669"/>
              <a:gd name="connsiteY48" fmla="*/ 2608580 h 5560380"/>
              <a:gd name="connsiteX49" fmla="*/ 270512 w 5514669"/>
              <a:gd name="connsiteY49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3193 w 5514669"/>
              <a:gd name="connsiteY28" fmla="*/ 955320 h 5560380"/>
              <a:gd name="connsiteX29" fmla="*/ 4862083 w 5514669"/>
              <a:gd name="connsiteY29" fmla="*/ 1045498 h 5560380"/>
              <a:gd name="connsiteX30" fmla="*/ 5000168 w 5514669"/>
              <a:gd name="connsiteY30" fmla="*/ 1324486 h 5560380"/>
              <a:gd name="connsiteX31" fmla="*/ 5234066 w 5514669"/>
              <a:gd name="connsiteY31" fmla="*/ 1564020 h 5560380"/>
              <a:gd name="connsiteX32" fmla="*/ 5211520 w 5514669"/>
              <a:gd name="connsiteY32" fmla="*/ 1951033 h 5560380"/>
              <a:gd name="connsiteX33" fmla="*/ 5279155 w 5514669"/>
              <a:gd name="connsiteY33" fmla="*/ 2510887 h 5560380"/>
              <a:gd name="connsiteX34" fmla="*/ 5493327 w 5514669"/>
              <a:gd name="connsiteY34" fmla="*/ 2984320 h 5560380"/>
              <a:gd name="connsiteX35" fmla="*/ 5234064 w 5514669"/>
              <a:gd name="connsiteY35" fmla="*/ 3322486 h 5560380"/>
              <a:gd name="connsiteX36" fmla="*/ 5177703 w 5514669"/>
              <a:gd name="connsiteY36" fmla="*/ 3908642 h 5560380"/>
              <a:gd name="connsiteX37" fmla="*/ 4520692 w 5514669"/>
              <a:gd name="connsiteY37" fmla="*/ 4178418 h 5560380"/>
              <a:gd name="connsiteX38" fmla="*/ 3295246 w 5514669"/>
              <a:gd name="connsiteY38" fmla="*/ 4528613 h 5560380"/>
              <a:gd name="connsiteX39" fmla="*/ 3171251 w 5514669"/>
              <a:gd name="connsiteY39" fmla="*/ 5374029 h 5560380"/>
              <a:gd name="connsiteX40" fmla="*/ 2596368 w 5514669"/>
              <a:gd name="connsiteY40" fmla="*/ 5531840 h 5560380"/>
              <a:gd name="connsiteX41" fmla="*/ 2161498 w 5514669"/>
              <a:gd name="connsiteY41" fmla="*/ 4867846 h 5560380"/>
              <a:gd name="connsiteX42" fmla="*/ 1426787 w 5514669"/>
              <a:gd name="connsiteY42" fmla="*/ 5141227 h 5560380"/>
              <a:gd name="connsiteX43" fmla="*/ 1033802 w 5514669"/>
              <a:gd name="connsiteY43" fmla="*/ 4748242 h 5560380"/>
              <a:gd name="connsiteX44" fmla="*/ 606643 w 5514669"/>
              <a:gd name="connsiteY44" fmla="*/ 4543207 h 5560380"/>
              <a:gd name="connsiteX45" fmla="*/ 503493 w 5514669"/>
              <a:gd name="connsiteY45" fmla="*/ 4058937 h 5560380"/>
              <a:gd name="connsiteX46" fmla="*/ 270534 w 5514669"/>
              <a:gd name="connsiteY46" fmla="*/ 3532901 h 5560380"/>
              <a:gd name="connsiteX47" fmla="*/ 45089 w 5514669"/>
              <a:gd name="connsiteY47" fmla="*/ 3254853 h 5560380"/>
              <a:gd name="connsiteX48" fmla="*/ 105207 w 5514669"/>
              <a:gd name="connsiteY48" fmla="*/ 2939231 h 5560380"/>
              <a:gd name="connsiteX49" fmla="*/ 0 w 5514669"/>
              <a:gd name="connsiteY49" fmla="*/ 2608580 h 5560380"/>
              <a:gd name="connsiteX50" fmla="*/ 270512 w 5514669"/>
              <a:gd name="connsiteY50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3193 w 5514669"/>
              <a:gd name="connsiteY28" fmla="*/ 955320 h 5560380"/>
              <a:gd name="connsiteX29" fmla="*/ 4862083 w 5514669"/>
              <a:gd name="connsiteY29" fmla="*/ 1045498 h 5560380"/>
              <a:gd name="connsiteX30" fmla="*/ 5000168 w 5514669"/>
              <a:gd name="connsiteY30" fmla="*/ 1324486 h 5560380"/>
              <a:gd name="connsiteX31" fmla="*/ 5234066 w 5514669"/>
              <a:gd name="connsiteY31" fmla="*/ 1564020 h 5560380"/>
              <a:gd name="connsiteX32" fmla="*/ 5211520 w 5514669"/>
              <a:gd name="connsiteY32" fmla="*/ 1951033 h 5560380"/>
              <a:gd name="connsiteX33" fmla="*/ 5279155 w 5514669"/>
              <a:gd name="connsiteY33" fmla="*/ 2510887 h 5560380"/>
              <a:gd name="connsiteX34" fmla="*/ 5493327 w 5514669"/>
              <a:gd name="connsiteY34" fmla="*/ 2984320 h 5560380"/>
              <a:gd name="connsiteX35" fmla="*/ 5234064 w 5514669"/>
              <a:gd name="connsiteY35" fmla="*/ 3322486 h 5560380"/>
              <a:gd name="connsiteX36" fmla="*/ 5177703 w 5514669"/>
              <a:gd name="connsiteY36" fmla="*/ 3908642 h 5560380"/>
              <a:gd name="connsiteX37" fmla="*/ 4520692 w 5514669"/>
              <a:gd name="connsiteY37" fmla="*/ 4178418 h 5560380"/>
              <a:gd name="connsiteX38" fmla="*/ 3295246 w 5514669"/>
              <a:gd name="connsiteY38" fmla="*/ 4528613 h 5560380"/>
              <a:gd name="connsiteX39" fmla="*/ 3171251 w 5514669"/>
              <a:gd name="connsiteY39" fmla="*/ 5374029 h 5560380"/>
              <a:gd name="connsiteX40" fmla="*/ 2596368 w 5514669"/>
              <a:gd name="connsiteY40" fmla="*/ 5531840 h 5560380"/>
              <a:gd name="connsiteX41" fmla="*/ 2161498 w 5514669"/>
              <a:gd name="connsiteY41" fmla="*/ 4867846 h 5560380"/>
              <a:gd name="connsiteX42" fmla="*/ 1426787 w 5514669"/>
              <a:gd name="connsiteY42" fmla="*/ 5141227 h 5560380"/>
              <a:gd name="connsiteX43" fmla="*/ 1033802 w 5514669"/>
              <a:gd name="connsiteY43" fmla="*/ 4748242 h 5560380"/>
              <a:gd name="connsiteX44" fmla="*/ 606643 w 5514669"/>
              <a:gd name="connsiteY44" fmla="*/ 4543207 h 5560380"/>
              <a:gd name="connsiteX45" fmla="*/ 503493 w 5514669"/>
              <a:gd name="connsiteY45" fmla="*/ 4058937 h 5560380"/>
              <a:gd name="connsiteX46" fmla="*/ 270534 w 5514669"/>
              <a:gd name="connsiteY46" fmla="*/ 3532901 h 5560380"/>
              <a:gd name="connsiteX47" fmla="*/ 45089 w 5514669"/>
              <a:gd name="connsiteY47" fmla="*/ 3254853 h 5560380"/>
              <a:gd name="connsiteX48" fmla="*/ 105207 w 5514669"/>
              <a:gd name="connsiteY48" fmla="*/ 2939231 h 5560380"/>
              <a:gd name="connsiteX49" fmla="*/ 0 w 5514669"/>
              <a:gd name="connsiteY49" fmla="*/ 2608580 h 5560380"/>
              <a:gd name="connsiteX50" fmla="*/ 270512 w 5514669"/>
              <a:gd name="connsiteY50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3193 w 5514669"/>
              <a:gd name="connsiteY28" fmla="*/ 955320 h 5560380"/>
              <a:gd name="connsiteX29" fmla="*/ 4862083 w 5514669"/>
              <a:gd name="connsiteY29" fmla="*/ 1045498 h 5560380"/>
              <a:gd name="connsiteX30" fmla="*/ 5000168 w 5514669"/>
              <a:gd name="connsiteY30" fmla="*/ 1324486 h 5560380"/>
              <a:gd name="connsiteX31" fmla="*/ 5234066 w 5514669"/>
              <a:gd name="connsiteY31" fmla="*/ 1564020 h 5560380"/>
              <a:gd name="connsiteX32" fmla="*/ 5211520 w 5514669"/>
              <a:gd name="connsiteY32" fmla="*/ 1951033 h 5560380"/>
              <a:gd name="connsiteX33" fmla="*/ 5279155 w 5514669"/>
              <a:gd name="connsiteY33" fmla="*/ 2510887 h 5560380"/>
              <a:gd name="connsiteX34" fmla="*/ 5493327 w 5514669"/>
              <a:gd name="connsiteY34" fmla="*/ 2984320 h 5560380"/>
              <a:gd name="connsiteX35" fmla="*/ 5234064 w 5514669"/>
              <a:gd name="connsiteY35" fmla="*/ 3322486 h 5560380"/>
              <a:gd name="connsiteX36" fmla="*/ 5177703 w 5514669"/>
              <a:gd name="connsiteY36" fmla="*/ 3908642 h 5560380"/>
              <a:gd name="connsiteX37" fmla="*/ 4520692 w 5514669"/>
              <a:gd name="connsiteY37" fmla="*/ 4178418 h 5560380"/>
              <a:gd name="connsiteX38" fmla="*/ 3295246 w 5514669"/>
              <a:gd name="connsiteY38" fmla="*/ 4528613 h 5560380"/>
              <a:gd name="connsiteX39" fmla="*/ 3171251 w 5514669"/>
              <a:gd name="connsiteY39" fmla="*/ 5374029 h 5560380"/>
              <a:gd name="connsiteX40" fmla="*/ 2596368 w 5514669"/>
              <a:gd name="connsiteY40" fmla="*/ 5531840 h 5560380"/>
              <a:gd name="connsiteX41" fmla="*/ 2161498 w 5514669"/>
              <a:gd name="connsiteY41" fmla="*/ 4867846 h 5560380"/>
              <a:gd name="connsiteX42" fmla="*/ 1426787 w 5514669"/>
              <a:gd name="connsiteY42" fmla="*/ 5141227 h 5560380"/>
              <a:gd name="connsiteX43" fmla="*/ 1033802 w 5514669"/>
              <a:gd name="connsiteY43" fmla="*/ 4748242 h 5560380"/>
              <a:gd name="connsiteX44" fmla="*/ 606643 w 5514669"/>
              <a:gd name="connsiteY44" fmla="*/ 4543207 h 5560380"/>
              <a:gd name="connsiteX45" fmla="*/ 503493 w 5514669"/>
              <a:gd name="connsiteY45" fmla="*/ 4058937 h 5560380"/>
              <a:gd name="connsiteX46" fmla="*/ 270534 w 5514669"/>
              <a:gd name="connsiteY46" fmla="*/ 3532901 h 5560380"/>
              <a:gd name="connsiteX47" fmla="*/ 45089 w 5514669"/>
              <a:gd name="connsiteY47" fmla="*/ 3254853 h 5560380"/>
              <a:gd name="connsiteX48" fmla="*/ 105207 w 5514669"/>
              <a:gd name="connsiteY48" fmla="*/ 2939231 h 5560380"/>
              <a:gd name="connsiteX49" fmla="*/ 0 w 5514669"/>
              <a:gd name="connsiteY49" fmla="*/ 2608580 h 5560380"/>
              <a:gd name="connsiteX50" fmla="*/ 270512 w 5514669"/>
              <a:gd name="connsiteY50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3193 w 5514669"/>
              <a:gd name="connsiteY28" fmla="*/ 955320 h 5560380"/>
              <a:gd name="connsiteX29" fmla="*/ 4862083 w 5514669"/>
              <a:gd name="connsiteY29" fmla="*/ 1045498 h 5560380"/>
              <a:gd name="connsiteX30" fmla="*/ 5000168 w 5514669"/>
              <a:gd name="connsiteY30" fmla="*/ 1324486 h 5560380"/>
              <a:gd name="connsiteX31" fmla="*/ 5234066 w 5514669"/>
              <a:gd name="connsiteY31" fmla="*/ 1564020 h 5560380"/>
              <a:gd name="connsiteX32" fmla="*/ 5211520 w 5514669"/>
              <a:gd name="connsiteY32" fmla="*/ 1951033 h 5560380"/>
              <a:gd name="connsiteX33" fmla="*/ 5279155 w 5514669"/>
              <a:gd name="connsiteY33" fmla="*/ 2510887 h 5560380"/>
              <a:gd name="connsiteX34" fmla="*/ 5493327 w 5514669"/>
              <a:gd name="connsiteY34" fmla="*/ 2984320 h 5560380"/>
              <a:gd name="connsiteX35" fmla="*/ 5234064 w 5514669"/>
              <a:gd name="connsiteY35" fmla="*/ 3322486 h 5560380"/>
              <a:gd name="connsiteX36" fmla="*/ 5177703 w 5514669"/>
              <a:gd name="connsiteY36" fmla="*/ 3908642 h 5560380"/>
              <a:gd name="connsiteX37" fmla="*/ 4520692 w 5514669"/>
              <a:gd name="connsiteY37" fmla="*/ 4178418 h 5560380"/>
              <a:gd name="connsiteX38" fmla="*/ 3295246 w 5514669"/>
              <a:gd name="connsiteY38" fmla="*/ 4528613 h 5560380"/>
              <a:gd name="connsiteX39" fmla="*/ 3171251 w 5514669"/>
              <a:gd name="connsiteY39" fmla="*/ 5374029 h 5560380"/>
              <a:gd name="connsiteX40" fmla="*/ 2596368 w 5514669"/>
              <a:gd name="connsiteY40" fmla="*/ 5531840 h 5560380"/>
              <a:gd name="connsiteX41" fmla="*/ 2161498 w 5514669"/>
              <a:gd name="connsiteY41" fmla="*/ 4867846 h 5560380"/>
              <a:gd name="connsiteX42" fmla="*/ 1426787 w 5514669"/>
              <a:gd name="connsiteY42" fmla="*/ 5141227 h 5560380"/>
              <a:gd name="connsiteX43" fmla="*/ 1033802 w 5514669"/>
              <a:gd name="connsiteY43" fmla="*/ 4748242 h 5560380"/>
              <a:gd name="connsiteX44" fmla="*/ 606643 w 5514669"/>
              <a:gd name="connsiteY44" fmla="*/ 4543207 h 5560380"/>
              <a:gd name="connsiteX45" fmla="*/ 503493 w 5514669"/>
              <a:gd name="connsiteY45" fmla="*/ 4058937 h 5560380"/>
              <a:gd name="connsiteX46" fmla="*/ 270534 w 5514669"/>
              <a:gd name="connsiteY46" fmla="*/ 3532901 h 5560380"/>
              <a:gd name="connsiteX47" fmla="*/ 45089 w 5514669"/>
              <a:gd name="connsiteY47" fmla="*/ 3254853 h 5560380"/>
              <a:gd name="connsiteX48" fmla="*/ 105207 w 5514669"/>
              <a:gd name="connsiteY48" fmla="*/ 2939231 h 5560380"/>
              <a:gd name="connsiteX49" fmla="*/ 0 w 5514669"/>
              <a:gd name="connsiteY49" fmla="*/ 2608580 h 5560380"/>
              <a:gd name="connsiteX50" fmla="*/ 270512 w 5514669"/>
              <a:gd name="connsiteY50" fmla="*/ 2341841 h 5560380"/>
              <a:gd name="connsiteX0" fmla="*/ 270512 w 5514669"/>
              <a:gd name="connsiteY0" fmla="*/ 2341841 h 5560380"/>
              <a:gd name="connsiteX1" fmla="*/ 520025 w 5514669"/>
              <a:gd name="connsiteY1" fmla="*/ 1812009 h 5560380"/>
              <a:gd name="connsiteX2" fmla="*/ 299088 w 5514669"/>
              <a:gd name="connsiteY2" fmla="*/ 1586565 h 5560380"/>
              <a:gd name="connsiteX3" fmla="*/ 344177 w 5514669"/>
              <a:gd name="connsiteY3" fmla="*/ 1410718 h 5560380"/>
              <a:gd name="connsiteX4" fmla="*/ 610202 w 5514669"/>
              <a:gd name="connsiteY4" fmla="*/ 1343085 h 5560380"/>
              <a:gd name="connsiteX5" fmla="*/ 556095 w 5514669"/>
              <a:gd name="connsiteY5" fmla="*/ 1095096 h 5560380"/>
              <a:gd name="connsiteX6" fmla="*/ 709309 w 5514669"/>
              <a:gd name="connsiteY6" fmla="*/ 969193 h 5560380"/>
              <a:gd name="connsiteX7" fmla="*/ 885486 w 5514669"/>
              <a:gd name="connsiteY7" fmla="*/ 745050 h 5560380"/>
              <a:gd name="connsiteX8" fmla="*/ 1056222 w 5514669"/>
              <a:gd name="connsiteY8" fmla="*/ 627193 h 5560380"/>
              <a:gd name="connsiteX9" fmla="*/ 1145486 w 5514669"/>
              <a:gd name="connsiteY9" fmla="*/ 471772 h 5560380"/>
              <a:gd name="connsiteX10" fmla="*/ 1322607 w 5514669"/>
              <a:gd name="connsiteY10" fmla="*/ 448070 h 5560380"/>
              <a:gd name="connsiteX11" fmla="*/ 1429693 w 5514669"/>
              <a:gd name="connsiteY11" fmla="*/ 355075 h 5560380"/>
              <a:gd name="connsiteX12" fmla="*/ 1579431 w 5514669"/>
              <a:gd name="connsiteY12" fmla="*/ 379714 h 5560380"/>
              <a:gd name="connsiteX13" fmla="*/ 1932598 w 5514669"/>
              <a:gd name="connsiteY13" fmla="*/ 328478 h 5560380"/>
              <a:gd name="connsiteX14" fmla="*/ 1978125 w 5514669"/>
              <a:gd name="connsiteY14" fmla="*/ 114782 h 5560380"/>
              <a:gd name="connsiteX15" fmla="*/ 2089118 w 5514669"/>
              <a:gd name="connsiteY15" fmla="*/ 92996 h 5560380"/>
              <a:gd name="connsiteX16" fmla="*/ 2378088 w 5514669"/>
              <a:gd name="connsiteY16" fmla="*/ 23414 h 5560380"/>
              <a:gd name="connsiteX17" fmla="*/ 2525916 w 5514669"/>
              <a:gd name="connsiteY17" fmla="*/ 42271 h 5560380"/>
              <a:gd name="connsiteX18" fmla="*/ 2661183 w 5514669"/>
              <a:gd name="connsiteY18" fmla="*/ 0 h 5560380"/>
              <a:gd name="connsiteX19" fmla="*/ 2799268 w 5514669"/>
              <a:gd name="connsiteY19" fmla="*/ 64815 h 5560380"/>
              <a:gd name="connsiteX20" fmla="*/ 2996793 w 5514669"/>
              <a:gd name="connsiteY20" fmla="*/ 93263 h 5560380"/>
              <a:gd name="connsiteX21" fmla="*/ 3159979 w 5514669"/>
              <a:gd name="connsiteY21" fmla="*/ 25362 h 5560380"/>
              <a:gd name="connsiteX22" fmla="*/ 3298806 w 5514669"/>
              <a:gd name="connsiteY22" fmla="*/ 102206 h 5560380"/>
              <a:gd name="connsiteX23" fmla="*/ 3488948 w 5514669"/>
              <a:gd name="connsiteY23" fmla="*/ 115699 h 5560380"/>
              <a:gd name="connsiteX24" fmla="*/ 3605504 w 5514669"/>
              <a:gd name="connsiteY24" fmla="*/ 321082 h 5560380"/>
              <a:gd name="connsiteX25" fmla="*/ 3965288 w 5514669"/>
              <a:gd name="connsiteY25" fmla="*/ 684066 h 5560380"/>
              <a:gd name="connsiteX26" fmla="*/ 4295455 w 5514669"/>
              <a:gd name="connsiteY26" fmla="*/ 494261 h 5560380"/>
              <a:gd name="connsiteX27" fmla="*/ 4478828 w 5514669"/>
              <a:gd name="connsiteY27" fmla="*/ 631244 h 5560380"/>
              <a:gd name="connsiteX28" fmla="*/ 4473193 w 5514669"/>
              <a:gd name="connsiteY28" fmla="*/ 955320 h 5560380"/>
              <a:gd name="connsiteX29" fmla="*/ 4862083 w 5514669"/>
              <a:gd name="connsiteY29" fmla="*/ 1045498 h 5560380"/>
              <a:gd name="connsiteX30" fmla="*/ 5000168 w 5514669"/>
              <a:gd name="connsiteY30" fmla="*/ 1324486 h 5560380"/>
              <a:gd name="connsiteX31" fmla="*/ 5234066 w 5514669"/>
              <a:gd name="connsiteY31" fmla="*/ 1564020 h 5560380"/>
              <a:gd name="connsiteX32" fmla="*/ 5211520 w 5514669"/>
              <a:gd name="connsiteY32" fmla="*/ 1951033 h 5560380"/>
              <a:gd name="connsiteX33" fmla="*/ 5279155 w 5514669"/>
              <a:gd name="connsiteY33" fmla="*/ 2510887 h 5560380"/>
              <a:gd name="connsiteX34" fmla="*/ 5493327 w 5514669"/>
              <a:gd name="connsiteY34" fmla="*/ 2984320 h 5560380"/>
              <a:gd name="connsiteX35" fmla="*/ 5234064 w 5514669"/>
              <a:gd name="connsiteY35" fmla="*/ 3322486 h 5560380"/>
              <a:gd name="connsiteX36" fmla="*/ 5177703 w 5514669"/>
              <a:gd name="connsiteY36" fmla="*/ 3908642 h 5560380"/>
              <a:gd name="connsiteX37" fmla="*/ 4520692 w 5514669"/>
              <a:gd name="connsiteY37" fmla="*/ 4178418 h 5560380"/>
              <a:gd name="connsiteX38" fmla="*/ 3295246 w 5514669"/>
              <a:gd name="connsiteY38" fmla="*/ 4528613 h 5560380"/>
              <a:gd name="connsiteX39" fmla="*/ 3171251 w 5514669"/>
              <a:gd name="connsiteY39" fmla="*/ 5374029 h 5560380"/>
              <a:gd name="connsiteX40" fmla="*/ 2596368 w 5514669"/>
              <a:gd name="connsiteY40" fmla="*/ 5531840 h 5560380"/>
              <a:gd name="connsiteX41" fmla="*/ 2161498 w 5514669"/>
              <a:gd name="connsiteY41" fmla="*/ 4867846 h 5560380"/>
              <a:gd name="connsiteX42" fmla="*/ 1426787 w 5514669"/>
              <a:gd name="connsiteY42" fmla="*/ 5141227 h 5560380"/>
              <a:gd name="connsiteX43" fmla="*/ 1033802 w 5514669"/>
              <a:gd name="connsiteY43" fmla="*/ 4748242 h 5560380"/>
              <a:gd name="connsiteX44" fmla="*/ 606643 w 5514669"/>
              <a:gd name="connsiteY44" fmla="*/ 4543207 h 5560380"/>
              <a:gd name="connsiteX45" fmla="*/ 503493 w 5514669"/>
              <a:gd name="connsiteY45" fmla="*/ 4058937 h 5560380"/>
              <a:gd name="connsiteX46" fmla="*/ 270534 w 5514669"/>
              <a:gd name="connsiteY46" fmla="*/ 3532901 h 5560380"/>
              <a:gd name="connsiteX47" fmla="*/ 45089 w 5514669"/>
              <a:gd name="connsiteY47" fmla="*/ 3254853 h 5560380"/>
              <a:gd name="connsiteX48" fmla="*/ 105207 w 5514669"/>
              <a:gd name="connsiteY48" fmla="*/ 2939231 h 5560380"/>
              <a:gd name="connsiteX49" fmla="*/ 0 w 5514669"/>
              <a:gd name="connsiteY49" fmla="*/ 2608580 h 5560380"/>
              <a:gd name="connsiteX50" fmla="*/ 270512 w 5514669"/>
              <a:gd name="connsiteY50" fmla="*/ 2341841 h 5560380"/>
              <a:gd name="connsiteX0" fmla="*/ 270512 w 5525424"/>
              <a:gd name="connsiteY0" fmla="*/ 2341841 h 5560380"/>
              <a:gd name="connsiteX1" fmla="*/ 520025 w 5525424"/>
              <a:gd name="connsiteY1" fmla="*/ 1812009 h 5560380"/>
              <a:gd name="connsiteX2" fmla="*/ 299088 w 5525424"/>
              <a:gd name="connsiteY2" fmla="*/ 1586565 h 5560380"/>
              <a:gd name="connsiteX3" fmla="*/ 344177 w 5525424"/>
              <a:gd name="connsiteY3" fmla="*/ 1410718 h 5560380"/>
              <a:gd name="connsiteX4" fmla="*/ 610202 w 5525424"/>
              <a:gd name="connsiteY4" fmla="*/ 1343085 h 5560380"/>
              <a:gd name="connsiteX5" fmla="*/ 556095 w 5525424"/>
              <a:gd name="connsiteY5" fmla="*/ 1095096 h 5560380"/>
              <a:gd name="connsiteX6" fmla="*/ 709309 w 5525424"/>
              <a:gd name="connsiteY6" fmla="*/ 969193 h 5560380"/>
              <a:gd name="connsiteX7" fmla="*/ 885486 w 5525424"/>
              <a:gd name="connsiteY7" fmla="*/ 745050 h 5560380"/>
              <a:gd name="connsiteX8" fmla="*/ 1056222 w 5525424"/>
              <a:gd name="connsiteY8" fmla="*/ 627193 h 5560380"/>
              <a:gd name="connsiteX9" fmla="*/ 1145486 w 5525424"/>
              <a:gd name="connsiteY9" fmla="*/ 471772 h 5560380"/>
              <a:gd name="connsiteX10" fmla="*/ 1322607 w 5525424"/>
              <a:gd name="connsiteY10" fmla="*/ 448070 h 5560380"/>
              <a:gd name="connsiteX11" fmla="*/ 1429693 w 5525424"/>
              <a:gd name="connsiteY11" fmla="*/ 355075 h 5560380"/>
              <a:gd name="connsiteX12" fmla="*/ 1579431 w 5525424"/>
              <a:gd name="connsiteY12" fmla="*/ 379714 h 5560380"/>
              <a:gd name="connsiteX13" fmla="*/ 1932598 w 5525424"/>
              <a:gd name="connsiteY13" fmla="*/ 328478 h 5560380"/>
              <a:gd name="connsiteX14" fmla="*/ 1978125 w 5525424"/>
              <a:gd name="connsiteY14" fmla="*/ 114782 h 5560380"/>
              <a:gd name="connsiteX15" fmla="*/ 2089118 w 5525424"/>
              <a:gd name="connsiteY15" fmla="*/ 92996 h 5560380"/>
              <a:gd name="connsiteX16" fmla="*/ 2378088 w 5525424"/>
              <a:gd name="connsiteY16" fmla="*/ 23414 h 5560380"/>
              <a:gd name="connsiteX17" fmla="*/ 2525916 w 5525424"/>
              <a:gd name="connsiteY17" fmla="*/ 42271 h 5560380"/>
              <a:gd name="connsiteX18" fmla="*/ 2661183 w 5525424"/>
              <a:gd name="connsiteY18" fmla="*/ 0 h 5560380"/>
              <a:gd name="connsiteX19" fmla="*/ 2799268 w 5525424"/>
              <a:gd name="connsiteY19" fmla="*/ 64815 h 5560380"/>
              <a:gd name="connsiteX20" fmla="*/ 2996793 w 5525424"/>
              <a:gd name="connsiteY20" fmla="*/ 93263 h 5560380"/>
              <a:gd name="connsiteX21" fmla="*/ 3159979 w 5525424"/>
              <a:gd name="connsiteY21" fmla="*/ 25362 h 5560380"/>
              <a:gd name="connsiteX22" fmla="*/ 3298806 w 5525424"/>
              <a:gd name="connsiteY22" fmla="*/ 102206 h 5560380"/>
              <a:gd name="connsiteX23" fmla="*/ 3488948 w 5525424"/>
              <a:gd name="connsiteY23" fmla="*/ 115699 h 5560380"/>
              <a:gd name="connsiteX24" fmla="*/ 3605504 w 5525424"/>
              <a:gd name="connsiteY24" fmla="*/ 321082 h 5560380"/>
              <a:gd name="connsiteX25" fmla="*/ 3965288 w 5525424"/>
              <a:gd name="connsiteY25" fmla="*/ 684066 h 5560380"/>
              <a:gd name="connsiteX26" fmla="*/ 4295455 w 5525424"/>
              <a:gd name="connsiteY26" fmla="*/ 494261 h 5560380"/>
              <a:gd name="connsiteX27" fmla="*/ 4478828 w 5525424"/>
              <a:gd name="connsiteY27" fmla="*/ 631244 h 5560380"/>
              <a:gd name="connsiteX28" fmla="*/ 4473193 w 5525424"/>
              <a:gd name="connsiteY28" fmla="*/ 955320 h 5560380"/>
              <a:gd name="connsiteX29" fmla="*/ 4862083 w 5525424"/>
              <a:gd name="connsiteY29" fmla="*/ 1045498 h 5560380"/>
              <a:gd name="connsiteX30" fmla="*/ 5000168 w 5525424"/>
              <a:gd name="connsiteY30" fmla="*/ 1324486 h 5560380"/>
              <a:gd name="connsiteX31" fmla="*/ 5234066 w 5525424"/>
              <a:gd name="connsiteY31" fmla="*/ 1564020 h 5560380"/>
              <a:gd name="connsiteX32" fmla="*/ 5211520 w 5525424"/>
              <a:gd name="connsiteY32" fmla="*/ 1951033 h 5560380"/>
              <a:gd name="connsiteX33" fmla="*/ 5279155 w 5525424"/>
              <a:gd name="connsiteY33" fmla="*/ 2510887 h 5560380"/>
              <a:gd name="connsiteX34" fmla="*/ 5493327 w 5525424"/>
              <a:gd name="connsiteY34" fmla="*/ 2984320 h 5560380"/>
              <a:gd name="connsiteX35" fmla="*/ 5234064 w 5525424"/>
              <a:gd name="connsiteY35" fmla="*/ 3322486 h 5560380"/>
              <a:gd name="connsiteX36" fmla="*/ 5177703 w 5525424"/>
              <a:gd name="connsiteY36" fmla="*/ 3908642 h 5560380"/>
              <a:gd name="connsiteX37" fmla="*/ 4520692 w 5525424"/>
              <a:gd name="connsiteY37" fmla="*/ 4178418 h 5560380"/>
              <a:gd name="connsiteX38" fmla="*/ 3295246 w 5525424"/>
              <a:gd name="connsiteY38" fmla="*/ 4528613 h 5560380"/>
              <a:gd name="connsiteX39" fmla="*/ 3171251 w 5525424"/>
              <a:gd name="connsiteY39" fmla="*/ 5374029 h 5560380"/>
              <a:gd name="connsiteX40" fmla="*/ 2596368 w 5525424"/>
              <a:gd name="connsiteY40" fmla="*/ 5531840 h 5560380"/>
              <a:gd name="connsiteX41" fmla="*/ 2161498 w 5525424"/>
              <a:gd name="connsiteY41" fmla="*/ 4867846 h 5560380"/>
              <a:gd name="connsiteX42" fmla="*/ 1426787 w 5525424"/>
              <a:gd name="connsiteY42" fmla="*/ 5141227 h 5560380"/>
              <a:gd name="connsiteX43" fmla="*/ 1033802 w 5525424"/>
              <a:gd name="connsiteY43" fmla="*/ 4748242 h 5560380"/>
              <a:gd name="connsiteX44" fmla="*/ 606643 w 5525424"/>
              <a:gd name="connsiteY44" fmla="*/ 4543207 h 5560380"/>
              <a:gd name="connsiteX45" fmla="*/ 503493 w 5525424"/>
              <a:gd name="connsiteY45" fmla="*/ 4058937 h 5560380"/>
              <a:gd name="connsiteX46" fmla="*/ 270534 w 5525424"/>
              <a:gd name="connsiteY46" fmla="*/ 3532901 h 5560380"/>
              <a:gd name="connsiteX47" fmla="*/ 45089 w 5525424"/>
              <a:gd name="connsiteY47" fmla="*/ 3254853 h 5560380"/>
              <a:gd name="connsiteX48" fmla="*/ 105207 w 5525424"/>
              <a:gd name="connsiteY48" fmla="*/ 2939231 h 5560380"/>
              <a:gd name="connsiteX49" fmla="*/ 0 w 5525424"/>
              <a:gd name="connsiteY49" fmla="*/ 2608580 h 5560380"/>
              <a:gd name="connsiteX50" fmla="*/ 270512 w 5525424"/>
              <a:gd name="connsiteY50" fmla="*/ 2341841 h 5560380"/>
              <a:gd name="connsiteX0" fmla="*/ 270512 w 5560008"/>
              <a:gd name="connsiteY0" fmla="*/ 2341841 h 5560380"/>
              <a:gd name="connsiteX1" fmla="*/ 520025 w 5560008"/>
              <a:gd name="connsiteY1" fmla="*/ 1812009 h 5560380"/>
              <a:gd name="connsiteX2" fmla="*/ 299088 w 5560008"/>
              <a:gd name="connsiteY2" fmla="*/ 1586565 h 5560380"/>
              <a:gd name="connsiteX3" fmla="*/ 344177 w 5560008"/>
              <a:gd name="connsiteY3" fmla="*/ 1410718 h 5560380"/>
              <a:gd name="connsiteX4" fmla="*/ 610202 w 5560008"/>
              <a:gd name="connsiteY4" fmla="*/ 1343085 h 5560380"/>
              <a:gd name="connsiteX5" fmla="*/ 556095 w 5560008"/>
              <a:gd name="connsiteY5" fmla="*/ 1095096 h 5560380"/>
              <a:gd name="connsiteX6" fmla="*/ 709309 w 5560008"/>
              <a:gd name="connsiteY6" fmla="*/ 969193 h 5560380"/>
              <a:gd name="connsiteX7" fmla="*/ 885486 w 5560008"/>
              <a:gd name="connsiteY7" fmla="*/ 745050 h 5560380"/>
              <a:gd name="connsiteX8" fmla="*/ 1056222 w 5560008"/>
              <a:gd name="connsiteY8" fmla="*/ 627193 h 5560380"/>
              <a:gd name="connsiteX9" fmla="*/ 1145486 w 5560008"/>
              <a:gd name="connsiteY9" fmla="*/ 471772 h 5560380"/>
              <a:gd name="connsiteX10" fmla="*/ 1322607 w 5560008"/>
              <a:gd name="connsiteY10" fmla="*/ 448070 h 5560380"/>
              <a:gd name="connsiteX11" fmla="*/ 1429693 w 5560008"/>
              <a:gd name="connsiteY11" fmla="*/ 355075 h 5560380"/>
              <a:gd name="connsiteX12" fmla="*/ 1579431 w 5560008"/>
              <a:gd name="connsiteY12" fmla="*/ 379714 h 5560380"/>
              <a:gd name="connsiteX13" fmla="*/ 1932598 w 5560008"/>
              <a:gd name="connsiteY13" fmla="*/ 328478 h 5560380"/>
              <a:gd name="connsiteX14" fmla="*/ 1978125 w 5560008"/>
              <a:gd name="connsiteY14" fmla="*/ 114782 h 5560380"/>
              <a:gd name="connsiteX15" fmla="*/ 2089118 w 5560008"/>
              <a:gd name="connsiteY15" fmla="*/ 92996 h 5560380"/>
              <a:gd name="connsiteX16" fmla="*/ 2378088 w 5560008"/>
              <a:gd name="connsiteY16" fmla="*/ 23414 h 5560380"/>
              <a:gd name="connsiteX17" fmla="*/ 2525916 w 5560008"/>
              <a:gd name="connsiteY17" fmla="*/ 42271 h 5560380"/>
              <a:gd name="connsiteX18" fmla="*/ 2661183 w 5560008"/>
              <a:gd name="connsiteY18" fmla="*/ 0 h 5560380"/>
              <a:gd name="connsiteX19" fmla="*/ 2799268 w 5560008"/>
              <a:gd name="connsiteY19" fmla="*/ 64815 h 5560380"/>
              <a:gd name="connsiteX20" fmla="*/ 2996793 w 5560008"/>
              <a:gd name="connsiteY20" fmla="*/ 93263 h 5560380"/>
              <a:gd name="connsiteX21" fmla="*/ 3159979 w 5560008"/>
              <a:gd name="connsiteY21" fmla="*/ 25362 h 5560380"/>
              <a:gd name="connsiteX22" fmla="*/ 3298806 w 5560008"/>
              <a:gd name="connsiteY22" fmla="*/ 102206 h 5560380"/>
              <a:gd name="connsiteX23" fmla="*/ 3488948 w 5560008"/>
              <a:gd name="connsiteY23" fmla="*/ 115699 h 5560380"/>
              <a:gd name="connsiteX24" fmla="*/ 3605504 w 5560008"/>
              <a:gd name="connsiteY24" fmla="*/ 321082 h 5560380"/>
              <a:gd name="connsiteX25" fmla="*/ 3965288 w 5560008"/>
              <a:gd name="connsiteY25" fmla="*/ 684066 h 5560380"/>
              <a:gd name="connsiteX26" fmla="*/ 4295455 w 5560008"/>
              <a:gd name="connsiteY26" fmla="*/ 494261 h 5560380"/>
              <a:gd name="connsiteX27" fmla="*/ 4478828 w 5560008"/>
              <a:gd name="connsiteY27" fmla="*/ 631244 h 5560380"/>
              <a:gd name="connsiteX28" fmla="*/ 4473193 w 5560008"/>
              <a:gd name="connsiteY28" fmla="*/ 955320 h 5560380"/>
              <a:gd name="connsiteX29" fmla="*/ 4862083 w 5560008"/>
              <a:gd name="connsiteY29" fmla="*/ 1045498 h 5560380"/>
              <a:gd name="connsiteX30" fmla="*/ 5000168 w 5560008"/>
              <a:gd name="connsiteY30" fmla="*/ 1324486 h 5560380"/>
              <a:gd name="connsiteX31" fmla="*/ 5234066 w 5560008"/>
              <a:gd name="connsiteY31" fmla="*/ 1564020 h 5560380"/>
              <a:gd name="connsiteX32" fmla="*/ 5211520 w 5560008"/>
              <a:gd name="connsiteY32" fmla="*/ 1951033 h 5560380"/>
              <a:gd name="connsiteX33" fmla="*/ 5279155 w 5560008"/>
              <a:gd name="connsiteY33" fmla="*/ 2510887 h 5560380"/>
              <a:gd name="connsiteX34" fmla="*/ 5530902 w 5560008"/>
              <a:gd name="connsiteY34" fmla="*/ 2935475 h 5560380"/>
              <a:gd name="connsiteX35" fmla="*/ 5234064 w 5560008"/>
              <a:gd name="connsiteY35" fmla="*/ 3322486 h 5560380"/>
              <a:gd name="connsiteX36" fmla="*/ 5177703 w 5560008"/>
              <a:gd name="connsiteY36" fmla="*/ 3908642 h 5560380"/>
              <a:gd name="connsiteX37" fmla="*/ 4520692 w 5560008"/>
              <a:gd name="connsiteY37" fmla="*/ 4178418 h 5560380"/>
              <a:gd name="connsiteX38" fmla="*/ 3295246 w 5560008"/>
              <a:gd name="connsiteY38" fmla="*/ 4528613 h 5560380"/>
              <a:gd name="connsiteX39" fmla="*/ 3171251 w 5560008"/>
              <a:gd name="connsiteY39" fmla="*/ 5374029 h 5560380"/>
              <a:gd name="connsiteX40" fmla="*/ 2596368 w 5560008"/>
              <a:gd name="connsiteY40" fmla="*/ 5531840 h 5560380"/>
              <a:gd name="connsiteX41" fmla="*/ 2161498 w 5560008"/>
              <a:gd name="connsiteY41" fmla="*/ 4867846 h 5560380"/>
              <a:gd name="connsiteX42" fmla="*/ 1426787 w 5560008"/>
              <a:gd name="connsiteY42" fmla="*/ 5141227 h 5560380"/>
              <a:gd name="connsiteX43" fmla="*/ 1033802 w 5560008"/>
              <a:gd name="connsiteY43" fmla="*/ 4748242 h 5560380"/>
              <a:gd name="connsiteX44" fmla="*/ 606643 w 5560008"/>
              <a:gd name="connsiteY44" fmla="*/ 4543207 h 5560380"/>
              <a:gd name="connsiteX45" fmla="*/ 503493 w 5560008"/>
              <a:gd name="connsiteY45" fmla="*/ 4058937 h 5560380"/>
              <a:gd name="connsiteX46" fmla="*/ 270534 w 5560008"/>
              <a:gd name="connsiteY46" fmla="*/ 3532901 h 5560380"/>
              <a:gd name="connsiteX47" fmla="*/ 45089 w 5560008"/>
              <a:gd name="connsiteY47" fmla="*/ 3254853 h 5560380"/>
              <a:gd name="connsiteX48" fmla="*/ 105207 w 5560008"/>
              <a:gd name="connsiteY48" fmla="*/ 2939231 h 5560380"/>
              <a:gd name="connsiteX49" fmla="*/ 0 w 5560008"/>
              <a:gd name="connsiteY49" fmla="*/ 2608580 h 5560380"/>
              <a:gd name="connsiteX50" fmla="*/ 270512 w 5560008"/>
              <a:gd name="connsiteY50" fmla="*/ 2341841 h 5560380"/>
              <a:gd name="connsiteX0" fmla="*/ 270512 w 5531066"/>
              <a:gd name="connsiteY0" fmla="*/ 2341841 h 5560380"/>
              <a:gd name="connsiteX1" fmla="*/ 520025 w 5531066"/>
              <a:gd name="connsiteY1" fmla="*/ 1812009 h 5560380"/>
              <a:gd name="connsiteX2" fmla="*/ 299088 w 5531066"/>
              <a:gd name="connsiteY2" fmla="*/ 1586565 h 5560380"/>
              <a:gd name="connsiteX3" fmla="*/ 344177 w 5531066"/>
              <a:gd name="connsiteY3" fmla="*/ 1410718 h 5560380"/>
              <a:gd name="connsiteX4" fmla="*/ 610202 w 5531066"/>
              <a:gd name="connsiteY4" fmla="*/ 1343085 h 5560380"/>
              <a:gd name="connsiteX5" fmla="*/ 556095 w 5531066"/>
              <a:gd name="connsiteY5" fmla="*/ 1095096 h 5560380"/>
              <a:gd name="connsiteX6" fmla="*/ 709309 w 5531066"/>
              <a:gd name="connsiteY6" fmla="*/ 969193 h 5560380"/>
              <a:gd name="connsiteX7" fmla="*/ 885486 w 5531066"/>
              <a:gd name="connsiteY7" fmla="*/ 745050 h 5560380"/>
              <a:gd name="connsiteX8" fmla="*/ 1056222 w 5531066"/>
              <a:gd name="connsiteY8" fmla="*/ 627193 h 5560380"/>
              <a:gd name="connsiteX9" fmla="*/ 1145486 w 5531066"/>
              <a:gd name="connsiteY9" fmla="*/ 471772 h 5560380"/>
              <a:gd name="connsiteX10" fmla="*/ 1322607 w 5531066"/>
              <a:gd name="connsiteY10" fmla="*/ 448070 h 5560380"/>
              <a:gd name="connsiteX11" fmla="*/ 1429693 w 5531066"/>
              <a:gd name="connsiteY11" fmla="*/ 355075 h 5560380"/>
              <a:gd name="connsiteX12" fmla="*/ 1579431 w 5531066"/>
              <a:gd name="connsiteY12" fmla="*/ 379714 h 5560380"/>
              <a:gd name="connsiteX13" fmla="*/ 1932598 w 5531066"/>
              <a:gd name="connsiteY13" fmla="*/ 328478 h 5560380"/>
              <a:gd name="connsiteX14" fmla="*/ 1978125 w 5531066"/>
              <a:gd name="connsiteY14" fmla="*/ 114782 h 5560380"/>
              <a:gd name="connsiteX15" fmla="*/ 2089118 w 5531066"/>
              <a:gd name="connsiteY15" fmla="*/ 92996 h 5560380"/>
              <a:gd name="connsiteX16" fmla="*/ 2378088 w 5531066"/>
              <a:gd name="connsiteY16" fmla="*/ 23414 h 5560380"/>
              <a:gd name="connsiteX17" fmla="*/ 2525916 w 5531066"/>
              <a:gd name="connsiteY17" fmla="*/ 42271 h 5560380"/>
              <a:gd name="connsiteX18" fmla="*/ 2661183 w 5531066"/>
              <a:gd name="connsiteY18" fmla="*/ 0 h 5560380"/>
              <a:gd name="connsiteX19" fmla="*/ 2799268 w 5531066"/>
              <a:gd name="connsiteY19" fmla="*/ 64815 h 5560380"/>
              <a:gd name="connsiteX20" fmla="*/ 2996793 w 5531066"/>
              <a:gd name="connsiteY20" fmla="*/ 93263 h 5560380"/>
              <a:gd name="connsiteX21" fmla="*/ 3159979 w 5531066"/>
              <a:gd name="connsiteY21" fmla="*/ 25362 h 5560380"/>
              <a:gd name="connsiteX22" fmla="*/ 3298806 w 5531066"/>
              <a:gd name="connsiteY22" fmla="*/ 102206 h 5560380"/>
              <a:gd name="connsiteX23" fmla="*/ 3488948 w 5531066"/>
              <a:gd name="connsiteY23" fmla="*/ 115699 h 5560380"/>
              <a:gd name="connsiteX24" fmla="*/ 3605504 w 5531066"/>
              <a:gd name="connsiteY24" fmla="*/ 321082 h 5560380"/>
              <a:gd name="connsiteX25" fmla="*/ 3965288 w 5531066"/>
              <a:gd name="connsiteY25" fmla="*/ 684066 h 5560380"/>
              <a:gd name="connsiteX26" fmla="*/ 4295455 w 5531066"/>
              <a:gd name="connsiteY26" fmla="*/ 494261 h 5560380"/>
              <a:gd name="connsiteX27" fmla="*/ 4478828 w 5531066"/>
              <a:gd name="connsiteY27" fmla="*/ 631244 h 5560380"/>
              <a:gd name="connsiteX28" fmla="*/ 4473193 w 5531066"/>
              <a:gd name="connsiteY28" fmla="*/ 955320 h 5560380"/>
              <a:gd name="connsiteX29" fmla="*/ 4862083 w 5531066"/>
              <a:gd name="connsiteY29" fmla="*/ 1045498 h 5560380"/>
              <a:gd name="connsiteX30" fmla="*/ 5000168 w 5531066"/>
              <a:gd name="connsiteY30" fmla="*/ 1324486 h 5560380"/>
              <a:gd name="connsiteX31" fmla="*/ 5234066 w 5531066"/>
              <a:gd name="connsiteY31" fmla="*/ 1564020 h 5560380"/>
              <a:gd name="connsiteX32" fmla="*/ 5211520 w 5531066"/>
              <a:gd name="connsiteY32" fmla="*/ 1951033 h 5560380"/>
              <a:gd name="connsiteX33" fmla="*/ 5279155 w 5531066"/>
              <a:gd name="connsiteY33" fmla="*/ 2510887 h 5560380"/>
              <a:gd name="connsiteX34" fmla="*/ 5530902 w 5531066"/>
              <a:gd name="connsiteY34" fmla="*/ 2935475 h 5560380"/>
              <a:gd name="connsiteX35" fmla="*/ 5234064 w 5531066"/>
              <a:gd name="connsiteY35" fmla="*/ 3322486 h 5560380"/>
              <a:gd name="connsiteX36" fmla="*/ 5177703 w 5531066"/>
              <a:gd name="connsiteY36" fmla="*/ 3908642 h 5560380"/>
              <a:gd name="connsiteX37" fmla="*/ 4520692 w 5531066"/>
              <a:gd name="connsiteY37" fmla="*/ 4178418 h 5560380"/>
              <a:gd name="connsiteX38" fmla="*/ 3295246 w 5531066"/>
              <a:gd name="connsiteY38" fmla="*/ 4528613 h 5560380"/>
              <a:gd name="connsiteX39" fmla="*/ 3171251 w 5531066"/>
              <a:gd name="connsiteY39" fmla="*/ 5374029 h 5560380"/>
              <a:gd name="connsiteX40" fmla="*/ 2596368 w 5531066"/>
              <a:gd name="connsiteY40" fmla="*/ 5531840 h 5560380"/>
              <a:gd name="connsiteX41" fmla="*/ 2161498 w 5531066"/>
              <a:gd name="connsiteY41" fmla="*/ 4867846 h 5560380"/>
              <a:gd name="connsiteX42" fmla="*/ 1426787 w 5531066"/>
              <a:gd name="connsiteY42" fmla="*/ 5141227 h 5560380"/>
              <a:gd name="connsiteX43" fmla="*/ 1033802 w 5531066"/>
              <a:gd name="connsiteY43" fmla="*/ 4748242 h 5560380"/>
              <a:gd name="connsiteX44" fmla="*/ 606643 w 5531066"/>
              <a:gd name="connsiteY44" fmla="*/ 4543207 h 5560380"/>
              <a:gd name="connsiteX45" fmla="*/ 503493 w 5531066"/>
              <a:gd name="connsiteY45" fmla="*/ 4058937 h 5560380"/>
              <a:gd name="connsiteX46" fmla="*/ 270534 w 5531066"/>
              <a:gd name="connsiteY46" fmla="*/ 3532901 h 5560380"/>
              <a:gd name="connsiteX47" fmla="*/ 45089 w 5531066"/>
              <a:gd name="connsiteY47" fmla="*/ 3254853 h 5560380"/>
              <a:gd name="connsiteX48" fmla="*/ 105207 w 5531066"/>
              <a:gd name="connsiteY48" fmla="*/ 2939231 h 5560380"/>
              <a:gd name="connsiteX49" fmla="*/ 0 w 5531066"/>
              <a:gd name="connsiteY49" fmla="*/ 2608580 h 5560380"/>
              <a:gd name="connsiteX50" fmla="*/ 270512 w 5531066"/>
              <a:gd name="connsiteY50" fmla="*/ 2341841 h 5560380"/>
              <a:gd name="connsiteX0" fmla="*/ 270512 w 5530902"/>
              <a:gd name="connsiteY0" fmla="*/ 2341841 h 5560380"/>
              <a:gd name="connsiteX1" fmla="*/ 520025 w 5530902"/>
              <a:gd name="connsiteY1" fmla="*/ 1812009 h 5560380"/>
              <a:gd name="connsiteX2" fmla="*/ 299088 w 5530902"/>
              <a:gd name="connsiteY2" fmla="*/ 1586565 h 5560380"/>
              <a:gd name="connsiteX3" fmla="*/ 344177 w 5530902"/>
              <a:gd name="connsiteY3" fmla="*/ 1410718 h 5560380"/>
              <a:gd name="connsiteX4" fmla="*/ 610202 w 5530902"/>
              <a:gd name="connsiteY4" fmla="*/ 1343085 h 5560380"/>
              <a:gd name="connsiteX5" fmla="*/ 556095 w 5530902"/>
              <a:gd name="connsiteY5" fmla="*/ 1095096 h 5560380"/>
              <a:gd name="connsiteX6" fmla="*/ 709309 w 5530902"/>
              <a:gd name="connsiteY6" fmla="*/ 969193 h 5560380"/>
              <a:gd name="connsiteX7" fmla="*/ 885486 w 5530902"/>
              <a:gd name="connsiteY7" fmla="*/ 745050 h 5560380"/>
              <a:gd name="connsiteX8" fmla="*/ 1056222 w 5530902"/>
              <a:gd name="connsiteY8" fmla="*/ 627193 h 5560380"/>
              <a:gd name="connsiteX9" fmla="*/ 1145486 w 5530902"/>
              <a:gd name="connsiteY9" fmla="*/ 471772 h 5560380"/>
              <a:gd name="connsiteX10" fmla="*/ 1322607 w 5530902"/>
              <a:gd name="connsiteY10" fmla="*/ 448070 h 5560380"/>
              <a:gd name="connsiteX11" fmla="*/ 1429693 w 5530902"/>
              <a:gd name="connsiteY11" fmla="*/ 355075 h 5560380"/>
              <a:gd name="connsiteX12" fmla="*/ 1579431 w 5530902"/>
              <a:gd name="connsiteY12" fmla="*/ 379714 h 5560380"/>
              <a:gd name="connsiteX13" fmla="*/ 1932598 w 5530902"/>
              <a:gd name="connsiteY13" fmla="*/ 328478 h 5560380"/>
              <a:gd name="connsiteX14" fmla="*/ 1978125 w 5530902"/>
              <a:gd name="connsiteY14" fmla="*/ 114782 h 5560380"/>
              <a:gd name="connsiteX15" fmla="*/ 2089118 w 5530902"/>
              <a:gd name="connsiteY15" fmla="*/ 92996 h 5560380"/>
              <a:gd name="connsiteX16" fmla="*/ 2378088 w 5530902"/>
              <a:gd name="connsiteY16" fmla="*/ 23414 h 5560380"/>
              <a:gd name="connsiteX17" fmla="*/ 2525916 w 5530902"/>
              <a:gd name="connsiteY17" fmla="*/ 42271 h 5560380"/>
              <a:gd name="connsiteX18" fmla="*/ 2661183 w 5530902"/>
              <a:gd name="connsiteY18" fmla="*/ 0 h 5560380"/>
              <a:gd name="connsiteX19" fmla="*/ 2799268 w 5530902"/>
              <a:gd name="connsiteY19" fmla="*/ 64815 h 5560380"/>
              <a:gd name="connsiteX20" fmla="*/ 2996793 w 5530902"/>
              <a:gd name="connsiteY20" fmla="*/ 93263 h 5560380"/>
              <a:gd name="connsiteX21" fmla="*/ 3159979 w 5530902"/>
              <a:gd name="connsiteY21" fmla="*/ 25362 h 5560380"/>
              <a:gd name="connsiteX22" fmla="*/ 3298806 w 5530902"/>
              <a:gd name="connsiteY22" fmla="*/ 102206 h 5560380"/>
              <a:gd name="connsiteX23" fmla="*/ 3488948 w 5530902"/>
              <a:gd name="connsiteY23" fmla="*/ 115699 h 5560380"/>
              <a:gd name="connsiteX24" fmla="*/ 3605504 w 5530902"/>
              <a:gd name="connsiteY24" fmla="*/ 321082 h 5560380"/>
              <a:gd name="connsiteX25" fmla="*/ 3965288 w 5530902"/>
              <a:gd name="connsiteY25" fmla="*/ 684066 h 5560380"/>
              <a:gd name="connsiteX26" fmla="*/ 4295455 w 5530902"/>
              <a:gd name="connsiteY26" fmla="*/ 494261 h 5560380"/>
              <a:gd name="connsiteX27" fmla="*/ 4478828 w 5530902"/>
              <a:gd name="connsiteY27" fmla="*/ 631244 h 5560380"/>
              <a:gd name="connsiteX28" fmla="*/ 4473193 w 5530902"/>
              <a:gd name="connsiteY28" fmla="*/ 955320 h 5560380"/>
              <a:gd name="connsiteX29" fmla="*/ 4862083 w 5530902"/>
              <a:gd name="connsiteY29" fmla="*/ 1045498 h 5560380"/>
              <a:gd name="connsiteX30" fmla="*/ 5000168 w 5530902"/>
              <a:gd name="connsiteY30" fmla="*/ 1324486 h 5560380"/>
              <a:gd name="connsiteX31" fmla="*/ 5234066 w 5530902"/>
              <a:gd name="connsiteY31" fmla="*/ 1564020 h 5560380"/>
              <a:gd name="connsiteX32" fmla="*/ 5211520 w 5530902"/>
              <a:gd name="connsiteY32" fmla="*/ 1951033 h 5560380"/>
              <a:gd name="connsiteX33" fmla="*/ 5279155 w 5530902"/>
              <a:gd name="connsiteY33" fmla="*/ 2510887 h 5560380"/>
              <a:gd name="connsiteX34" fmla="*/ 5530902 w 5530902"/>
              <a:gd name="connsiteY34" fmla="*/ 2935475 h 5560380"/>
              <a:gd name="connsiteX35" fmla="*/ 5234064 w 5530902"/>
              <a:gd name="connsiteY35" fmla="*/ 3322486 h 5560380"/>
              <a:gd name="connsiteX36" fmla="*/ 5177703 w 5530902"/>
              <a:gd name="connsiteY36" fmla="*/ 3908642 h 5560380"/>
              <a:gd name="connsiteX37" fmla="*/ 4520692 w 5530902"/>
              <a:gd name="connsiteY37" fmla="*/ 4178418 h 5560380"/>
              <a:gd name="connsiteX38" fmla="*/ 3295246 w 5530902"/>
              <a:gd name="connsiteY38" fmla="*/ 4528613 h 5560380"/>
              <a:gd name="connsiteX39" fmla="*/ 3171251 w 5530902"/>
              <a:gd name="connsiteY39" fmla="*/ 5374029 h 5560380"/>
              <a:gd name="connsiteX40" fmla="*/ 2596368 w 5530902"/>
              <a:gd name="connsiteY40" fmla="*/ 5531840 h 5560380"/>
              <a:gd name="connsiteX41" fmla="*/ 2161498 w 5530902"/>
              <a:gd name="connsiteY41" fmla="*/ 4867846 h 5560380"/>
              <a:gd name="connsiteX42" fmla="*/ 1426787 w 5530902"/>
              <a:gd name="connsiteY42" fmla="*/ 5141227 h 5560380"/>
              <a:gd name="connsiteX43" fmla="*/ 1033802 w 5530902"/>
              <a:gd name="connsiteY43" fmla="*/ 4748242 h 5560380"/>
              <a:gd name="connsiteX44" fmla="*/ 606643 w 5530902"/>
              <a:gd name="connsiteY44" fmla="*/ 4543207 h 5560380"/>
              <a:gd name="connsiteX45" fmla="*/ 503493 w 5530902"/>
              <a:gd name="connsiteY45" fmla="*/ 4058937 h 5560380"/>
              <a:gd name="connsiteX46" fmla="*/ 270534 w 5530902"/>
              <a:gd name="connsiteY46" fmla="*/ 3532901 h 5560380"/>
              <a:gd name="connsiteX47" fmla="*/ 45089 w 5530902"/>
              <a:gd name="connsiteY47" fmla="*/ 3254853 h 5560380"/>
              <a:gd name="connsiteX48" fmla="*/ 105207 w 5530902"/>
              <a:gd name="connsiteY48" fmla="*/ 2939231 h 5560380"/>
              <a:gd name="connsiteX49" fmla="*/ 0 w 5530902"/>
              <a:gd name="connsiteY49" fmla="*/ 2608580 h 5560380"/>
              <a:gd name="connsiteX50" fmla="*/ 270512 w 5530902"/>
              <a:gd name="connsiteY50" fmla="*/ 2341841 h 5560380"/>
              <a:gd name="connsiteX0" fmla="*/ 270512 w 5530902"/>
              <a:gd name="connsiteY0" fmla="*/ 2341841 h 5560380"/>
              <a:gd name="connsiteX1" fmla="*/ 520025 w 5530902"/>
              <a:gd name="connsiteY1" fmla="*/ 1812009 h 5560380"/>
              <a:gd name="connsiteX2" fmla="*/ 299088 w 5530902"/>
              <a:gd name="connsiteY2" fmla="*/ 1586565 h 5560380"/>
              <a:gd name="connsiteX3" fmla="*/ 344177 w 5530902"/>
              <a:gd name="connsiteY3" fmla="*/ 1410718 h 5560380"/>
              <a:gd name="connsiteX4" fmla="*/ 610202 w 5530902"/>
              <a:gd name="connsiteY4" fmla="*/ 1343085 h 5560380"/>
              <a:gd name="connsiteX5" fmla="*/ 556095 w 5530902"/>
              <a:gd name="connsiteY5" fmla="*/ 1095096 h 5560380"/>
              <a:gd name="connsiteX6" fmla="*/ 709309 w 5530902"/>
              <a:gd name="connsiteY6" fmla="*/ 969193 h 5560380"/>
              <a:gd name="connsiteX7" fmla="*/ 885486 w 5530902"/>
              <a:gd name="connsiteY7" fmla="*/ 745050 h 5560380"/>
              <a:gd name="connsiteX8" fmla="*/ 1056222 w 5530902"/>
              <a:gd name="connsiteY8" fmla="*/ 627193 h 5560380"/>
              <a:gd name="connsiteX9" fmla="*/ 1145486 w 5530902"/>
              <a:gd name="connsiteY9" fmla="*/ 471772 h 5560380"/>
              <a:gd name="connsiteX10" fmla="*/ 1322607 w 5530902"/>
              <a:gd name="connsiteY10" fmla="*/ 448070 h 5560380"/>
              <a:gd name="connsiteX11" fmla="*/ 1429693 w 5530902"/>
              <a:gd name="connsiteY11" fmla="*/ 355075 h 5560380"/>
              <a:gd name="connsiteX12" fmla="*/ 1579431 w 5530902"/>
              <a:gd name="connsiteY12" fmla="*/ 379714 h 5560380"/>
              <a:gd name="connsiteX13" fmla="*/ 1932598 w 5530902"/>
              <a:gd name="connsiteY13" fmla="*/ 328478 h 5560380"/>
              <a:gd name="connsiteX14" fmla="*/ 1978125 w 5530902"/>
              <a:gd name="connsiteY14" fmla="*/ 114782 h 5560380"/>
              <a:gd name="connsiteX15" fmla="*/ 2089118 w 5530902"/>
              <a:gd name="connsiteY15" fmla="*/ 92996 h 5560380"/>
              <a:gd name="connsiteX16" fmla="*/ 2378088 w 5530902"/>
              <a:gd name="connsiteY16" fmla="*/ 23414 h 5560380"/>
              <a:gd name="connsiteX17" fmla="*/ 2525916 w 5530902"/>
              <a:gd name="connsiteY17" fmla="*/ 42271 h 5560380"/>
              <a:gd name="connsiteX18" fmla="*/ 2661183 w 5530902"/>
              <a:gd name="connsiteY18" fmla="*/ 0 h 5560380"/>
              <a:gd name="connsiteX19" fmla="*/ 2799268 w 5530902"/>
              <a:gd name="connsiteY19" fmla="*/ 64815 h 5560380"/>
              <a:gd name="connsiteX20" fmla="*/ 2996793 w 5530902"/>
              <a:gd name="connsiteY20" fmla="*/ 93263 h 5560380"/>
              <a:gd name="connsiteX21" fmla="*/ 3159979 w 5530902"/>
              <a:gd name="connsiteY21" fmla="*/ 25362 h 5560380"/>
              <a:gd name="connsiteX22" fmla="*/ 3298806 w 5530902"/>
              <a:gd name="connsiteY22" fmla="*/ 102206 h 5560380"/>
              <a:gd name="connsiteX23" fmla="*/ 3488948 w 5530902"/>
              <a:gd name="connsiteY23" fmla="*/ 115699 h 5560380"/>
              <a:gd name="connsiteX24" fmla="*/ 3605504 w 5530902"/>
              <a:gd name="connsiteY24" fmla="*/ 321082 h 5560380"/>
              <a:gd name="connsiteX25" fmla="*/ 3965288 w 5530902"/>
              <a:gd name="connsiteY25" fmla="*/ 684066 h 5560380"/>
              <a:gd name="connsiteX26" fmla="*/ 4295455 w 5530902"/>
              <a:gd name="connsiteY26" fmla="*/ 494261 h 5560380"/>
              <a:gd name="connsiteX27" fmla="*/ 4478828 w 5530902"/>
              <a:gd name="connsiteY27" fmla="*/ 631244 h 5560380"/>
              <a:gd name="connsiteX28" fmla="*/ 4473193 w 5530902"/>
              <a:gd name="connsiteY28" fmla="*/ 955320 h 5560380"/>
              <a:gd name="connsiteX29" fmla="*/ 4862083 w 5530902"/>
              <a:gd name="connsiteY29" fmla="*/ 1045498 h 5560380"/>
              <a:gd name="connsiteX30" fmla="*/ 5000168 w 5530902"/>
              <a:gd name="connsiteY30" fmla="*/ 1324486 h 5560380"/>
              <a:gd name="connsiteX31" fmla="*/ 5234066 w 5530902"/>
              <a:gd name="connsiteY31" fmla="*/ 1564020 h 5560380"/>
              <a:gd name="connsiteX32" fmla="*/ 5211520 w 5530902"/>
              <a:gd name="connsiteY32" fmla="*/ 1951033 h 5560380"/>
              <a:gd name="connsiteX33" fmla="*/ 5279155 w 5530902"/>
              <a:gd name="connsiteY33" fmla="*/ 2510887 h 5560380"/>
              <a:gd name="connsiteX34" fmla="*/ 5530902 w 5530902"/>
              <a:gd name="connsiteY34" fmla="*/ 2935475 h 5560380"/>
              <a:gd name="connsiteX35" fmla="*/ 5282911 w 5530902"/>
              <a:gd name="connsiteY35" fmla="*/ 3356303 h 5560380"/>
              <a:gd name="connsiteX36" fmla="*/ 5177703 w 5530902"/>
              <a:gd name="connsiteY36" fmla="*/ 3908642 h 5560380"/>
              <a:gd name="connsiteX37" fmla="*/ 4520692 w 5530902"/>
              <a:gd name="connsiteY37" fmla="*/ 4178418 h 5560380"/>
              <a:gd name="connsiteX38" fmla="*/ 3295246 w 5530902"/>
              <a:gd name="connsiteY38" fmla="*/ 4528613 h 5560380"/>
              <a:gd name="connsiteX39" fmla="*/ 3171251 w 5530902"/>
              <a:gd name="connsiteY39" fmla="*/ 5374029 h 5560380"/>
              <a:gd name="connsiteX40" fmla="*/ 2596368 w 5530902"/>
              <a:gd name="connsiteY40" fmla="*/ 5531840 h 5560380"/>
              <a:gd name="connsiteX41" fmla="*/ 2161498 w 5530902"/>
              <a:gd name="connsiteY41" fmla="*/ 4867846 h 5560380"/>
              <a:gd name="connsiteX42" fmla="*/ 1426787 w 5530902"/>
              <a:gd name="connsiteY42" fmla="*/ 5141227 h 5560380"/>
              <a:gd name="connsiteX43" fmla="*/ 1033802 w 5530902"/>
              <a:gd name="connsiteY43" fmla="*/ 4748242 h 5560380"/>
              <a:gd name="connsiteX44" fmla="*/ 606643 w 5530902"/>
              <a:gd name="connsiteY44" fmla="*/ 4543207 h 5560380"/>
              <a:gd name="connsiteX45" fmla="*/ 503493 w 5530902"/>
              <a:gd name="connsiteY45" fmla="*/ 4058937 h 5560380"/>
              <a:gd name="connsiteX46" fmla="*/ 270534 w 5530902"/>
              <a:gd name="connsiteY46" fmla="*/ 3532901 h 5560380"/>
              <a:gd name="connsiteX47" fmla="*/ 45089 w 5530902"/>
              <a:gd name="connsiteY47" fmla="*/ 3254853 h 5560380"/>
              <a:gd name="connsiteX48" fmla="*/ 105207 w 5530902"/>
              <a:gd name="connsiteY48" fmla="*/ 2939231 h 5560380"/>
              <a:gd name="connsiteX49" fmla="*/ 0 w 5530902"/>
              <a:gd name="connsiteY49" fmla="*/ 2608580 h 5560380"/>
              <a:gd name="connsiteX50" fmla="*/ 270512 w 5530902"/>
              <a:gd name="connsiteY50" fmla="*/ 2341841 h 5560380"/>
              <a:gd name="connsiteX0" fmla="*/ 270512 w 5530902"/>
              <a:gd name="connsiteY0" fmla="*/ 2341841 h 5560380"/>
              <a:gd name="connsiteX1" fmla="*/ 520025 w 5530902"/>
              <a:gd name="connsiteY1" fmla="*/ 1812009 h 5560380"/>
              <a:gd name="connsiteX2" fmla="*/ 299088 w 5530902"/>
              <a:gd name="connsiteY2" fmla="*/ 1586565 h 5560380"/>
              <a:gd name="connsiteX3" fmla="*/ 344177 w 5530902"/>
              <a:gd name="connsiteY3" fmla="*/ 1410718 h 5560380"/>
              <a:gd name="connsiteX4" fmla="*/ 610202 w 5530902"/>
              <a:gd name="connsiteY4" fmla="*/ 1343085 h 5560380"/>
              <a:gd name="connsiteX5" fmla="*/ 556095 w 5530902"/>
              <a:gd name="connsiteY5" fmla="*/ 1095096 h 5560380"/>
              <a:gd name="connsiteX6" fmla="*/ 709309 w 5530902"/>
              <a:gd name="connsiteY6" fmla="*/ 969193 h 5560380"/>
              <a:gd name="connsiteX7" fmla="*/ 885486 w 5530902"/>
              <a:gd name="connsiteY7" fmla="*/ 745050 h 5560380"/>
              <a:gd name="connsiteX8" fmla="*/ 1056222 w 5530902"/>
              <a:gd name="connsiteY8" fmla="*/ 627193 h 5560380"/>
              <a:gd name="connsiteX9" fmla="*/ 1145486 w 5530902"/>
              <a:gd name="connsiteY9" fmla="*/ 471772 h 5560380"/>
              <a:gd name="connsiteX10" fmla="*/ 1322607 w 5530902"/>
              <a:gd name="connsiteY10" fmla="*/ 448070 h 5560380"/>
              <a:gd name="connsiteX11" fmla="*/ 1429693 w 5530902"/>
              <a:gd name="connsiteY11" fmla="*/ 355075 h 5560380"/>
              <a:gd name="connsiteX12" fmla="*/ 1579431 w 5530902"/>
              <a:gd name="connsiteY12" fmla="*/ 379714 h 5560380"/>
              <a:gd name="connsiteX13" fmla="*/ 1932598 w 5530902"/>
              <a:gd name="connsiteY13" fmla="*/ 328478 h 5560380"/>
              <a:gd name="connsiteX14" fmla="*/ 1978125 w 5530902"/>
              <a:gd name="connsiteY14" fmla="*/ 114782 h 5560380"/>
              <a:gd name="connsiteX15" fmla="*/ 2089118 w 5530902"/>
              <a:gd name="connsiteY15" fmla="*/ 92996 h 5560380"/>
              <a:gd name="connsiteX16" fmla="*/ 2378088 w 5530902"/>
              <a:gd name="connsiteY16" fmla="*/ 23414 h 5560380"/>
              <a:gd name="connsiteX17" fmla="*/ 2525916 w 5530902"/>
              <a:gd name="connsiteY17" fmla="*/ 42271 h 5560380"/>
              <a:gd name="connsiteX18" fmla="*/ 2661183 w 5530902"/>
              <a:gd name="connsiteY18" fmla="*/ 0 h 5560380"/>
              <a:gd name="connsiteX19" fmla="*/ 2799268 w 5530902"/>
              <a:gd name="connsiteY19" fmla="*/ 64815 h 5560380"/>
              <a:gd name="connsiteX20" fmla="*/ 2996793 w 5530902"/>
              <a:gd name="connsiteY20" fmla="*/ 93263 h 5560380"/>
              <a:gd name="connsiteX21" fmla="*/ 3159979 w 5530902"/>
              <a:gd name="connsiteY21" fmla="*/ 25362 h 5560380"/>
              <a:gd name="connsiteX22" fmla="*/ 3298806 w 5530902"/>
              <a:gd name="connsiteY22" fmla="*/ 102206 h 5560380"/>
              <a:gd name="connsiteX23" fmla="*/ 3488948 w 5530902"/>
              <a:gd name="connsiteY23" fmla="*/ 115699 h 5560380"/>
              <a:gd name="connsiteX24" fmla="*/ 3605504 w 5530902"/>
              <a:gd name="connsiteY24" fmla="*/ 321082 h 5560380"/>
              <a:gd name="connsiteX25" fmla="*/ 3965288 w 5530902"/>
              <a:gd name="connsiteY25" fmla="*/ 684066 h 5560380"/>
              <a:gd name="connsiteX26" fmla="*/ 4295455 w 5530902"/>
              <a:gd name="connsiteY26" fmla="*/ 494261 h 5560380"/>
              <a:gd name="connsiteX27" fmla="*/ 4478828 w 5530902"/>
              <a:gd name="connsiteY27" fmla="*/ 631244 h 5560380"/>
              <a:gd name="connsiteX28" fmla="*/ 4473193 w 5530902"/>
              <a:gd name="connsiteY28" fmla="*/ 955320 h 5560380"/>
              <a:gd name="connsiteX29" fmla="*/ 4862083 w 5530902"/>
              <a:gd name="connsiteY29" fmla="*/ 1045498 h 5560380"/>
              <a:gd name="connsiteX30" fmla="*/ 5000168 w 5530902"/>
              <a:gd name="connsiteY30" fmla="*/ 1324486 h 5560380"/>
              <a:gd name="connsiteX31" fmla="*/ 5234066 w 5530902"/>
              <a:gd name="connsiteY31" fmla="*/ 1564020 h 5560380"/>
              <a:gd name="connsiteX32" fmla="*/ 5211520 w 5530902"/>
              <a:gd name="connsiteY32" fmla="*/ 1951033 h 5560380"/>
              <a:gd name="connsiteX33" fmla="*/ 5279155 w 5530902"/>
              <a:gd name="connsiteY33" fmla="*/ 2510887 h 5560380"/>
              <a:gd name="connsiteX34" fmla="*/ 5530902 w 5530902"/>
              <a:gd name="connsiteY34" fmla="*/ 2935475 h 5560380"/>
              <a:gd name="connsiteX35" fmla="*/ 5282911 w 5530902"/>
              <a:gd name="connsiteY35" fmla="*/ 3356303 h 5560380"/>
              <a:gd name="connsiteX36" fmla="*/ 5177703 w 5530902"/>
              <a:gd name="connsiteY36" fmla="*/ 3908642 h 5560380"/>
              <a:gd name="connsiteX37" fmla="*/ 4520692 w 5530902"/>
              <a:gd name="connsiteY37" fmla="*/ 4178418 h 5560380"/>
              <a:gd name="connsiteX38" fmla="*/ 3295246 w 5530902"/>
              <a:gd name="connsiteY38" fmla="*/ 4528613 h 5560380"/>
              <a:gd name="connsiteX39" fmla="*/ 3171251 w 5530902"/>
              <a:gd name="connsiteY39" fmla="*/ 5374029 h 5560380"/>
              <a:gd name="connsiteX40" fmla="*/ 2596368 w 5530902"/>
              <a:gd name="connsiteY40" fmla="*/ 5531840 h 5560380"/>
              <a:gd name="connsiteX41" fmla="*/ 2161498 w 5530902"/>
              <a:gd name="connsiteY41" fmla="*/ 4867846 h 5560380"/>
              <a:gd name="connsiteX42" fmla="*/ 1426787 w 5530902"/>
              <a:gd name="connsiteY42" fmla="*/ 5141227 h 5560380"/>
              <a:gd name="connsiteX43" fmla="*/ 1033802 w 5530902"/>
              <a:gd name="connsiteY43" fmla="*/ 4748242 h 5560380"/>
              <a:gd name="connsiteX44" fmla="*/ 606643 w 5530902"/>
              <a:gd name="connsiteY44" fmla="*/ 4543207 h 5560380"/>
              <a:gd name="connsiteX45" fmla="*/ 503493 w 5530902"/>
              <a:gd name="connsiteY45" fmla="*/ 4058937 h 5560380"/>
              <a:gd name="connsiteX46" fmla="*/ 270534 w 5530902"/>
              <a:gd name="connsiteY46" fmla="*/ 3532901 h 5560380"/>
              <a:gd name="connsiteX47" fmla="*/ 45089 w 5530902"/>
              <a:gd name="connsiteY47" fmla="*/ 3254853 h 5560380"/>
              <a:gd name="connsiteX48" fmla="*/ 105207 w 5530902"/>
              <a:gd name="connsiteY48" fmla="*/ 2939231 h 5560380"/>
              <a:gd name="connsiteX49" fmla="*/ 0 w 5530902"/>
              <a:gd name="connsiteY49" fmla="*/ 2608580 h 5560380"/>
              <a:gd name="connsiteX50" fmla="*/ 270512 w 5530902"/>
              <a:gd name="connsiteY50" fmla="*/ 2341841 h 5560380"/>
              <a:gd name="connsiteX0" fmla="*/ 270512 w 5530902"/>
              <a:gd name="connsiteY0" fmla="*/ 2341841 h 5560380"/>
              <a:gd name="connsiteX1" fmla="*/ 520025 w 5530902"/>
              <a:gd name="connsiteY1" fmla="*/ 1812009 h 5560380"/>
              <a:gd name="connsiteX2" fmla="*/ 299088 w 5530902"/>
              <a:gd name="connsiteY2" fmla="*/ 1586565 h 5560380"/>
              <a:gd name="connsiteX3" fmla="*/ 344177 w 5530902"/>
              <a:gd name="connsiteY3" fmla="*/ 1410718 h 5560380"/>
              <a:gd name="connsiteX4" fmla="*/ 610202 w 5530902"/>
              <a:gd name="connsiteY4" fmla="*/ 1343085 h 5560380"/>
              <a:gd name="connsiteX5" fmla="*/ 556095 w 5530902"/>
              <a:gd name="connsiteY5" fmla="*/ 1095096 h 5560380"/>
              <a:gd name="connsiteX6" fmla="*/ 709309 w 5530902"/>
              <a:gd name="connsiteY6" fmla="*/ 969193 h 5560380"/>
              <a:gd name="connsiteX7" fmla="*/ 885486 w 5530902"/>
              <a:gd name="connsiteY7" fmla="*/ 745050 h 5560380"/>
              <a:gd name="connsiteX8" fmla="*/ 1056222 w 5530902"/>
              <a:gd name="connsiteY8" fmla="*/ 627193 h 5560380"/>
              <a:gd name="connsiteX9" fmla="*/ 1145486 w 5530902"/>
              <a:gd name="connsiteY9" fmla="*/ 471772 h 5560380"/>
              <a:gd name="connsiteX10" fmla="*/ 1322607 w 5530902"/>
              <a:gd name="connsiteY10" fmla="*/ 448070 h 5560380"/>
              <a:gd name="connsiteX11" fmla="*/ 1429693 w 5530902"/>
              <a:gd name="connsiteY11" fmla="*/ 355075 h 5560380"/>
              <a:gd name="connsiteX12" fmla="*/ 1579431 w 5530902"/>
              <a:gd name="connsiteY12" fmla="*/ 379714 h 5560380"/>
              <a:gd name="connsiteX13" fmla="*/ 1932598 w 5530902"/>
              <a:gd name="connsiteY13" fmla="*/ 328478 h 5560380"/>
              <a:gd name="connsiteX14" fmla="*/ 1978125 w 5530902"/>
              <a:gd name="connsiteY14" fmla="*/ 114782 h 5560380"/>
              <a:gd name="connsiteX15" fmla="*/ 2089118 w 5530902"/>
              <a:gd name="connsiteY15" fmla="*/ 92996 h 5560380"/>
              <a:gd name="connsiteX16" fmla="*/ 2378088 w 5530902"/>
              <a:gd name="connsiteY16" fmla="*/ 23414 h 5560380"/>
              <a:gd name="connsiteX17" fmla="*/ 2525916 w 5530902"/>
              <a:gd name="connsiteY17" fmla="*/ 42271 h 5560380"/>
              <a:gd name="connsiteX18" fmla="*/ 2661183 w 5530902"/>
              <a:gd name="connsiteY18" fmla="*/ 0 h 5560380"/>
              <a:gd name="connsiteX19" fmla="*/ 2799268 w 5530902"/>
              <a:gd name="connsiteY19" fmla="*/ 64815 h 5560380"/>
              <a:gd name="connsiteX20" fmla="*/ 2996793 w 5530902"/>
              <a:gd name="connsiteY20" fmla="*/ 93263 h 5560380"/>
              <a:gd name="connsiteX21" fmla="*/ 3159979 w 5530902"/>
              <a:gd name="connsiteY21" fmla="*/ 25362 h 5560380"/>
              <a:gd name="connsiteX22" fmla="*/ 3298806 w 5530902"/>
              <a:gd name="connsiteY22" fmla="*/ 102206 h 5560380"/>
              <a:gd name="connsiteX23" fmla="*/ 3488948 w 5530902"/>
              <a:gd name="connsiteY23" fmla="*/ 115699 h 5560380"/>
              <a:gd name="connsiteX24" fmla="*/ 3605504 w 5530902"/>
              <a:gd name="connsiteY24" fmla="*/ 321082 h 5560380"/>
              <a:gd name="connsiteX25" fmla="*/ 3965288 w 5530902"/>
              <a:gd name="connsiteY25" fmla="*/ 684066 h 5560380"/>
              <a:gd name="connsiteX26" fmla="*/ 4295455 w 5530902"/>
              <a:gd name="connsiteY26" fmla="*/ 494261 h 5560380"/>
              <a:gd name="connsiteX27" fmla="*/ 4478828 w 5530902"/>
              <a:gd name="connsiteY27" fmla="*/ 631244 h 5560380"/>
              <a:gd name="connsiteX28" fmla="*/ 4473193 w 5530902"/>
              <a:gd name="connsiteY28" fmla="*/ 955320 h 5560380"/>
              <a:gd name="connsiteX29" fmla="*/ 4862083 w 5530902"/>
              <a:gd name="connsiteY29" fmla="*/ 1045498 h 5560380"/>
              <a:gd name="connsiteX30" fmla="*/ 5000168 w 5530902"/>
              <a:gd name="connsiteY30" fmla="*/ 1324486 h 5560380"/>
              <a:gd name="connsiteX31" fmla="*/ 5234066 w 5530902"/>
              <a:gd name="connsiteY31" fmla="*/ 1564020 h 5560380"/>
              <a:gd name="connsiteX32" fmla="*/ 5211520 w 5530902"/>
              <a:gd name="connsiteY32" fmla="*/ 1951033 h 5560380"/>
              <a:gd name="connsiteX33" fmla="*/ 5279155 w 5530902"/>
              <a:gd name="connsiteY33" fmla="*/ 2510887 h 5560380"/>
              <a:gd name="connsiteX34" fmla="*/ 5530902 w 5530902"/>
              <a:gd name="connsiteY34" fmla="*/ 2935475 h 5560380"/>
              <a:gd name="connsiteX35" fmla="*/ 5282911 w 5530902"/>
              <a:gd name="connsiteY35" fmla="*/ 3356303 h 5560380"/>
              <a:gd name="connsiteX36" fmla="*/ 5177703 w 5530902"/>
              <a:gd name="connsiteY36" fmla="*/ 3908642 h 5560380"/>
              <a:gd name="connsiteX37" fmla="*/ 4520692 w 5530902"/>
              <a:gd name="connsiteY37" fmla="*/ 4178418 h 5560380"/>
              <a:gd name="connsiteX38" fmla="*/ 3295246 w 5530902"/>
              <a:gd name="connsiteY38" fmla="*/ 4528613 h 5560380"/>
              <a:gd name="connsiteX39" fmla="*/ 3171251 w 5530902"/>
              <a:gd name="connsiteY39" fmla="*/ 5374029 h 5560380"/>
              <a:gd name="connsiteX40" fmla="*/ 2596368 w 5530902"/>
              <a:gd name="connsiteY40" fmla="*/ 5531840 h 5560380"/>
              <a:gd name="connsiteX41" fmla="*/ 2161498 w 5530902"/>
              <a:gd name="connsiteY41" fmla="*/ 4867846 h 5560380"/>
              <a:gd name="connsiteX42" fmla="*/ 1426787 w 5530902"/>
              <a:gd name="connsiteY42" fmla="*/ 5141227 h 5560380"/>
              <a:gd name="connsiteX43" fmla="*/ 1033802 w 5530902"/>
              <a:gd name="connsiteY43" fmla="*/ 4748242 h 5560380"/>
              <a:gd name="connsiteX44" fmla="*/ 606643 w 5530902"/>
              <a:gd name="connsiteY44" fmla="*/ 4543207 h 5560380"/>
              <a:gd name="connsiteX45" fmla="*/ 503493 w 5530902"/>
              <a:gd name="connsiteY45" fmla="*/ 4058937 h 5560380"/>
              <a:gd name="connsiteX46" fmla="*/ 270534 w 5530902"/>
              <a:gd name="connsiteY46" fmla="*/ 3532901 h 5560380"/>
              <a:gd name="connsiteX47" fmla="*/ 45089 w 5530902"/>
              <a:gd name="connsiteY47" fmla="*/ 3254853 h 5560380"/>
              <a:gd name="connsiteX48" fmla="*/ 105207 w 5530902"/>
              <a:gd name="connsiteY48" fmla="*/ 2939231 h 5560380"/>
              <a:gd name="connsiteX49" fmla="*/ 0 w 5530902"/>
              <a:gd name="connsiteY49" fmla="*/ 2608580 h 5560380"/>
              <a:gd name="connsiteX50" fmla="*/ 270512 w 5530902"/>
              <a:gd name="connsiteY50" fmla="*/ 2341841 h 5560380"/>
              <a:gd name="connsiteX0" fmla="*/ 270512 w 5530902"/>
              <a:gd name="connsiteY0" fmla="*/ 2341841 h 5560380"/>
              <a:gd name="connsiteX1" fmla="*/ 520025 w 5530902"/>
              <a:gd name="connsiteY1" fmla="*/ 1812009 h 5560380"/>
              <a:gd name="connsiteX2" fmla="*/ 299088 w 5530902"/>
              <a:gd name="connsiteY2" fmla="*/ 1586565 h 5560380"/>
              <a:gd name="connsiteX3" fmla="*/ 344177 w 5530902"/>
              <a:gd name="connsiteY3" fmla="*/ 1410718 h 5560380"/>
              <a:gd name="connsiteX4" fmla="*/ 610202 w 5530902"/>
              <a:gd name="connsiteY4" fmla="*/ 1343085 h 5560380"/>
              <a:gd name="connsiteX5" fmla="*/ 556095 w 5530902"/>
              <a:gd name="connsiteY5" fmla="*/ 1095096 h 5560380"/>
              <a:gd name="connsiteX6" fmla="*/ 709309 w 5530902"/>
              <a:gd name="connsiteY6" fmla="*/ 969193 h 5560380"/>
              <a:gd name="connsiteX7" fmla="*/ 885486 w 5530902"/>
              <a:gd name="connsiteY7" fmla="*/ 745050 h 5560380"/>
              <a:gd name="connsiteX8" fmla="*/ 1056222 w 5530902"/>
              <a:gd name="connsiteY8" fmla="*/ 627193 h 5560380"/>
              <a:gd name="connsiteX9" fmla="*/ 1145486 w 5530902"/>
              <a:gd name="connsiteY9" fmla="*/ 471772 h 5560380"/>
              <a:gd name="connsiteX10" fmla="*/ 1322607 w 5530902"/>
              <a:gd name="connsiteY10" fmla="*/ 448070 h 5560380"/>
              <a:gd name="connsiteX11" fmla="*/ 1429693 w 5530902"/>
              <a:gd name="connsiteY11" fmla="*/ 355075 h 5560380"/>
              <a:gd name="connsiteX12" fmla="*/ 1579431 w 5530902"/>
              <a:gd name="connsiteY12" fmla="*/ 379714 h 5560380"/>
              <a:gd name="connsiteX13" fmla="*/ 1932598 w 5530902"/>
              <a:gd name="connsiteY13" fmla="*/ 328478 h 5560380"/>
              <a:gd name="connsiteX14" fmla="*/ 1978125 w 5530902"/>
              <a:gd name="connsiteY14" fmla="*/ 114782 h 5560380"/>
              <a:gd name="connsiteX15" fmla="*/ 2089118 w 5530902"/>
              <a:gd name="connsiteY15" fmla="*/ 92996 h 5560380"/>
              <a:gd name="connsiteX16" fmla="*/ 2378088 w 5530902"/>
              <a:gd name="connsiteY16" fmla="*/ 23414 h 5560380"/>
              <a:gd name="connsiteX17" fmla="*/ 2525916 w 5530902"/>
              <a:gd name="connsiteY17" fmla="*/ 42271 h 5560380"/>
              <a:gd name="connsiteX18" fmla="*/ 2661183 w 5530902"/>
              <a:gd name="connsiteY18" fmla="*/ 0 h 5560380"/>
              <a:gd name="connsiteX19" fmla="*/ 2799268 w 5530902"/>
              <a:gd name="connsiteY19" fmla="*/ 64815 h 5560380"/>
              <a:gd name="connsiteX20" fmla="*/ 2996793 w 5530902"/>
              <a:gd name="connsiteY20" fmla="*/ 93263 h 5560380"/>
              <a:gd name="connsiteX21" fmla="*/ 3159979 w 5530902"/>
              <a:gd name="connsiteY21" fmla="*/ 25362 h 5560380"/>
              <a:gd name="connsiteX22" fmla="*/ 3298806 w 5530902"/>
              <a:gd name="connsiteY22" fmla="*/ 102206 h 5560380"/>
              <a:gd name="connsiteX23" fmla="*/ 3488948 w 5530902"/>
              <a:gd name="connsiteY23" fmla="*/ 115699 h 5560380"/>
              <a:gd name="connsiteX24" fmla="*/ 3605504 w 5530902"/>
              <a:gd name="connsiteY24" fmla="*/ 321082 h 5560380"/>
              <a:gd name="connsiteX25" fmla="*/ 3965288 w 5530902"/>
              <a:gd name="connsiteY25" fmla="*/ 684066 h 5560380"/>
              <a:gd name="connsiteX26" fmla="*/ 4295455 w 5530902"/>
              <a:gd name="connsiteY26" fmla="*/ 494261 h 5560380"/>
              <a:gd name="connsiteX27" fmla="*/ 4478828 w 5530902"/>
              <a:gd name="connsiteY27" fmla="*/ 631244 h 5560380"/>
              <a:gd name="connsiteX28" fmla="*/ 4473193 w 5530902"/>
              <a:gd name="connsiteY28" fmla="*/ 955320 h 5560380"/>
              <a:gd name="connsiteX29" fmla="*/ 4862083 w 5530902"/>
              <a:gd name="connsiteY29" fmla="*/ 1045498 h 5560380"/>
              <a:gd name="connsiteX30" fmla="*/ 5000168 w 5530902"/>
              <a:gd name="connsiteY30" fmla="*/ 1324486 h 5560380"/>
              <a:gd name="connsiteX31" fmla="*/ 5234066 w 5530902"/>
              <a:gd name="connsiteY31" fmla="*/ 1564020 h 5560380"/>
              <a:gd name="connsiteX32" fmla="*/ 5211520 w 5530902"/>
              <a:gd name="connsiteY32" fmla="*/ 1951033 h 5560380"/>
              <a:gd name="connsiteX33" fmla="*/ 5279155 w 5530902"/>
              <a:gd name="connsiteY33" fmla="*/ 2510887 h 5560380"/>
              <a:gd name="connsiteX34" fmla="*/ 5530902 w 5530902"/>
              <a:gd name="connsiteY34" fmla="*/ 2935475 h 5560380"/>
              <a:gd name="connsiteX35" fmla="*/ 5282911 w 5530902"/>
              <a:gd name="connsiteY35" fmla="*/ 3356303 h 5560380"/>
              <a:gd name="connsiteX36" fmla="*/ 5177703 w 5530902"/>
              <a:gd name="connsiteY36" fmla="*/ 3908642 h 5560380"/>
              <a:gd name="connsiteX37" fmla="*/ 4520692 w 5530902"/>
              <a:gd name="connsiteY37" fmla="*/ 4178418 h 5560380"/>
              <a:gd name="connsiteX38" fmla="*/ 3295246 w 5530902"/>
              <a:gd name="connsiteY38" fmla="*/ 4528613 h 5560380"/>
              <a:gd name="connsiteX39" fmla="*/ 3171251 w 5530902"/>
              <a:gd name="connsiteY39" fmla="*/ 5374029 h 5560380"/>
              <a:gd name="connsiteX40" fmla="*/ 2596368 w 5530902"/>
              <a:gd name="connsiteY40" fmla="*/ 5531840 h 5560380"/>
              <a:gd name="connsiteX41" fmla="*/ 2161498 w 5530902"/>
              <a:gd name="connsiteY41" fmla="*/ 4867846 h 5560380"/>
              <a:gd name="connsiteX42" fmla="*/ 1426787 w 5530902"/>
              <a:gd name="connsiteY42" fmla="*/ 5141227 h 5560380"/>
              <a:gd name="connsiteX43" fmla="*/ 1033802 w 5530902"/>
              <a:gd name="connsiteY43" fmla="*/ 4748242 h 5560380"/>
              <a:gd name="connsiteX44" fmla="*/ 606643 w 5530902"/>
              <a:gd name="connsiteY44" fmla="*/ 4543207 h 5560380"/>
              <a:gd name="connsiteX45" fmla="*/ 503493 w 5530902"/>
              <a:gd name="connsiteY45" fmla="*/ 4058937 h 5560380"/>
              <a:gd name="connsiteX46" fmla="*/ 270534 w 5530902"/>
              <a:gd name="connsiteY46" fmla="*/ 3532901 h 5560380"/>
              <a:gd name="connsiteX47" fmla="*/ 45089 w 5530902"/>
              <a:gd name="connsiteY47" fmla="*/ 3254853 h 5560380"/>
              <a:gd name="connsiteX48" fmla="*/ 105207 w 5530902"/>
              <a:gd name="connsiteY48" fmla="*/ 2939231 h 5560380"/>
              <a:gd name="connsiteX49" fmla="*/ 0 w 5530902"/>
              <a:gd name="connsiteY49" fmla="*/ 2608580 h 5560380"/>
              <a:gd name="connsiteX50" fmla="*/ 270512 w 5530902"/>
              <a:gd name="connsiteY50" fmla="*/ 2341841 h 5560380"/>
              <a:gd name="connsiteX0" fmla="*/ 270512 w 5530902"/>
              <a:gd name="connsiteY0" fmla="*/ 2341841 h 5560380"/>
              <a:gd name="connsiteX1" fmla="*/ 520025 w 5530902"/>
              <a:gd name="connsiteY1" fmla="*/ 1812009 h 5560380"/>
              <a:gd name="connsiteX2" fmla="*/ 299088 w 5530902"/>
              <a:gd name="connsiteY2" fmla="*/ 1586565 h 5560380"/>
              <a:gd name="connsiteX3" fmla="*/ 344177 w 5530902"/>
              <a:gd name="connsiteY3" fmla="*/ 1410718 h 5560380"/>
              <a:gd name="connsiteX4" fmla="*/ 610202 w 5530902"/>
              <a:gd name="connsiteY4" fmla="*/ 1343085 h 5560380"/>
              <a:gd name="connsiteX5" fmla="*/ 556095 w 5530902"/>
              <a:gd name="connsiteY5" fmla="*/ 1095096 h 5560380"/>
              <a:gd name="connsiteX6" fmla="*/ 709309 w 5530902"/>
              <a:gd name="connsiteY6" fmla="*/ 969193 h 5560380"/>
              <a:gd name="connsiteX7" fmla="*/ 885486 w 5530902"/>
              <a:gd name="connsiteY7" fmla="*/ 745050 h 5560380"/>
              <a:gd name="connsiteX8" fmla="*/ 1056222 w 5530902"/>
              <a:gd name="connsiteY8" fmla="*/ 627193 h 5560380"/>
              <a:gd name="connsiteX9" fmla="*/ 1145486 w 5530902"/>
              <a:gd name="connsiteY9" fmla="*/ 471772 h 5560380"/>
              <a:gd name="connsiteX10" fmla="*/ 1322607 w 5530902"/>
              <a:gd name="connsiteY10" fmla="*/ 448070 h 5560380"/>
              <a:gd name="connsiteX11" fmla="*/ 1429693 w 5530902"/>
              <a:gd name="connsiteY11" fmla="*/ 355075 h 5560380"/>
              <a:gd name="connsiteX12" fmla="*/ 1579431 w 5530902"/>
              <a:gd name="connsiteY12" fmla="*/ 379714 h 5560380"/>
              <a:gd name="connsiteX13" fmla="*/ 1932598 w 5530902"/>
              <a:gd name="connsiteY13" fmla="*/ 328478 h 5560380"/>
              <a:gd name="connsiteX14" fmla="*/ 1978125 w 5530902"/>
              <a:gd name="connsiteY14" fmla="*/ 114782 h 5560380"/>
              <a:gd name="connsiteX15" fmla="*/ 2089118 w 5530902"/>
              <a:gd name="connsiteY15" fmla="*/ 92996 h 5560380"/>
              <a:gd name="connsiteX16" fmla="*/ 2378088 w 5530902"/>
              <a:gd name="connsiteY16" fmla="*/ 23414 h 5560380"/>
              <a:gd name="connsiteX17" fmla="*/ 2525916 w 5530902"/>
              <a:gd name="connsiteY17" fmla="*/ 42271 h 5560380"/>
              <a:gd name="connsiteX18" fmla="*/ 2661183 w 5530902"/>
              <a:gd name="connsiteY18" fmla="*/ 0 h 5560380"/>
              <a:gd name="connsiteX19" fmla="*/ 2799268 w 5530902"/>
              <a:gd name="connsiteY19" fmla="*/ 64815 h 5560380"/>
              <a:gd name="connsiteX20" fmla="*/ 2996793 w 5530902"/>
              <a:gd name="connsiteY20" fmla="*/ 93263 h 5560380"/>
              <a:gd name="connsiteX21" fmla="*/ 3159979 w 5530902"/>
              <a:gd name="connsiteY21" fmla="*/ 25362 h 5560380"/>
              <a:gd name="connsiteX22" fmla="*/ 3298806 w 5530902"/>
              <a:gd name="connsiteY22" fmla="*/ 102206 h 5560380"/>
              <a:gd name="connsiteX23" fmla="*/ 3488948 w 5530902"/>
              <a:gd name="connsiteY23" fmla="*/ 115699 h 5560380"/>
              <a:gd name="connsiteX24" fmla="*/ 3605504 w 5530902"/>
              <a:gd name="connsiteY24" fmla="*/ 321082 h 5560380"/>
              <a:gd name="connsiteX25" fmla="*/ 3965288 w 5530902"/>
              <a:gd name="connsiteY25" fmla="*/ 684066 h 5560380"/>
              <a:gd name="connsiteX26" fmla="*/ 4295455 w 5530902"/>
              <a:gd name="connsiteY26" fmla="*/ 494261 h 5560380"/>
              <a:gd name="connsiteX27" fmla="*/ 4478828 w 5530902"/>
              <a:gd name="connsiteY27" fmla="*/ 631244 h 5560380"/>
              <a:gd name="connsiteX28" fmla="*/ 4473193 w 5530902"/>
              <a:gd name="connsiteY28" fmla="*/ 955320 h 5560380"/>
              <a:gd name="connsiteX29" fmla="*/ 4862083 w 5530902"/>
              <a:gd name="connsiteY29" fmla="*/ 1045498 h 5560380"/>
              <a:gd name="connsiteX30" fmla="*/ 5000168 w 5530902"/>
              <a:gd name="connsiteY30" fmla="*/ 1324486 h 5560380"/>
              <a:gd name="connsiteX31" fmla="*/ 5234066 w 5530902"/>
              <a:gd name="connsiteY31" fmla="*/ 1564020 h 5560380"/>
              <a:gd name="connsiteX32" fmla="*/ 5211520 w 5530902"/>
              <a:gd name="connsiteY32" fmla="*/ 1951033 h 5560380"/>
              <a:gd name="connsiteX33" fmla="*/ 5279155 w 5530902"/>
              <a:gd name="connsiteY33" fmla="*/ 2510887 h 5560380"/>
              <a:gd name="connsiteX34" fmla="*/ 5530902 w 5530902"/>
              <a:gd name="connsiteY34" fmla="*/ 2935475 h 5560380"/>
              <a:gd name="connsiteX35" fmla="*/ 5282911 w 5530902"/>
              <a:gd name="connsiteY35" fmla="*/ 3356303 h 5560380"/>
              <a:gd name="connsiteX36" fmla="*/ 5177703 w 5530902"/>
              <a:gd name="connsiteY36" fmla="*/ 3908642 h 5560380"/>
              <a:gd name="connsiteX37" fmla="*/ 4520692 w 5530902"/>
              <a:gd name="connsiteY37" fmla="*/ 4178418 h 5560380"/>
              <a:gd name="connsiteX38" fmla="*/ 3295246 w 5530902"/>
              <a:gd name="connsiteY38" fmla="*/ 4528613 h 5560380"/>
              <a:gd name="connsiteX39" fmla="*/ 3171251 w 5530902"/>
              <a:gd name="connsiteY39" fmla="*/ 5374029 h 5560380"/>
              <a:gd name="connsiteX40" fmla="*/ 2596368 w 5530902"/>
              <a:gd name="connsiteY40" fmla="*/ 5531840 h 5560380"/>
              <a:gd name="connsiteX41" fmla="*/ 2161498 w 5530902"/>
              <a:gd name="connsiteY41" fmla="*/ 4867846 h 5560380"/>
              <a:gd name="connsiteX42" fmla="*/ 1426787 w 5530902"/>
              <a:gd name="connsiteY42" fmla="*/ 5141227 h 5560380"/>
              <a:gd name="connsiteX43" fmla="*/ 1033802 w 5530902"/>
              <a:gd name="connsiteY43" fmla="*/ 4748242 h 5560380"/>
              <a:gd name="connsiteX44" fmla="*/ 606643 w 5530902"/>
              <a:gd name="connsiteY44" fmla="*/ 4543207 h 5560380"/>
              <a:gd name="connsiteX45" fmla="*/ 503493 w 5530902"/>
              <a:gd name="connsiteY45" fmla="*/ 4058937 h 5560380"/>
              <a:gd name="connsiteX46" fmla="*/ 270534 w 5530902"/>
              <a:gd name="connsiteY46" fmla="*/ 3532901 h 5560380"/>
              <a:gd name="connsiteX47" fmla="*/ 45089 w 5530902"/>
              <a:gd name="connsiteY47" fmla="*/ 3254853 h 5560380"/>
              <a:gd name="connsiteX48" fmla="*/ 105207 w 5530902"/>
              <a:gd name="connsiteY48" fmla="*/ 2939231 h 5560380"/>
              <a:gd name="connsiteX49" fmla="*/ 0 w 5530902"/>
              <a:gd name="connsiteY49" fmla="*/ 2608580 h 5560380"/>
              <a:gd name="connsiteX50" fmla="*/ 270512 w 5530902"/>
              <a:gd name="connsiteY50" fmla="*/ 2341841 h 5560380"/>
              <a:gd name="connsiteX0" fmla="*/ 270512 w 5530902"/>
              <a:gd name="connsiteY0" fmla="*/ 2341841 h 5560380"/>
              <a:gd name="connsiteX1" fmla="*/ 520025 w 5530902"/>
              <a:gd name="connsiteY1" fmla="*/ 1812009 h 5560380"/>
              <a:gd name="connsiteX2" fmla="*/ 299088 w 5530902"/>
              <a:gd name="connsiteY2" fmla="*/ 1586565 h 5560380"/>
              <a:gd name="connsiteX3" fmla="*/ 344177 w 5530902"/>
              <a:gd name="connsiteY3" fmla="*/ 1410718 h 5560380"/>
              <a:gd name="connsiteX4" fmla="*/ 610202 w 5530902"/>
              <a:gd name="connsiteY4" fmla="*/ 1343085 h 5560380"/>
              <a:gd name="connsiteX5" fmla="*/ 556095 w 5530902"/>
              <a:gd name="connsiteY5" fmla="*/ 1095096 h 5560380"/>
              <a:gd name="connsiteX6" fmla="*/ 709309 w 5530902"/>
              <a:gd name="connsiteY6" fmla="*/ 969193 h 5560380"/>
              <a:gd name="connsiteX7" fmla="*/ 885486 w 5530902"/>
              <a:gd name="connsiteY7" fmla="*/ 745050 h 5560380"/>
              <a:gd name="connsiteX8" fmla="*/ 1056222 w 5530902"/>
              <a:gd name="connsiteY8" fmla="*/ 627193 h 5560380"/>
              <a:gd name="connsiteX9" fmla="*/ 1145486 w 5530902"/>
              <a:gd name="connsiteY9" fmla="*/ 471772 h 5560380"/>
              <a:gd name="connsiteX10" fmla="*/ 1322607 w 5530902"/>
              <a:gd name="connsiteY10" fmla="*/ 448070 h 5560380"/>
              <a:gd name="connsiteX11" fmla="*/ 1429693 w 5530902"/>
              <a:gd name="connsiteY11" fmla="*/ 355075 h 5560380"/>
              <a:gd name="connsiteX12" fmla="*/ 1579431 w 5530902"/>
              <a:gd name="connsiteY12" fmla="*/ 379714 h 5560380"/>
              <a:gd name="connsiteX13" fmla="*/ 1932598 w 5530902"/>
              <a:gd name="connsiteY13" fmla="*/ 328478 h 5560380"/>
              <a:gd name="connsiteX14" fmla="*/ 1978125 w 5530902"/>
              <a:gd name="connsiteY14" fmla="*/ 114782 h 5560380"/>
              <a:gd name="connsiteX15" fmla="*/ 2089118 w 5530902"/>
              <a:gd name="connsiteY15" fmla="*/ 92996 h 5560380"/>
              <a:gd name="connsiteX16" fmla="*/ 2378088 w 5530902"/>
              <a:gd name="connsiteY16" fmla="*/ 23414 h 5560380"/>
              <a:gd name="connsiteX17" fmla="*/ 2525916 w 5530902"/>
              <a:gd name="connsiteY17" fmla="*/ 42271 h 5560380"/>
              <a:gd name="connsiteX18" fmla="*/ 2661183 w 5530902"/>
              <a:gd name="connsiteY18" fmla="*/ 0 h 5560380"/>
              <a:gd name="connsiteX19" fmla="*/ 2799268 w 5530902"/>
              <a:gd name="connsiteY19" fmla="*/ 64815 h 5560380"/>
              <a:gd name="connsiteX20" fmla="*/ 2996793 w 5530902"/>
              <a:gd name="connsiteY20" fmla="*/ 93263 h 5560380"/>
              <a:gd name="connsiteX21" fmla="*/ 3159979 w 5530902"/>
              <a:gd name="connsiteY21" fmla="*/ 25362 h 5560380"/>
              <a:gd name="connsiteX22" fmla="*/ 3298806 w 5530902"/>
              <a:gd name="connsiteY22" fmla="*/ 102206 h 5560380"/>
              <a:gd name="connsiteX23" fmla="*/ 3488948 w 5530902"/>
              <a:gd name="connsiteY23" fmla="*/ 115699 h 5560380"/>
              <a:gd name="connsiteX24" fmla="*/ 3605504 w 5530902"/>
              <a:gd name="connsiteY24" fmla="*/ 321082 h 5560380"/>
              <a:gd name="connsiteX25" fmla="*/ 3965288 w 5530902"/>
              <a:gd name="connsiteY25" fmla="*/ 684066 h 5560380"/>
              <a:gd name="connsiteX26" fmla="*/ 4295455 w 5530902"/>
              <a:gd name="connsiteY26" fmla="*/ 494261 h 5560380"/>
              <a:gd name="connsiteX27" fmla="*/ 4478828 w 5530902"/>
              <a:gd name="connsiteY27" fmla="*/ 631244 h 5560380"/>
              <a:gd name="connsiteX28" fmla="*/ 4473193 w 5530902"/>
              <a:gd name="connsiteY28" fmla="*/ 955320 h 5560380"/>
              <a:gd name="connsiteX29" fmla="*/ 4862083 w 5530902"/>
              <a:gd name="connsiteY29" fmla="*/ 1045498 h 5560380"/>
              <a:gd name="connsiteX30" fmla="*/ 5000168 w 5530902"/>
              <a:gd name="connsiteY30" fmla="*/ 1324486 h 5560380"/>
              <a:gd name="connsiteX31" fmla="*/ 5234066 w 5530902"/>
              <a:gd name="connsiteY31" fmla="*/ 1564020 h 5560380"/>
              <a:gd name="connsiteX32" fmla="*/ 5211520 w 5530902"/>
              <a:gd name="connsiteY32" fmla="*/ 1951033 h 5560380"/>
              <a:gd name="connsiteX33" fmla="*/ 5279155 w 5530902"/>
              <a:gd name="connsiteY33" fmla="*/ 2510887 h 5560380"/>
              <a:gd name="connsiteX34" fmla="*/ 5530902 w 5530902"/>
              <a:gd name="connsiteY34" fmla="*/ 2935475 h 5560380"/>
              <a:gd name="connsiteX35" fmla="*/ 5282911 w 5530902"/>
              <a:gd name="connsiteY35" fmla="*/ 3356303 h 5560380"/>
              <a:gd name="connsiteX36" fmla="*/ 5177703 w 5530902"/>
              <a:gd name="connsiteY36" fmla="*/ 3908642 h 5560380"/>
              <a:gd name="connsiteX37" fmla="*/ 4520692 w 5530902"/>
              <a:gd name="connsiteY37" fmla="*/ 4178418 h 5560380"/>
              <a:gd name="connsiteX38" fmla="*/ 3295246 w 5530902"/>
              <a:gd name="connsiteY38" fmla="*/ 4528613 h 5560380"/>
              <a:gd name="connsiteX39" fmla="*/ 3171251 w 5530902"/>
              <a:gd name="connsiteY39" fmla="*/ 5374029 h 5560380"/>
              <a:gd name="connsiteX40" fmla="*/ 2596368 w 5530902"/>
              <a:gd name="connsiteY40" fmla="*/ 5531840 h 5560380"/>
              <a:gd name="connsiteX41" fmla="*/ 2161498 w 5530902"/>
              <a:gd name="connsiteY41" fmla="*/ 4867846 h 5560380"/>
              <a:gd name="connsiteX42" fmla="*/ 1426787 w 5530902"/>
              <a:gd name="connsiteY42" fmla="*/ 5141227 h 5560380"/>
              <a:gd name="connsiteX43" fmla="*/ 1033802 w 5530902"/>
              <a:gd name="connsiteY43" fmla="*/ 4748242 h 5560380"/>
              <a:gd name="connsiteX44" fmla="*/ 606643 w 5530902"/>
              <a:gd name="connsiteY44" fmla="*/ 4543207 h 5560380"/>
              <a:gd name="connsiteX45" fmla="*/ 503493 w 5530902"/>
              <a:gd name="connsiteY45" fmla="*/ 4058937 h 5560380"/>
              <a:gd name="connsiteX46" fmla="*/ 270534 w 5530902"/>
              <a:gd name="connsiteY46" fmla="*/ 3532901 h 5560380"/>
              <a:gd name="connsiteX47" fmla="*/ 45089 w 5530902"/>
              <a:gd name="connsiteY47" fmla="*/ 3254853 h 5560380"/>
              <a:gd name="connsiteX48" fmla="*/ 105207 w 5530902"/>
              <a:gd name="connsiteY48" fmla="*/ 2939231 h 5560380"/>
              <a:gd name="connsiteX49" fmla="*/ 0 w 5530902"/>
              <a:gd name="connsiteY49" fmla="*/ 2608580 h 5560380"/>
              <a:gd name="connsiteX50" fmla="*/ 270512 w 5530902"/>
              <a:gd name="connsiteY50" fmla="*/ 2341841 h 5560380"/>
              <a:gd name="connsiteX0" fmla="*/ 270512 w 5530902"/>
              <a:gd name="connsiteY0" fmla="*/ 2341841 h 5560380"/>
              <a:gd name="connsiteX1" fmla="*/ 520025 w 5530902"/>
              <a:gd name="connsiteY1" fmla="*/ 1812009 h 5560380"/>
              <a:gd name="connsiteX2" fmla="*/ 299088 w 5530902"/>
              <a:gd name="connsiteY2" fmla="*/ 1586565 h 5560380"/>
              <a:gd name="connsiteX3" fmla="*/ 344177 w 5530902"/>
              <a:gd name="connsiteY3" fmla="*/ 1410718 h 5560380"/>
              <a:gd name="connsiteX4" fmla="*/ 610202 w 5530902"/>
              <a:gd name="connsiteY4" fmla="*/ 1343085 h 5560380"/>
              <a:gd name="connsiteX5" fmla="*/ 556095 w 5530902"/>
              <a:gd name="connsiteY5" fmla="*/ 1095096 h 5560380"/>
              <a:gd name="connsiteX6" fmla="*/ 709309 w 5530902"/>
              <a:gd name="connsiteY6" fmla="*/ 969193 h 5560380"/>
              <a:gd name="connsiteX7" fmla="*/ 885486 w 5530902"/>
              <a:gd name="connsiteY7" fmla="*/ 745050 h 5560380"/>
              <a:gd name="connsiteX8" fmla="*/ 1056222 w 5530902"/>
              <a:gd name="connsiteY8" fmla="*/ 627193 h 5560380"/>
              <a:gd name="connsiteX9" fmla="*/ 1145486 w 5530902"/>
              <a:gd name="connsiteY9" fmla="*/ 471772 h 5560380"/>
              <a:gd name="connsiteX10" fmla="*/ 1322607 w 5530902"/>
              <a:gd name="connsiteY10" fmla="*/ 448070 h 5560380"/>
              <a:gd name="connsiteX11" fmla="*/ 1429693 w 5530902"/>
              <a:gd name="connsiteY11" fmla="*/ 355075 h 5560380"/>
              <a:gd name="connsiteX12" fmla="*/ 1579431 w 5530902"/>
              <a:gd name="connsiteY12" fmla="*/ 379714 h 5560380"/>
              <a:gd name="connsiteX13" fmla="*/ 1932598 w 5530902"/>
              <a:gd name="connsiteY13" fmla="*/ 328478 h 5560380"/>
              <a:gd name="connsiteX14" fmla="*/ 1978125 w 5530902"/>
              <a:gd name="connsiteY14" fmla="*/ 114782 h 5560380"/>
              <a:gd name="connsiteX15" fmla="*/ 2089118 w 5530902"/>
              <a:gd name="connsiteY15" fmla="*/ 92996 h 5560380"/>
              <a:gd name="connsiteX16" fmla="*/ 2378088 w 5530902"/>
              <a:gd name="connsiteY16" fmla="*/ 23414 h 5560380"/>
              <a:gd name="connsiteX17" fmla="*/ 2525916 w 5530902"/>
              <a:gd name="connsiteY17" fmla="*/ 42271 h 5560380"/>
              <a:gd name="connsiteX18" fmla="*/ 2661183 w 5530902"/>
              <a:gd name="connsiteY18" fmla="*/ 0 h 5560380"/>
              <a:gd name="connsiteX19" fmla="*/ 2799268 w 5530902"/>
              <a:gd name="connsiteY19" fmla="*/ 64815 h 5560380"/>
              <a:gd name="connsiteX20" fmla="*/ 2996793 w 5530902"/>
              <a:gd name="connsiteY20" fmla="*/ 93263 h 5560380"/>
              <a:gd name="connsiteX21" fmla="*/ 3159979 w 5530902"/>
              <a:gd name="connsiteY21" fmla="*/ 25362 h 5560380"/>
              <a:gd name="connsiteX22" fmla="*/ 3298806 w 5530902"/>
              <a:gd name="connsiteY22" fmla="*/ 102206 h 5560380"/>
              <a:gd name="connsiteX23" fmla="*/ 3488948 w 5530902"/>
              <a:gd name="connsiteY23" fmla="*/ 115699 h 5560380"/>
              <a:gd name="connsiteX24" fmla="*/ 3605504 w 5530902"/>
              <a:gd name="connsiteY24" fmla="*/ 321082 h 5560380"/>
              <a:gd name="connsiteX25" fmla="*/ 3965288 w 5530902"/>
              <a:gd name="connsiteY25" fmla="*/ 684066 h 5560380"/>
              <a:gd name="connsiteX26" fmla="*/ 4295455 w 5530902"/>
              <a:gd name="connsiteY26" fmla="*/ 494261 h 5560380"/>
              <a:gd name="connsiteX27" fmla="*/ 4478828 w 5530902"/>
              <a:gd name="connsiteY27" fmla="*/ 631244 h 5560380"/>
              <a:gd name="connsiteX28" fmla="*/ 4473193 w 5530902"/>
              <a:gd name="connsiteY28" fmla="*/ 955320 h 5560380"/>
              <a:gd name="connsiteX29" fmla="*/ 4862083 w 5530902"/>
              <a:gd name="connsiteY29" fmla="*/ 1045498 h 5560380"/>
              <a:gd name="connsiteX30" fmla="*/ 5000168 w 5530902"/>
              <a:gd name="connsiteY30" fmla="*/ 1324486 h 5560380"/>
              <a:gd name="connsiteX31" fmla="*/ 5234066 w 5530902"/>
              <a:gd name="connsiteY31" fmla="*/ 1564020 h 5560380"/>
              <a:gd name="connsiteX32" fmla="*/ 5211520 w 5530902"/>
              <a:gd name="connsiteY32" fmla="*/ 1951033 h 5560380"/>
              <a:gd name="connsiteX33" fmla="*/ 5279155 w 5530902"/>
              <a:gd name="connsiteY33" fmla="*/ 2510887 h 5560380"/>
              <a:gd name="connsiteX34" fmla="*/ 5530902 w 5530902"/>
              <a:gd name="connsiteY34" fmla="*/ 2935475 h 5560380"/>
              <a:gd name="connsiteX35" fmla="*/ 5282911 w 5530902"/>
              <a:gd name="connsiteY35" fmla="*/ 3356303 h 5560380"/>
              <a:gd name="connsiteX36" fmla="*/ 5177703 w 5530902"/>
              <a:gd name="connsiteY36" fmla="*/ 3908642 h 5560380"/>
              <a:gd name="connsiteX37" fmla="*/ 4479360 w 5530902"/>
              <a:gd name="connsiteY37" fmla="*/ 4163389 h 5560380"/>
              <a:gd name="connsiteX38" fmla="*/ 3295246 w 5530902"/>
              <a:gd name="connsiteY38" fmla="*/ 4528613 h 5560380"/>
              <a:gd name="connsiteX39" fmla="*/ 3171251 w 5530902"/>
              <a:gd name="connsiteY39" fmla="*/ 5374029 h 5560380"/>
              <a:gd name="connsiteX40" fmla="*/ 2596368 w 5530902"/>
              <a:gd name="connsiteY40" fmla="*/ 5531840 h 5560380"/>
              <a:gd name="connsiteX41" fmla="*/ 2161498 w 5530902"/>
              <a:gd name="connsiteY41" fmla="*/ 4867846 h 5560380"/>
              <a:gd name="connsiteX42" fmla="*/ 1426787 w 5530902"/>
              <a:gd name="connsiteY42" fmla="*/ 5141227 h 5560380"/>
              <a:gd name="connsiteX43" fmla="*/ 1033802 w 5530902"/>
              <a:gd name="connsiteY43" fmla="*/ 4748242 h 5560380"/>
              <a:gd name="connsiteX44" fmla="*/ 606643 w 5530902"/>
              <a:gd name="connsiteY44" fmla="*/ 4543207 h 5560380"/>
              <a:gd name="connsiteX45" fmla="*/ 503493 w 5530902"/>
              <a:gd name="connsiteY45" fmla="*/ 4058937 h 5560380"/>
              <a:gd name="connsiteX46" fmla="*/ 270534 w 5530902"/>
              <a:gd name="connsiteY46" fmla="*/ 3532901 h 5560380"/>
              <a:gd name="connsiteX47" fmla="*/ 45089 w 5530902"/>
              <a:gd name="connsiteY47" fmla="*/ 3254853 h 5560380"/>
              <a:gd name="connsiteX48" fmla="*/ 105207 w 5530902"/>
              <a:gd name="connsiteY48" fmla="*/ 2939231 h 5560380"/>
              <a:gd name="connsiteX49" fmla="*/ 0 w 5530902"/>
              <a:gd name="connsiteY49" fmla="*/ 2608580 h 5560380"/>
              <a:gd name="connsiteX50" fmla="*/ 270512 w 5530902"/>
              <a:gd name="connsiteY50" fmla="*/ 2341841 h 5560380"/>
              <a:gd name="connsiteX0" fmla="*/ 270512 w 5530902"/>
              <a:gd name="connsiteY0" fmla="*/ 2341841 h 5560380"/>
              <a:gd name="connsiteX1" fmla="*/ 520025 w 5530902"/>
              <a:gd name="connsiteY1" fmla="*/ 1812009 h 5560380"/>
              <a:gd name="connsiteX2" fmla="*/ 299088 w 5530902"/>
              <a:gd name="connsiteY2" fmla="*/ 1586565 h 5560380"/>
              <a:gd name="connsiteX3" fmla="*/ 344177 w 5530902"/>
              <a:gd name="connsiteY3" fmla="*/ 1410718 h 5560380"/>
              <a:gd name="connsiteX4" fmla="*/ 610202 w 5530902"/>
              <a:gd name="connsiteY4" fmla="*/ 1343085 h 5560380"/>
              <a:gd name="connsiteX5" fmla="*/ 556095 w 5530902"/>
              <a:gd name="connsiteY5" fmla="*/ 1095096 h 5560380"/>
              <a:gd name="connsiteX6" fmla="*/ 709309 w 5530902"/>
              <a:gd name="connsiteY6" fmla="*/ 969193 h 5560380"/>
              <a:gd name="connsiteX7" fmla="*/ 885486 w 5530902"/>
              <a:gd name="connsiteY7" fmla="*/ 745050 h 5560380"/>
              <a:gd name="connsiteX8" fmla="*/ 1056222 w 5530902"/>
              <a:gd name="connsiteY8" fmla="*/ 627193 h 5560380"/>
              <a:gd name="connsiteX9" fmla="*/ 1145486 w 5530902"/>
              <a:gd name="connsiteY9" fmla="*/ 471772 h 5560380"/>
              <a:gd name="connsiteX10" fmla="*/ 1322607 w 5530902"/>
              <a:gd name="connsiteY10" fmla="*/ 448070 h 5560380"/>
              <a:gd name="connsiteX11" fmla="*/ 1429693 w 5530902"/>
              <a:gd name="connsiteY11" fmla="*/ 355075 h 5560380"/>
              <a:gd name="connsiteX12" fmla="*/ 1579431 w 5530902"/>
              <a:gd name="connsiteY12" fmla="*/ 379714 h 5560380"/>
              <a:gd name="connsiteX13" fmla="*/ 1932598 w 5530902"/>
              <a:gd name="connsiteY13" fmla="*/ 328478 h 5560380"/>
              <a:gd name="connsiteX14" fmla="*/ 1978125 w 5530902"/>
              <a:gd name="connsiteY14" fmla="*/ 114782 h 5560380"/>
              <a:gd name="connsiteX15" fmla="*/ 2089118 w 5530902"/>
              <a:gd name="connsiteY15" fmla="*/ 92996 h 5560380"/>
              <a:gd name="connsiteX16" fmla="*/ 2378088 w 5530902"/>
              <a:gd name="connsiteY16" fmla="*/ 23414 h 5560380"/>
              <a:gd name="connsiteX17" fmla="*/ 2525916 w 5530902"/>
              <a:gd name="connsiteY17" fmla="*/ 42271 h 5560380"/>
              <a:gd name="connsiteX18" fmla="*/ 2661183 w 5530902"/>
              <a:gd name="connsiteY18" fmla="*/ 0 h 5560380"/>
              <a:gd name="connsiteX19" fmla="*/ 2799268 w 5530902"/>
              <a:gd name="connsiteY19" fmla="*/ 64815 h 5560380"/>
              <a:gd name="connsiteX20" fmla="*/ 2996793 w 5530902"/>
              <a:gd name="connsiteY20" fmla="*/ 93263 h 5560380"/>
              <a:gd name="connsiteX21" fmla="*/ 3159979 w 5530902"/>
              <a:gd name="connsiteY21" fmla="*/ 25362 h 5560380"/>
              <a:gd name="connsiteX22" fmla="*/ 3298806 w 5530902"/>
              <a:gd name="connsiteY22" fmla="*/ 102206 h 5560380"/>
              <a:gd name="connsiteX23" fmla="*/ 3488948 w 5530902"/>
              <a:gd name="connsiteY23" fmla="*/ 115699 h 5560380"/>
              <a:gd name="connsiteX24" fmla="*/ 3605504 w 5530902"/>
              <a:gd name="connsiteY24" fmla="*/ 321082 h 5560380"/>
              <a:gd name="connsiteX25" fmla="*/ 3965288 w 5530902"/>
              <a:gd name="connsiteY25" fmla="*/ 684066 h 5560380"/>
              <a:gd name="connsiteX26" fmla="*/ 4295455 w 5530902"/>
              <a:gd name="connsiteY26" fmla="*/ 494261 h 5560380"/>
              <a:gd name="connsiteX27" fmla="*/ 4478828 w 5530902"/>
              <a:gd name="connsiteY27" fmla="*/ 631244 h 5560380"/>
              <a:gd name="connsiteX28" fmla="*/ 4473193 w 5530902"/>
              <a:gd name="connsiteY28" fmla="*/ 955320 h 5560380"/>
              <a:gd name="connsiteX29" fmla="*/ 4862083 w 5530902"/>
              <a:gd name="connsiteY29" fmla="*/ 1045498 h 5560380"/>
              <a:gd name="connsiteX30" fmla="*/ 5000168 w 5530902"/>
              <a:gd name="connsiteY30" fmla="*/ 1324486 h 5560380"/>
              <a:gd name="connsiteX31" fmla="*/ 5234066 w 5530902"/>
              <a:gd name="connsiteY31" fmla="*/ 1564020 h 5560380"/>
              <a:gd name="connsiteX32" fmla="*/ 5211520 w 5530902"/>
              <a:gd name="connsiteY32" fmla="*/ 1951033 h 5560380"/>
              <a:gd name="connsiteX33" fmla="*/ 5279155 w 5530902"/>
              <a:gd name="connsiteY33" fmla="*/ 2510887 h 5560380"/>
              <a:gd name="connsiteX34" fmla="*/ 5530902 w 5530902"/>
              <a:gd name="connsiteY34" fmla="*/ 2935475 h 5560380"/>
              <a:gd name="connsiteX35" fmla="*/ 5282911 w 5530902"/>
              <a:gd name="connsiteY35" fmla="*/ 3356303 h 5560380"/>
              <a:gd name="connsiteX36" fmla="*/ 5177703 w 5530902"/>
              <a:gd name="connsiteY36" fmla="*/ 3908642 h 5560380"/>
              <a:gd name="connsiteX37" fmla="*/ 4479360 w 5530902"/>
              <a:gd name="connsiteY37" fmla="*/ 4163389 h 5560380"/>
              <a:gd name="connsiteX38" fmla="*/ 3295246 w 5530902"/>
              <a:gd name="connsiteY38" fmla="*/ 4528613 h 5560380"/>
              <a:gd name="connsiteX39" fmla="*/ 3171251 w 5530902"/>
              <a:gd name="connsiteY39" fmla="*/ 5374029 h 5560380"/>
              <a:gd name="connsiteX40" fmla="*/ 2596368 w 5530902"/>
              <a:gd name="connsiteY40" fmla="*/ 5531840 h 5560380"/>
              <a:gd name="connsiteX41" fmla="*/ 2161498 w 5530902"/>
              <a:gd name="connsiteY41" fmla="*/ 4867846 h 5560380"/>
              <a:gd name="connsiteX42" fmla="*/ 1426787 w 5530902"/>
              <a:gd name="connsiteY42" fmla="*/ 5141227 h 5560380"/>
              <a:gd name="connsiteX43" fmla="*/ 1033802 w 5530902"/>
              <a:gd name="connsiteY43" fmla="*/ 4748242 h 5560380"/>
              <a:gd name="connsiteX44" fmla="*/ 606643 w 5530902"/>
              <a:gd name="connsiteY44" fmla="*/ 4543207 h 5560380"/>
              <a:gd name="connsiteX45" fmla="*/ 503493 w 5530902"/>
              <a:gd name="connsiteY45" fmla="*/ 4058937 h 5560380"/>
              <a:gd name="connsiteX46" fmla="*/ 270534 w 5530902"/>
              <a:gd name="connsiteY46" fmla="*/ 3532901 h 5560380"/>
              <a:gd name="connsiteX47" fmla="*/ 45089 w 5530902"/>
              <a:gd name="connsiteY47" fmla="*/ 3254853 h 5560380"/>
              <a:gd name="connsiteX48" fmla="*/ 105207 w 5530902"/>
              <a:gd name="connsiteY48" fmla="*/ 2939231 h 5560380"/>
              <a:gd name="connsiteX49" fmla="*/ 0 w 5530902"/>
              <a:gd name="connsiteY49" fmla="*/ 2608580 h 5560380"/>
              <a:gd name="connsiteX50" fmla="*/ 270512 w 5530902"/>
              <a:gd name="connsiteY50" fmla="*/ 2341841 h 5560380"/>
              <a:gd name="connsiteX0" fmla="*/ 270512 w 5530902"/>
              <a:gd name="connsiteY0" fmla="*/ 2341841 h 5560380"/>
              <a:gd name="connsiteX1" fmla="*/ 520025 w 5530902"/>
              <a:gd name="connsiteY1" fmla="*/ 1812009 h 5560380"/>
              <a:gd name="connsiteX2" fmla="*/ 299088 w 5530902"/>
              <a:gd name="connsiteY2" fmla="*/ 1586565 h 5560380"/>
              <a:gd name="connsiteX3" fmla="*/ 344177 w 5530902"/>
              <a:gd name="connsiteY3" fmla="*/ 1410718 h 5560380"/>
              <a:gd name="connsiteX4" fmla="*/ 610202 w 5530902"/>
              <a:gd name="connsiteY4" fmla="*/ 1343085 h 5560380"/>
              <a:gd name="connsiteX5" fmla="*/ 556095 w 5530902"/>
              <a:gd name="connsiteY5" fmla="*/ 1095096 h 5560380"/>
              <a:gd name="connsiteX6" fmla="*/ 709309 w 5530902"/>
              <a:gd name="connsiteY6" fmla="*/ 969193 h 5560380"/>
              <a:gd name="connsiteX7" fmla="*/ 885486 w 5530902"/>
              <a:gd name="connsiteY7" fmla="*/ 745050 h 5560380"/>
              <a:gd name="connsiteX8" fmla="*/ 1056222 w 5530902"/>
              <a:gd name="connsiteY8" fmla="*/ 627193 h 5560380"/>
              <a:gd name="connsiteX9" fmla="*/ 1145486 w 5530902"/>
              <a:gd name="connsiteY9" fmla="*/ 471772 h 5560380"/>
              <a:gd name="connsiteX10" fmla="*/ 1322607 w 5530902"/>
              <a:gd name="connsiteY10" fmla="*/ 448070 h 5560380"/>
              <a:gd name="connsiteX11" fmla="*/ 1429693 w 5530902"/>
              <a:gd name="connsiteY11" fmla="*/ 355075 h 5560380"/>
              <a:gd name="connsiteX12" fmla="*/ 1579431 w 5530902"/>
              <a:gd name="connsiteY12" fmla="*/ 379714 h 5560380"/>
              <a:gd name="connsiteX13" fmla="*/ 1932598 w 5530902"/>
              <a:gd name="connsiteY13" fmla="*/ 328478 h 5560380"/>
              <a:gd name="connsiteX14" fmla="*/ 1978125 w 5530902"/>
              <a:gd name="connsiteY14" fmla="*/ 114782 h 5560380"/>
              <a:gd name="connsiteX15" fmla="*/ 2089118 w 5530902"/>
              <a:gd name="connsiteY15" fmla="*/ 92996 h 5560380"/>
              <a:gd name="connsiteX16" fmla="*/ 2378088 w 5530902"/>
              <a:gd name="connsiteY16" fmla="*/ 23414 h 5560380"/>
              <a:gd name="connsiteX17" fmla="*/ 2525916 w 5530902"/>
              <a:gd name="connsiteY17" fmla="*/ 42271 h 5560380"/>
              <a:gd name="connsiteX18" fmla="*/ 2661183 w 5530902"/>
              <a:gd name="connsiteY18" fmla="*/ 0 h 5560380"/>
              <a:gd name="connsiteX19" fmla="*/ 2799268 w 5530902"/>
              <a:gd name="connsiteY19" fmla="*/ 64815 h 5560380"/>
              <a:gd name="connsiteX20" fmla="*/ 2996793 w 5530902"/>
              <a:gd name="connsiteY20" fmla="*/ 93263 h 5560380"/>
              <a:gd name="connsiteX21" fmla="*/ 3159979 w 5530902"/>
              <a:gd name="connsiteY21" fmla="*/ 25362 h 5560380"/>
              <a:gd name="connsiteX22" fmla="*/ 3298806 w 5530902"/>
              <a:gd name="connsiteY22" fmla="*/ 102206 h 5560380"/>
              <a:gd name="connsiteX23" fmla="*/ 3488948 w 5530902"/>
              <a:gd name="connsiteY23" fmla="*/ 115699 h 5560380"/>
              <a:gd name="connsiteX24" fmla="*/ 3605504 w 5530902"/>
              <a:gd name="connsiteY24" fmla="*/ 321082 h 5560380"/>
              <a:gd name="connsiteX25" fmla="*/ 3965288 w 5530902"/>
              <a:gd name="connsiteY25" fmla="*/ 684066 h 5560380"/>
              <a:gd name="connsiteX26" fmla="*/ 4295455 w 5530902"/>
              <a:gd name="connsiteY26" fmla="*/ 494261 h 5560380"/>
              <a:gd name="connsiteX27" fmla="*/ 4478828 w 5530902"/>
              <a:gd name="connsiteY27" fmla="*/ 631244 h 5560380"/>
              <a:gd name="connsiteX28" fmla="*/ 4473193 w 5530902"/>
              <a:gd name="connsiteY28" fmla="*/ 955320 h 5560380"/>
              <a:gd name="connsiteX29" fmla="*/ 4862083 w 5530902"/>
              <a:gd name="connsiteY29" fmla="*/ 1045498 h 5560380"/>
              <a:gd name="connsiteX30" fmla="*/ 5000168 w 5530902"/>
              <a:gd name="connsiteY30" fmla="*/ 1324486 h 5560380"/>
              <a:gd name="connsiteX31" fmla="*/ 5234066 w 5530902"/>
              <a:gd name="connsiteY31" fmla="*/ 1564020 h 5560380"/>
              <a:gd name="connsiteX32" fmla="*/ 5211520 w 5530902"/>
              <a:gd name="connsiteY32" fmla="*/ 1951033 h 5560380"/>
              <a:gd name="connsiteX33" fmla="*/ 5279155 w 5530902"/>
              <a:gd name="connsiteY33" fmla="*/ 2510887 h 5560380"/>
              <a:gd name="connsiteX34" fmla="*/ 5530902 w 5530902"/>
              <a:gd name="connsiteY34" fmla="*/ 2935475 h 5560380"/>
              <a:gd name="connsiteX35" fmla="*/ 5282911 w 5530902"/>
              <a:gd name="connsiteY35" fmla="*/ 3356303 h 5560380"/>
              <a:gd name="connsiteX36" fmla="*/ 5177703 w 5530902"/>
              <a:gd name="connsiteY36" fmla="*/ 3908642 h 5560380"/>
              <a:gd name="connsiteX37" fmla="*/ 4479360 w 5530902"/>
              <a:gd name="connsiteY37" fmla="*/ 4163389 h 5560380"/>
              <a:gd name="connsiteX38" fmla="*/ 3295246 w 5530902"/>
              <a:gd name="connsiteY38" fmla="*/ 4528613 h 5560380"/>
              <a:gd name="connsiteX39" fmla="*/ 3171251 w 5530902"/>
              <a:gd name="connsiteY39" fmla="*/ 5374029 h 5560380"/>
              <a:gd name="connsiteX40" fmla="*/ 2596368 w 5530902"/>
              <a:gd name="connsiteY40" fmla="*/ 5531840 h 5560380"/>
              <a:gd name="connsiteX41" fmla="*/ 2161498 w 5530902"/>
              <a:gd name="connsiteY41" fmla="*/ 4867846 h 5560380"/>
              <a:gd name="connsiteX42" fmla="*/ 1426787 w 5530902"/>
              <a:gd name="connsiteY42" fmla="*/ 5141227 h 5560380"/>
              <a:gd name="connsiteX43" fmla="*/ 1033802 w 5530902"/>
              <a:gd name="connsiteY43" fmla="*/ 4748242 h 5560380"/>
              <a:gd name="connsiteX44" fmla="*/ 606643 w 5530902"/>
              <a:gd name="connsiteY44" fmla="*/ 4543207 h 5560380"/>
              <a:gd name="connsiteX45" fmla="*/ 503493 w 5530902"/>
              <a:gd name="connsiteY45" fmla="*/ 4058937 h 5560380"/>
              <a:gd name="connsiteX46" fmla="*/ 270534 w 5530902"/>
              <a:gd name="connsiteY46" fmla="*/ 3532901 h 5560380"/>
              <a:gd name="connsiteX47" fmla="*/ 45089 w 5530902"/>
              <a:gd name="connsiteY47" fmla="*/ 3254853 h 5560380"/>
              <a:gd name="connsiteX48" fmla="*/ 105207 w 5530902"/>
              <a:gd name="connsiteY48" fmla="*/ 2939231 h 5560380"/>
              <a:gd name="connsiteX49" fmla="*/ 0 w 5530902"/>
              <a:gd name="connsiteY49" fmla="*/ 2608580 h 5560380"/>
              <a:gd name="connsiteX50" fmla="*/ 270512 w 5530902"/>
              <a:gd name="connsiteY50" fmla="*/ 2341841 h 5560380"/>
              <a:gd name="connsiteX0" fmla="*/ 270512 w 5530902"/>
              <a:gd name="connsiteY0" fmla="*/ 2341841 h 5560380"/>
              <a:gd name="connsiteX1" fmla="*/ 520025 w 5530902"/>
              <a:gd name="connsiteY1" fmla="*/ 1812009 h 5560380"/>
              <a:gd name="connsiteX2" fmla="*/ 299088 w 5530902"/>
              <a:gd name="connsiteY2" fmla="*/ 1586565 h 5560380"/>
              <a:gd name="connsiteX3" fmla="*/ 344177 w 5530902"/>
              <a:gd name="connsiteY3" fmla="*/ 1410718 h 5560380"/>
              <a:gd name="connsiteX4" fmla="*/ 610202 w 5530902"/>
              <a:gd name="connsiteY4" fmla="*/ 1343085 h 5560380"/>
              <a:gd name="connsiteX5" fmla="*/ 556095 w 5530902"/>
              <a:gd name="connsiteY5" fmla="*/ 1095096 h 5560380"/>
              <a:gd name="connsiteX6" fmla="*/ 709309 w 5530902"/>
              <a:gd name="connsiteY6" fmla="*/ 969193 h 5560380"/>
              <a:gd name="connsiteX7" fmla="*/ 885486 w 5530902"/>
              <a:gd name="connsiteY7" fmla="*/ 745050 h 5560380"/>
              <a:gd name="connsiteX8" fmla="*/ 1056222 w 5530902"/>
              <a:gd name="connsiteY8" fmla="*/ 627193 h 5560380"/>
              <a:gd name="connsiteX9" fmla="*/ 1145486 w 5530902"/>
              <a:gd name="connsiteY9" fmla="*/ 471772 h 5560380"/>
              <a:gd name="connsiteX10" fmla="*/ 1322607 w 5530902"/>
              <a:gd name="connsiteY10" fmla="*/ 448070 h 5560380"/>
              <a:gd name="connsiteX11" fmla="*/ 1429693 w 5530902"/>
              <a:gd name="connsiteY11" fmla="*/ 355075 h 5560380"/>
              <a:gd name="connsiteX12" fmla="*/ 1579431 w 5530902"/>
              <a:gd name="connsiteY12" fmla="*/ 379714 h 5560380"/>
              <a:gd name="connsiteX13" fmla="*/ 1932598 w 5530902"/>
              <a:gd name="connsiteY13" fmla="*/ 328478 h 5560380"/>
              <a:gd name="connsiteX14" fmla="*/ 1978125 w 5530902"/>
              <a:gd name="connsiteY14" fmla="*/ 114782 h 5560380"/>
              <a:gd name="connsiteX15" fmla="*/ 2089118 w 5530902"/>
              <a:gd name="connsiteY15" fmla="*/ 92996 h 5560380"/>
              <a:gd name="connsiteX16" fmla="*/ 2378088 w 5530902"/>
              <a:gd name="connsiteY16" fmla="*/ 23414 h 5560380"/>
              <a:gd name="connsiteX17" fmla="*/ 2525916 w 5530902"/>
              <a:gd name="connsiteY17" fmla="*/ 42271 h 5560380"/>
              <a:gd name="connsiteX18" fmla="*/ 2661183 w 5530902"/>
              <a:gd name="connsiteY18" fmla="*/ 0 h 5560380"/>
              <a:gd name="connsiteX19" fmla="*/ 2799268 w 5530902"/>
              <a:gd name="connsiteY19" fmla="*/ 64815 h 5560380"/>
              <a:gd name="connsiteX20" fmla="*/ 2996793 w 5530902"/>
              <a:gd name="connsiteY20" fmla="*/ 93263 h 5560380"/>
              <a:gd name="connsiteX21" fmla="*/ 3159979 w 5530902"/>
              <a:gd name="connsiteY21" fmla="*/ 25362 h 5560380"/>
              <a:gd name="connsiteX22" fmla="*/ 3298806 w 5530902"/>
              <a:gd name="connsiteY22" fmla="*/ 102206 h 5560380"/>
              <a:gd name="connsiteX23" fmla="*/ 3488948 w 5530902"/>
              <a:gd name="connsiteY23" fmla="*/ 115699 h 5560380"/>
              <a:gd name="connsiteX24" fmla="*/ 3605504 w 5530902"/>
              <a:gd name="connsiteY24" fmla="*/ 321082 h 5560380"/>
              <a:gd name="connsiteX25" fmla="*/ 3965288 w 5530902"/>
              <a:gd name="connsiteY25" fmla="*/ 684066 h 5560380"/>
              <a:gd name="connsiteX26" fmla="*/ 4295455 w 5530902"/>
              <a:gd name="connsiteY26" fmla="*/ 494261 h 5560380"/>
              <a:gd name="connsiteX27" fmla="*/ 4478828 w 5530902"/>
              <a:gd name="connsiteY27" fmla="*/ 631244 h 5560380"/>
              <a:gd name="connsiteX28" fmla="*/ 4473193 w 5530902"/>
              <a:gd name="connsiteY28" fmla="*/ 955320 h 5560380"/>
              <a:gd name="connsiteX29" fmla="*/ 4862083 w 5530902"/>
              <a:gd name="connsiteY29" fmla="*/ 1045498 h 5560380"/>
              <a:gd name="connsiteX30" fmla="*/ 5000168 w 5530902"/>
              <a:gd name="connsiteY30" fmla="*/ 1324486 h 5560380"/>
              <a:gd name="connsiteX31" fmla="*/ 5234066 w 5530902"/>
              <a:gd name="connsiteY31" fmla="*/ 1564020 h 5560380"/>
              <a:gd name="connsiteX32" fmla="*/ 5211520 w 5530902"/>
              <a:gd name="connsiteY32" fmla="*/ 1951033 h 5560380"/>
              <a:gd name="connsiteX33" fmla="*/ 5279155 w 5530902"/>
              <a:gd name="connsiteY33" fmla="*/ 2510887 h 5560380"/>
              <a:gd name="connsiteX34" fmla="*/ 5530902 w 5530902"/>
              <a:gd name="connsiteY34" fmla="*/ 2935475 h 5560380"/>
              <a:gd name="connsiteX35" fmla="*/ 5282911 w 5530902"/>
              <a:gd name="connsiteY35" fmla="*/ 3356303 h 5560380"/>
              <a:gd name="connsiteX36" fmla="*/ 5177703 w 5530902"/>
              <a:gd name="connsiteY36" fmla="*/ 3908642 h 5560380"/>
              <a:gd name="connsiteX37" fmla="*/ 4479360 w 5530902"/>
              <a:gd name="connsiteY37" fmla="*/ 4163389 h 5560380"/>
              <a:gd name="connsiteX38" fmla="*/ 3295246 w 5530902"/>
              <a:gd name="connsiteY38" fmla="*/ 4528613 h 5560380"/>
              <a:gd name="connsiteX39" fmla="*/ 3171251 w 5530902"/>
              <a:gd name="connsiteY39" fmla="*/ 5374029 h 5560380"/>
              <a:gd name="connsiteX40" fmla="*/ 2596368 w 5530902"/>
              <a:gd name="connsiteY40" fmla="*/ 5531840 h 5560380"/>
              <a:gd name="connsiteX41" fmla="*/ 2161498 w 5530902"/>
              <a:gd name="connsiteY41" fmla="*/ 4867846 h 5560380"/>
              <a:gd name="connsiteX42" fmla="*/ 1426787 w 5530902"/>
              <a:gd name="connsiteY42" fmla="*/ 5141227 h 5560380"/>
              <a:gd name="connsiteX43" fmla="*/ 1033802 w 5530902"/>
              <a:gd name="connsiteY43" fmla="*/ 4748242 h 5560380"/>
              <a:gd name="connsiteX44" fmla="*/ 606643 w 5530902"/>
              <a:gd name="connsiteY44" fmla="*/ 4543207 h 5560380"/>
              <a:gd name="connsiteX45" fmla="*/ 503493 w 5530902"/>
              <a:gd name="connsiteY45" fmla="*/ 4058937 h 5560380"/>
              <a:gd name="connsiteX46" fmla="*/ 270534 w 5530902"/>
              <a:gd name="connsiteY46" fmla="*/ 3532901 h 5560380"/>
              <a:gd name="connsiteX47" fmla="*/ 45089 w 5530902"/>
              <a:gd name="connsiteY47" fmla="*/ 3254853 h 5560380"/>
              <a:gd name="connsiteX48" fmla="*/ 105207 w 5530902"/>
              <a:gd name="connsiteY48" fmla="*/ 2939231 h 5560380"/>
              <a:gd name="connsiteX49" fmla="*/ 0 w 5530902"/>
              <a:gd name="connsiteY49" fmla="*/ 2608580 h 5560380"/>
              <a:gd name="connsiteX50" fmla="*/ 270512 w 5530902"/>
              <a:gd name="connsiteY50" fmla="*/ 2341841 h 5560380"/>
              <a:gd name="connsiteX0" fmla="*/ 270512 w 5530902"/>
              <a:gd name="connsiteY0" fmla="*/ 2341841 h 5560380"/>
              <a:gd name="connsiteX1" fmla="*/ 520025 w 5530902"/>
              <a:gd name="connsiteY1" fmla="*/ 1812009 h 5560380"/>
              <a:gd name="connsiteX2" fmla="*/ 299088 w 5530902"/>
              <a:gd name="connsiteY2" fmla="*/ 1586565 h 5560380"/>
              <a:gd name="connsiteX3" fmla="*/ 344177 w 5530902"/>
              <a:gd name="connsiteY3" fmla="*/ 1410718 h 5560380"/>
              <a:gd name="connsiteX4" fmla="*/ 610202 w 5530902"/>
              <a:gd name="connsiteY4" fmla="*/ 1343085 h 5560380"/>
              <a:gd name="connsiteX5" fmla="*/ 556095 w 5530902"/>
              <a:gd name="connsiteY5" fmla="*/ 1095096 h 5560380"/>
              <a:gd name="connsiteX6" fmla="*/ 709309 w 5530902"/>
              <a:gd name="connsiteY6" fmla="*/ 969193 h 5560380"/>
              <a:gd name="connsiteX7" fmla="*/ 885486 w 5530902"/>
              <a:gd name="connsiteY7" fmla="*/ 745050 h 5560380"/>
              <a:gd name="connsiteX8" fmla="*/ 1056222 w 5530902"/>
              <a:gd name="connsiteY8" fmla="*/ 627193 h 5560380"/>
              <a:gd name="connsiteX9" fmla="*/ 1145486 w 5530902"/>
              <a:gd name="connsiteY9" fmla="*/ 471772 h 5560380"/>
              <a:gd name="connsiteX10" fmla="*/ 1322607 w 5530902"/>
              <a:gd name="connsiteY10" fmla="*/ 448070 h 5560380"/>
              <a:gd name="connsiteX11" fmla="*/ 1429693 w 5530902"/>
              <a:gd name="connsiteY11" fmla="*/ 355075 h 5560380"/>
              <a:gd name="connsiteX12" fmla="*/ 1579431 w 5530902"/>
              <a:gd name="connsiteY12" fmla="*/ 379714 h 5560380"/>
              <a:gd name="connsiteX13" fmla="*/ 1932598 w 5530902"/>
              <a:gd name="connsiteY13" fmla="*/ 328478 h 5560380"/>
              <a:gd name="connsiteX14" fmla="*/ 1978125 w 5530902"/>
              <a:gd name="connsiteY14" fmla="*/ 114782 h 5560380"/>
              <a:gd name="connsiteX15" fmla="*/ 2089118 w 5530902"/>
              <a:gd name="connsiteY15" fmla="*/ 92996 h 5560380"/>
              <a:gd name="connsiteX16" fmla="*/ 2378088 w 5530902"/>
              <a:gd name="connsiteY16" fmla="*/ 23414 h 5560380"/>
              <a:gd name="connsiteX17" fmla="*/ 2525916 w 5530902"/>
              <a:gd name="connsiteY17" fmla="*/ 42271 h 5560380"/>
              <a:gd name="connsiteX18" fmla="*/ 2661183 w 5530902"/>
              <a:gd name="connsiteY18" fmla="*/ 0 h 5560380"/>
              <a:gd name="connsiteX19" fmla="*/ 2799268 w 5530902"/>
              <a:gd name="connsiteY19" fmla="*/ 64815 h 5560380"/>
              <a:gd name="connsiteX20" fmla="*/ 2996793 w 5530902"/>
              <a:gd name="connsiteY20" fmla="*/ 93263 h 5560380"/>
              <a:gd name="connsiteX21" fmla="*/ 3159979 w 5530902"/>
              <a:gd name="connsiteY21" fmla="*/ 25362 h 5560380"/>
              <a:gd name="connsiteX22" fmla="*/ 3298806 w 5530902"/>
              <a:gd name="connsiteY22" fmla="*/ 102206 h 5560380"/>
              <a:gd name="connsiteX23" fmla="*/ 3488948 w 5530902"/>
              <a:gd name="connsiteY23" fmla="*/ 115699 h 5560380"/>
              <a:gd name="connsiteX24" fmla="*/ 3605504 w 5530902"/>
              <a:gd name="connsiteY24" fmla="*/ 321082 h 5560380"/>
              <a:gd name="connsiteX25" fmla="*/ 3965288 w 5530902"/>
              <a:gd name="connsiteY25" fmla="*/ 684066 h 5560380"/>
              <a:gd name="connsiteX26" fmla="*/ 4295455 w 5530902"/>
              <a:gd name="connsiteY26" fmla="*/ 494261 h 5560380"/>
              <a:gd name="connsiteX27" fmla="*/ 4478828 w 5530902"/>
              <a:gd name="connsiteY27" fmla="*/ 631244 h 5560380"/>
              <a:gd name="connsiteX28" fmla="*/ 4473193 w 5530902"/>
              <a:gd name="connsiteY28" fmla="*/ 955320 h 5560380"/>
              <a:gd name="connsiteX29" fmla="*/ 4862083 w 5530902"/>
              <a:gd name="connsiteY29" fmla="*/ 1045498 h 5560380"/>
              <a:gd name="connsiteX30" fmla="*/ 5000168 w 5530902"/>
              <a:gd name="connsiteY30" fmla="*/ 1324486 h 5560380"/>
              <a:gd name="connsiteX31" fmla="*/ 5234066 w 5530902"/>
              <a:gd name="connsiteY31" fmla="*/ 1564020 h 5560380"/>
              <a:gd name="connsiteX32" fmla="*/ 5211520 w 5530902"/>
              <a:gd name="connsiteY32" fmla="*/ 1951033 h 5560380"/>
              <a:gd name="connsiteX33" fmla="*/ 5279155 w 5530902"/>
              <a:gd name="connsiteY33" fmla="*/ 2510887 h 5560380"/>
              <a:gd name="connsiteX34" fmla="*/ 5530902 w 5530902"/>
              <a:gd name="connsiteY34" fmla="*/ 2935475 h 5560380"/>
              <a:gd name="connsiteX35" fmla="*/ 5282911 w 5530902"/>
              <a:gd name="connsiteY35" fmla="*/ 3356303 h 5560380"/>
              <a:gd name="connsiteX36" fmla="*/ 5177703 w 5530902"/>
              <a:gd name="connsiteY36" fmla="*/ 3908642 h 5560380"/>
              <a:gd name="connsiteX37" fmla="*/ 4479360 w 5530902"/>
              <a:gd name="connsiteY37" fmla="*/ 4163389 h 5560380"/>
              <a:gd name="connsiteX38" fmla="*/ 3295246 w 5530902"/>
              <a:gd name="connsiteY38" fmla="*/ 4528613 h 5560380"/>
              <a:gd name="connsiteX39" fmla="*/ 3171251 w 5530902"/>
              <a:gd name="connsiteY39" fmla="*/ 5374029 h 5560380"/>
              <a:gd name="connsiteX40" fmla="*/ 2596368 w 5530902"/>
              <a:gd name="connsiteY40" fmla="*/ 5531840 h 5560380"/>
              <a:gd name="connsiteX41" fmla="*/ 2161498 w 5530902"/>
              <a:gd name="connsiteY41" fmla="*/ 4867846 h 5560380"/>
              <a:gd name="connsiteX42" fmla="*/ 1426787 w 5530902"/>
              <a:gd name="connsiteY42" fmla="*/ 5141227 h 5560380"/>
              <a:gd name="connsiteX43" fmla="*/ 1033802 w 5530902"/>
              <a:gd name="connsiteY43" fmla="*/ 4748242 h 5560380"/>
              <a:gd name="connsiteX44" fmla="*/ 606643 w 5530902"/>
              <a:gd name="connsiteY44" fmla="*/ 4543207 h 5560380"/>
              <a:gd name="connsiteX45" fmla="*/ 503493 w 5530902"/>
              <a:gd name="connsiteY45" fmla="*/ 4058937 h 5560380"/>
              <a:gd name="connsiteX46" fmla="*/ 270534 w 5530902"/>
              <a:gd name="connsiteY46" fmla="*/ 3532901 h 5560380"/>
              <a:gd name="connsiteX47" fmla="*/ 45089 w 5530902"/>
              <a:gd name="connsiteY47" fmla="*/ 3254853 h 5560380"/>
              <a:gd name="connsiteX48" fmla="*/ 105207 w 5530902"/>
              <a:gd name="connsiteY48" fmla="*/ 2939231 h 5560380"/>
              <a:gd name="connsiteX49" fmla="*/ 0 w 5530902"/>
              <a:gd name="connsiteY49" fmla="*/ 2608580 h 5560380"/>
              <a:gd name="connsiteX50" fmla="*/ 270512 w 5530902"/>
              <a:gd name="connsiteY50" fmla="*/ 2341841 h 5560380"/>
              <a:gd name="connsiteX0" fmla="*/ 270512 w 5530902"/>
              <a:gd name="connsiteY0" fmla="*/ 2341841 h 5588517"/>
              <a:gd name="connsiteX1" fmla="*/ 520025 w 5530902"/>
              <a:gd name="connsiteY1" fmla="*/ 1812009 h 5588517"/>
              <a:gd name="connsiteX2" fmla="*/ 299088 w 5530902"/>
              <a:gd name="connsiteY2" fmla="*/ 1586565 h 5588517"/>
              <a:gd name="connsiteX3" fmla="*/ 344177 w 5530902"/>
              <a:gd name="connsiteY3" fmla="*/ 1410718 h 5588517"/>
              <a:gd name="connsiteX4" fmla="*/ 610202 w 5530902"/>
              <a:gd name="connsiteY4" fmla="*/ 1343085 h 5588517"/>
              <a:gd name="connsiteX5" fmla="*/ 556095 w 5530902"/>
              <a:gd name="connsiteY5" fmla="*/ 1095096 h 5588517"/>
              <a:gd name="connsiteX6" fmla="*/ 709309 w 5530902"/>
              <a:gd name="connsiteY6" fmla="*/ 969193 h 5588517"/>
              <a:gd name="connsiteX7" fmla="*/ 885486 w 5530902"/>
              <a:gd name="connsiteY7" fmla="*/ 745050 h 5588517"/>
              <a:gd name="connsiteX8" fmla="*/ 1056222 w 5530902"/>
              <a:gd name="connsiteY8" fmla="*/ 627193 h 5588517"/>
              <a:gd name="connsiteX9" fmla="*/ 1145486 w 5530902"/>
              <a:gd name="connsiteY9" fmla="*/ 471772 h 5588517"/>
              <a:gd name="connsiteX10" fmla="*/ 1322607 w 5530902"/>
              <a:gd name="connsiteY10" fmla="*/ 448070 h 5588517"/>
              <a:gd name="connsiteX11" fmla="*/ 1429693 w 5530902"/>
              <a:gd name="connsiteY11" fmla="*/ 355075 h 5588517"/>
              <a:gd name="connsiteX12" fmla="*/ 1579431 w 5530902"/>
              <a:gd name="connsiteY12" fmla="*/ 379714 h 5588517"/>
              <a:gd name="connsiteX13" fmla="*/ 1932598 w 5530902"/>
              <a:gd name="connsiteY13" fmla="*/ 328478 h 5588517"/>
              <a:gd name="connsiteX14" fmla="*/ 1978125 w 5530902"/>
              <a:gd name="connsiteY14" fmla="*/ 114782 h 5588517"/>
              <a:gd name="connsiteX15" fmla="*/ 2089118 w 5530902"/>
              <a:gd name="connsiteY15" fmla="*/ 92996 h 5588517"/>
              <a:gd name="connsiteX16" fmla="*/ 2378088 w 5530902"/>
              <a:gd name="connsiteY16" fmla="*/ 23414 h 5588517"/>
              <a:gd name="connsiteX17" fmla="*/ 2525916 w 5530902"/>
              <a:gd name="connsiteY17" fmla="*/ 42271 h 5588517"/>
              <a:gd name="connsiteX18" fmla="*/ 2661183 w 5530902"/>
              <a:gd name="connsiteY18" fmla="*/ 0 h 5588517"/>
              <a:gd name="connsiteX19" fmla="*/ 2799268 w 5530902"/>
              <a:gd name="connsiteY19" fmla="*/ 64815 h 5588517"/>
              <a:gd name="connsiteX20" fmla="*/ 2996793 w 5530902"/>
              <a:gd name="connsiteY20" fmla="*/ 93263 h 5588517"/>
              <a:gd name="connsiteX21" fmla="*/ 3159979 w 5530902"/>
              <a:gd name="connsiteY21" fmla="*/ 25362 h 5588517"/>
              <a:gd name="connsiteX22" fmla="*/ 3298806 w 5530902"/>
              <a:gd name="connsiteY22" fmla="*/ 102206 h 5588517"/>
              <a:gd name="connsiteX23" fmla="*/ 3488948 w 5530902"/>
              <a:gd name="connsiteY23" fmla="*/ 115699 h 5588517"/>
              <a:gd name="connsiteX24" fmla="*/ 3605504 w 5530902"/>
              <a:gd name="connsiteY24" fmla="*/ 321082 h 5588517"/>
              <a:gd name="connsiteX25" fmla="*/ 3965288 w 5530902"/>
              <a:gd name="connsiteY25" fmla="*/ 684066 h 5588517"/>
              <a:gd name="connsiteX26" fmla="*/ 4295455 w 5530902"/>
              <a:gd name="connsiteY26" fmla="*/ 494261 h 5588517"/>
              <a:gd name="connsiteX27" fmla="*/ 4478828 w 5530902"/>
              <a:gd name="connsiteY27" fmla="*/ 631244 h 5588517"/>
              <a:gd name="connsiteX28" fmla="*/ 4473193 w 5530902"/>
              <a:gd name="connsiteY28" fmla="*/ 955320 h 5588517"/>
              <a:gd name="connsiteX29" fmla="*/ 4862083 w 5530902"/>
              <a:gd name="connsiteY29" fmla="*/ 1045498 h 5588517"/>
              <a:gd name="connsiteX30" fmla="*/ 5000168 w 5530902"/>
              <a:gd name="connsiteY30" fmla="*/ 1324486 h 5588517"/>
              <a:gd name="connsiteX31" fmla="*/ 5234066 w 5530902"/>
              <a:gd name="connsiteY31" fmla="*/ 1564020 h 5588517"/>
              <a:gd name="connsiteX32" fmla="*/ 5211520 w 5530902"/>
              <a:gd name="connsiteY32" fmla="*/ 1951033 h 5588517"/>
              <a:gd name="connsiteX33" fmla="*/ 5279155 w 5530902"/>
              <a:gd name="connsiteY33" fmla="*/ 2510887 h 5588517"/>
              <a:gd name="connsiteX34" fmla="*/ 5530902 w 5530902"/>
              <a:gd name="connsiteY34" fmla="*/ 2935475 h 5588517"/>
              <a:gd name="connsiteX35" fmla="*/ 5282911 w 5530902"/>
              <a:gd name="connsiteY35" fmla="*/ 3356303 h 5588517"/>
              <a:gd name="connsiteX36" fmla="*/ 5177703 w 5530902"/>
              <a:gd name="connsiteY36" fmla="*/ 3908642 h 5588517"/>
              <a:gd name="connsiteX37" fmla="*/ 4479360 w 5530902"/>
              <a:gd name="connsiteY37" fmla="*/ 4163389 h 5588517"/>
              <a:gd name="connsiteX38" fmla="*/ 3295246 w 5530902"/>
              <a:gd name="connsiteY38" fmla="*/ 4528613 h 5588517"/>
              <a:gd name="connsiteX39" fmla="*/ 3148707 w 5530902"/>
              <a:gd name="connsiteY39" fmla="*/ 5414609 h 5588517"/>
              <a:gd name="connsiteX40" fmla="*/ 2596368 w 5530902"/>
              <a:gd name="connsiteY40" fmla="*/ 5531840 h 5588517"/>
              <a:gd name="connsiteX41" fmla="*/ 2161498 w 5530902"/>
              <a:gd name="connsiteY41" fmla="*/ 4867846 h 5588517"/>
              <a:gd name="connsiteX42" fmla="*/ 1426787 w 5530902"/>
              <a:gd name="connsiteY42" fmla="*/ 5141227 h 5588517"/>
              <a:gd name="connsiteX43" fmla="*/ 1033802 w 5530902"/>
              <a:gd name="connsiteY43" fmla="*/ 4748242 h 5588517"/>
              <a:gd name="connsiteX44" fmla="*/ 606643 w 5530902"/>
              <a:gd name="connsiteY44" fmla="*/ 4543207 h 5588517"/>
              <a:gd name="connsiteX45" fmla="*/ 503493 w 5530902"/>
              <a:gd name="connsiteY45" fmla="*/ 4058937 h 5588517"/>
              <a:gd name="connsiteX46" fmla="*/ 270534 w 5530902"/>
              <a:gd name="connsiteY46" fmla="*/ 3532901 h 5588517"/>
              <a:gd name="connsiteX47" fmla="*/ 45089 w 5530902"/>
              <a:gd name="connsiteY47" fmla="*/ 3254853 h 5588517"/>
              <a:gd name="connsiteX48" fmla="*/ 105207 w 5530902"/>
              <a:gd name="connsiteY48" fmla="*/ 2939231 h 5588517"/>
              <a:gd name="connsiteX49" fmla="*/ 0 w 5530902"/>
              <a:gd name="connsiteY49" fmla="*/ 2608580 h 5588517"/>
              <a:gd name="connsiteX50" fmla="*/ 270512 w 5530902"/>
              <a:gd name="connsiteY50" fmla="*/ 2341841 h 5588517"/>
              <a:gd name="connsiteX0" fmla="*/ 270512 w 5530902"/>
              <a:gd name="connsiteY0" fmla="*/ 2341841 h 5541855"/>
              <a:gd name="connsiteX1" fmla="*/ 520025 w 5530902"/>
              <a:gd name="connsiteY1" fmla="*/ 1812009 h 5541855"/>
              <a:gd name="connsiteX2" fmla="*/ 299088 w 5530902"/>
              <a:gd name="connsiteY2" fmla="*/ 1586565 h 5541855"/>
              <a:gd name="connsiteX3" fmla="*/ 344177 w 5530902"/>
              <a:gd name="connsiteY3" fmla="*/ 1410718 h 5541855"/>
              <a:gd name="connsiteX4" fmla="*/ 610202 w 5530902"/>
              <a:gd name="connsiteY4" fmla="*/ 1343085 h 5541855"/>
              <a:gd name="connsiteX5" fmla="*/ 556095 w 5530902"/>
              <a:gd name="connsiteY5" fmla="*/ 1095096 h 5541855"/>
              <a:gd name="connsiteX6" fmla="*/ 709309 w 5530902"/>
              <a:gd name="connsiteY6" fmla="*/ 969193 h 5541855"/>
              <a:gd name="connsiteX7" fmla="*/ 885486 w 5530902"/>
              <a:gd name="connsiteY7" fmla="*/ 745050 h 5541855"/>
              <a:gd name="connsiteX8" fmla="*/ 1056222 w 5530902"/>
              <a:gd name="connsiteY8" fmla="*/ 627193 h 5541855"/>
              <a:gd name="connsiteX9" fmla="*/ 1145486 w 5530902"/>
              <a:gd name="connsiteY9" fmla="*/ 471772 h 5541855"/>
              <a:gd name="connsiteX10" fmla="*/ 1322607 w 5530902"/>
              <a:gd name="connsiteY10" fmla="*/ 448070 h 5541855"/>
              <a:gd name="connsiteX11" fmla="*/ 1429693 w 5530902"/>
              <a:gd name="connsiteY11" fmla="*/ 355075 h 5541855"/>
              <a:gd name="connsiteX12" fmla="*/ 1579431 w 5530902"/>
              <a:gd name="connsiteY12" fmla="*/ 379714 h 5541855"/>
              <a:gd name="connsiteX13" fmla="*/ 1932598 w 5530902"/>
              <a:gd name="connsiteY13" fmla="*/ 328478 h 5541855"/>
              <a:gd name="connsiteX14" fmla="*/ 1978125 w 5530902"/>
              <a:gd name="connsiteY14" fmla="*/ 114782 h 5541855"/>
              <a:gd name="connsiteX15" fmla="*/ 2089118 w 5530902"/>
              <a:gd name="connsiteY15" fmla="*/ 92996 h 5541855"/>
              <a:gd name="connsiteX16" fmla="*/ 2378088 w 5530902"/>
              <a:gd name="connsiteY16" fmla="*/ 23414 h 5541855"/>
              <a:gd name="connsiteX17" fmla="*/ 2525916 w 5530902"/>
              <a:gd name="connsiteY17" fmla="*/ 42271 h 5541855"/>
              <a:gd name="connsiteX18" fmla="*/ 2661183 w 5530902"/>
              <a:gd name="connsiteY18" fmla="*/ 0 h 5541855"/>
              <a:gd name="connsiteX19" fmla="*/ 2799268 w 5530902"/>
              <a:gd name="connsiteY19" fmla="*/ 64815 h 5541855"/>
              <a:gd name="connsiteX20" fmla="*/ 2996793 w 5530902"/>
              <a:gd name="connsiteY20" fmla="*/ 93263 h 5541855"/>
              <a:gd name="connsiteX21" fmla="*/ 3159979 w 5530902"/>
              <a:gd name="connsiteY21" fmla="*/ 25362 h 5541855"/>
              <a:gd name="connsiteX22" fmla="*/ 3298806 w 5530902"/>
              <a:gd name="connsiteY22" fmla="*/ 102206 h 5541855"/>
              <a:gd name="connsiteX23" fmla="*/ 3488948 w 5530902"/>
              <a:gd name="connsiteY23" fmla="*/ 115699 h 5541855"/>
              <a:gd name="connsiteX24" fmla="*/ 3605504 w 5530902"/>
              <a:gd name="connsiteY24" fmla="*/ 321082 h 5541855"/>
              <a:gd name="connsiteX25" fmla="*/ 3965288 w 5530902"/>
              <a:gd name="connsiteY25" fmla="*/ 684066 h 5541855"/>
              <a:gd name="connsiteX26" fmla="*/ 4295455 w 5530902"/>
              <a:gd name="connsiteY26" fmla="*/ 494261 h 5541855"/>
              <a:gd name="connsiteX27" fmla="*/ 4478828 w 5530902"/>
              <a:gd name="connsiteY27" fmla="*/ 631244 h 5541855"/>
              <a:gd name="connsiteX28" fmla="*/ 4473193 w 5530902"/>
              <a:gd name="connsiteY28" fmla="*/ 955320 h 5541855"/>
              <a:gd name="connsiteX29" fmla="*/ 4862083 w 5530902"/>
              <a:gd name="connsiteY29" fmla="*/ 1045498 h 5541855"/>
              <a:gd name="connsiteX30" fmla="*/ 5000168 w 5530902"/>
              <a:gd name="connsiteY30" fmla="*/ 1324486 h 5541855"/>
              <a:gd name="connsiteX31" fmla="*/ 5234066 w 5530902"/>
              <a:gd name="connsiteY31" fmla="*/ 1564020 h 5541855"/>
              <a:gd name="connsiteX32" fmla="*/ 5211520 w 5530902"/>
              <a:gd name="connsiteY32" fmla="*/ 1951033 h 5541855"/>
              <a:gd name="connsiteX33" fmla="*/ 5279155 w 5530902"/>
              <a:gd name="connsiteY33" fmla="*/ 2510887 h 5541855"/>
              <a:gd name="connsiteX34" fmla="*/ 5530902 w 5530902"/>
              <a:gd name="connsiteY34" fmla="*/ 2935475 h 5541855"/>
              <a:gd name="connsiteX35" fmla="*/ 5282911 w 5530902"/>
              <a:gd name="connsiteY35" fmla="*/ 3356303 h 5541855"/>
              <a:gd name="connsiteX36" fmla="*/ 5177703 w 5530902"/>
              <a:gd name="connsiteY36" fmla="*/ 3908642 h 5541855"/>
              <a:gd name="connsiteX37" fmla="*/ 4479360 w 5530902"/>
              <a:gd name="connsiteY37" fmla="*/ 4163389 h 5541855"/>
              <a:gd name="connsiteX38" fmla="*/ 3295246 w 5530902"/>
              <a:gd name="connsiteY38" fmla="*/ 4528613 h 5541855"/>
              <a:gd name="connsiteX39" fmla="*/ 3148707 w 5530902"/>
              <a:gd name="connsiteY39" fmla="*/ 5414609 h 5541855"/>
              <a:gd name="connsiteX40" fmla="*/ 2596368 w 5530902"/>
              <a:gd name="connsiteY40" fmla="*/ 5531840 h 5541855"/>
              <a:gd name="connsiteX41" fmla="*/ 2161498 w 5530902"/>
              <a:gd name="connsiteY41" fmla="*/ 4867846 h 5541855"/>
              <a:gd name="connsiteX42" fmla="*/ 1426787 w 5530902"/>
              <a:gd name="connsiteY42" fmla="*/ 5141227 h 5541855"/>
              <a:gd name="connsiteX43" fmla="*/ 1033802 w 5530902"/>
              <a:gd name="connsiteY43" fmla="*/ 4748242 h 5541855"/>
              <a:gd name="connsiteX44" fmla="*/ 606643 w 5530902"/>
              <a:gd name="connsiteY44" fmla="*/ 4543207 h 5541855"/>
              <a:gd name="connsiteX45" fmla="*/ 503493 w 5530902"/>
              <a:gd name="connsiteY45" fmla="*/ 4058937 h 5541855"/>
              <a:gd name="connsiteX46" fmla="*/ 270534 w 5530902"/>
              <a:gd name="connsiteY46" fmla="*/ 3532901 h 5541855"/>
              <a:gd name="connsiteX47" fmla="*/ 45089 w 5530902"/>
              <a:gd name="connsiteY47" fmla="*/ 3254853 h 5541855"/>
              <a:gd name="connsiteX48" fmla="*/ 105207 w 5530902"/>
              <a:gd name="connsiteY48" fmla="*/ 2939231 h 5541855"/>
              <a:gd name="connsiteX49" fmla="*/ 0 w 5530902"/>
              <a:gd name="connsiteY49" fmla="*/ 2608580 h 5541855"/>
              <a:gd name="connsiteX50" fmla="*/ 270512 w 5530902"/>
              <a:gd name="connsiteY50" fmla="*/ 2341841 h 5541855"/>
              <a:gd name="connsiteX0" fmla="*/ 270512 w 5530902"/>
              <a:gd name="connsiteY0" fmla="*/ 2341841 h 5541855"/>
              <a:gd name="connsiteX1" fmla="*/ 520025 w 5530902"/>
              <a:gd name="connsiteY1" fmla="*/ 1812009 h 5541855"/>
              <a:gd name="connsiteX2" fmla="*/ 299088 w 5530902"/>
              <a:gd name="connsiteY2" fmla="*/ 1586565 h 5541855"/>
              <a:gd name="connsiteX3" fmla="*/ 344177 w 5530902"/>
              <a:gd name="connsiteY3" fmla="*/ 1410718 h 5541855"/>
              <a:gd name="connsiteX4" fmla="*/ 610202 w 5530902"/>
              <a:gd name="connsiteY4" fmla="*/ 1343085 h 5541855"/>
              <a:gd name="connsiteX5" fmla="*/ 556095 w 5530902"/>
              <a:gd name="connsiteY5" fmla="*/ 1095096 h 5541855"/>
              <a:gd name="connsiteX6" fmla="*/ 709309 w 5530902"/>
              <a:gd name="connsiteY6" fmla="*/ 969193 h 5541855"/>
              <a:gd name="connsiteX7" fmla="*/ 885486 w 5530902"/>
              <a:gd name="connsiteY7" fmla="*/ 745050 h 5541855"/>
              <a:gd name="connsiteX8" fmla="*/ 1056222 w 5530902"/>
              <a:gd name="connsiteY8" fmla="*/ 627193 h 5541855"/>
              <a:gd name="connsiteX9" fmla="*/ 1145486 w 5530902"/>
              <a:gd name="connsiteY9" fmla="*/ 471772 h 5541855"/>
              <a:gd name="connsiteX10" fmla="*/ 1322607 w 5530902"/>
              <a:gd name="connsiteY10" fmla="*/ 448070 h 5541855"/>
              <a:gd name="connsiteX11" fmla="*/ 1429693 w 5530902"/>
              <a:gd name="connsiteY11" fmla="*/ 355075 h 5541855"/>
              <a:gd name="connsiteX12" fmla="*/ 1579431 w 5530902"/>
              <a:gd name="connsiteY12" fmla="*/ 379714 h 5541855"/>
              <a:gd name="connsiteX13" fmla="*/ 1932598 w 5530902"/>
              <a:gd name="connsiteY13" fmla="*/ 328478 h 5541855"/>
              <a:gd name="connsiteX14" fmla="*/ 1978125 w 5530902"/>
              <a:gd name="connsiteY14" fmla="*/ 114782 h 5541855"/>
              <a:gd name="connsiteX15" fmla="*/ 2089118 w 5530902"/>
              <a:gd name="connsiteY15" fmla="*/ 92996 h 5541855"/>
              <a:gd name="connsiteX16" fmla="*/ 2378088 w 5530902"/>
              <a:gd name="connsiteY16" fmla="*/ 23414 h 5541855"/>
              <a:gd name="connsiteX17" fmla="*/ 2525916 w 5530902"/>
              <a:gd name="connsiteY17" fmla="*/ 42271 h 5541855"/>
              <a:gd name="connsiteX18" fmla="*/ 2661183 w 5530902"/>
              <a:gd name="connsiteY18" fmla="*/ 0 h 5541855"/>
              <a:gd name="connsiteX19" fmla="*/ 2799268 w 5530902"/>
              <a:gd name="connsiteY19" fmla="*/ 64815 h 5541855"/>
              <a:gd name="connsiteX20" fmla="*/ 2996793 w 5530902"/>
              <a:gd name="connsiteY20" fmla="*/ 93263 h 5541855"/>
              <a:gd name="connsiteX21" fmla="*/ 3159979 w 5530902"/>
              <a:gd name="connsiteY21" fmla="*/ 25362 h 5541855"/>
              <a:gd name="connsiteX22" fmla="*/ 3298806 w 5530902"/>
              <a:gd name="connsiteY22" fmla="*/ 102206 h 5541855"/>
              <a:gd name="connsiteX23" fmla="*/ 3488948 w 5530902"/>
              <a:gd name="connsiteY23" fmla="*/ 115699 h 5541855"/>
              <a:gd name="connsiteX24" fmla="*/ 3605504 w 5530902"/>
              <a:gd name="connsiteY24" fmla="*/ 321082 h 5541855"/>
              <a:gd name="connsiteX25" fmla="*/ 3965288 w 5530902"/>
              <a:gd name="connsiteY25" fmla="*/ 684066 h 5541855"/>
              <a:gd name="connsiteX26" fmla="*/ 4295455 w 5530902"/>
              <a:gd name="connsiteY26" fmla="*/ 494261 h 5541855"/>
              <a:gd name="connsiteX27" fmla="*/ 4478828 w 5530902"/>
              <a:gd name="connsiteY27" fmla="*/ 631244 h 5541855"/>
              <a:gd name="connsiteX28" fmla="*/ 4473193 w 5530902"/>
              <a:gd name="connsiteY28" fmla="*/ 955320 h 5541855"/>
              <a:gd name="connsiteX29" fmla="*/ 4862083 w 5530902"/>
              <a:gd name="connsiteY29" fmla="*/ 1045498 h 5541855"/>
              <a:gd name="connsiteX30" fmla="*/ 5000168 w 5530902"/>
              <a:gd name="connsiteY30" fmla="*/ 1324486 h 5541855"/>
              <a:gd name="connsiteX31" fmla="*/ 5234066 w 5530902"/>
              <a:gd name="connsiteY31" fmla="*/ 1564020 h 5541855"/>
              <a:gd name="connsiteX32" fmla="*/ 5211520 w 5530902"/>
              <a:gd name="connsiteY32" fmla="*/ 1951033 h 5541855"/>
              <a:gd name="connsiteX33" fmla="*/ 5279155 w 5530902"/>
              <a:gd name="connsiteY33" fmla="*/ 2510887 h 5541855"/>
              <a:gd name="connsiteX34" fmla="*/ 5530902 w 5530902"/>
              <a:gd name="connsiteY34" fmla="*/ 2935475 h 5541855"/>
              <a:gd name="connsiteX35" fmla="*/ 5282911 w 5530902"/>
              <a:gd name="connsiteY35" fmla="*/ 3356303 h 5541855"/>
              <a:gd name="connsiteX36" fmla="*/ 5177703 w 5530902"/>
              <a:gd name="connsiteY36" fmla="*/ 3908642 h 5541855"/>
              <a:gd name="connsiteX37" fmla="*/ 4479360 w 5530902"/>
              <a:gd name="connsiteY37" fmla="*/ 4163389 h 5541855"/>
              <a:gd name="connsiteX38" fmla="*/ 3295246 w 5530902"/>
              <a:gd name="connsiteY38" fmla="*/ 4528613 h 5541855"/>
              <a:gd name="connsiteX39" fmla="*/ 3148707 w 5530902"/>
              <a:gd name="connsiteY39" fmla="*/ 5414609 h 5541855"/>
              <a:gd name="connsiteX40" fmla="*/ 2596368 w 5530902"/>
              <a:gd name="connsiteY40" fmla="*/ 5531840 h 5541855"/>
              <a:gd name="connsiteX41" fmla="*/ 2161498 w 5530902"/>
              <a:gd name="connsiteY41" fmla="*/ 4867846 h 5541855"/>
              <a:gd name="connsiteX42" fmla="*/ 1426787 w 5530902"/>
              <a:gd name="connsiteY42" fmla="*/ 5141227 h 5541855"/>
              <a:gd name="connsiteX43" fmla="*/ 1033802 w 5530902"/>
              <a:gd name="connsiteY43" fmla="*/ 4748242 h 5541855"/>
              <a:gd name="connsiteX44" fmla="*/ 606643 w 5530902"/>
              <a:gd name="connsiteY44" fmla="*/ 4543207 h 5541855"/>
              <a:gd name="connsiteX45" fmla="*/ 503493 w 5530902"/>
              <a:gd name="connsiteY45" fmla="*/ 4058937 h 5541855"/>
              <a:gd name="connsiteX46" fmla="*/ 270534 w 5530902"/>
              <a:gd name="connsiteY46" fmla="*/ 3532901 h 5541855"/>
              <a:gd name="connsiteX47" fmla="*/ 45089 w 5530902"/>
              <a:gd name="connsiteY47" fmla="*/ 3254853 h 5541855"/>
              <a:gd name="connsiteX48" fmla="*/ 105207 w 5530902"/>
              <a:gd name="connsiteY48" fmla="*/ 2939231 h 5541855"/>
              <a:gd name="connsiteX49" fmla="*/ 0 w 5530902"/>
              <a:gd name="connsiteY49" fmla="*/ 2608580 h 5541855"/>
              <a:gd name="connsiteX50" fmla="*/ 270512 w 5530902"/>
              <a:gd name="connsiteY50" fmla="*/ 2341841 h 5541855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61498 w 5530902"/>
              <a:gd name="connsiteY41" fmla="*/ 4867846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70534 w 5530902"/>
              <a:gd name="connsiteY46" fmla="*/ 3532901 h 5531840"/>
              <a:gd name="connsiteX47" fmla="*/ 45089 w 5530902"/>
              <a:gd name="connsiteY47" fmla="*/ 3254853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70534 w 5530902"/>
              <a:gd name="connsiteY46" fmla="*/ 3532901 h 5531840"/>
              <a:gd name="connsiteX47" fmla="*/ 45089 w 5530902"/>
              <a:gd name="connsiteY47" fmla="*/ 3254853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70534 w 5530902"/>
              <a:gd name="connsiteY46" fmla="*/ 3532901 h 5531840"/>
              <a:gd name="connsiteX47" fmla="*/ 45089 w 5530902"/>
              <a:gd name="connsiteY47" fmla="*/ 3254853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70534 w 5530902"/>
              <a:gd name="connsiteY46" fmla="*/ 3532901 h 5531840"/>
              <a:gd name="connsiteX47" fmla="*/ 45089 w 5530902"/>
              <a:gd name="connsiteY47" fmla="*/ 3254853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70534 w 5530902"/>
              <a:gd name="connsiteY46" fmla="*/ 3532901 h 5531840"/>
              <a:gd name="connsiteX47" fmla="*/ 45089 w 5530902"/>
              <a:gd name="connsiteY47" fmla="*/ 3254853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70534 w 5530902"/>
              <a:gd name="connsiteY46" fmla="*/ 3532901 h 5531840"/>
              <a:gd name="connsiteX47" fmla="*/ 45089 w 5530902"/>
              <a:gd name="connsiteY47" fmla="*/ 3254853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70534 w 5530902"/>
              <a:gd name="connsiteY46" fmla="*/ 3532901 h 5531840"/>
              <a:gd name="connsiteX47" fmla="*/ 45089 w 5530902"/>
              <a:gd name="connsiteY47" fmla="*/ 3254853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70534 w 5530902"/>
              <a:gd name="connsiteY46" fmla="*/ 3532901 h 5531840"/>
              <a:gd name="connsiteX47" fmla="*/ 45089 w 5530902"/>
              <a:gd name="connsiteY47" fmla="*/ 3254853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70534 w 5530902"/>
              <a:gd name="connsiteY46" fmla="*/ 3532901 h 5531840"/>
              <a:gd name="connsiteX47" fmla="*/ 45089 w 5530902"/>
              <a:gd name="connsiteY47" fmla="*/ 3254853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93079 w 5530902"/>
              <a:gd name="connsiteY46" fmla="*/ 3528392 h 5531840"/>
              <a:gd name="connsiteX47" fmla="*/ 45089 w 5530902"/>
              <a:gd name="connsiteY47" fmla="*/ 3254853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93079 w 5530902"/>
              <a:gd name="connsiteY46" fmla="*/ 3528392 h 5531840"/>
              <a:gd name="connsiteX47" fmla="*/ 45089 w 5530902"/>
              <a:gd name="connsiteY47" fmla="*/ 3254853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61517 w 5530902"/>
              <a:gd name="connsiteY46" fmla="*/ 3550937 h 5531840"/>
              <a:gd name="connsiteX47" fmla="*/ 45089 w 5530902"/>
              <a:gd name="connsiteY47" fmla="*/ 3254853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61517 w 5530902"/>
              <a:gd name="connsiteY46" fmla="*/ 3550937 h 5531840"/>
              <a:gd name="connsiteX47" fmla="*/ 45089 w 5530902"/>
              <a:gd name="connsiteY47" fmla="*/ 3254853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61517 w 5530902"/>
              <a:gd name="connsiteY46" fmla="*/ 3550937 h 5531840"/>
              <a:gd name="connsiteX47" fmla="*/ 45089 w 5530902"/>
              <a:gd name="connsiteY47" fmla="*/ 3254853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99050 w 5559440"/>
              <a:gd name="connsiteY0" fmla="*/ 2341841 h 5531840"/>
              <a:gd name="connsiteX1" fmla="*/ 548563 w 5559440"/>
              <a:gd name="connsiteY1" fmla="*/ 1812009 h 5531840"/>
              <a:gd name="connsiteX2" fmla="*/ 327626 w 5559440"/>
              <a:gd name="connsiteY2" fmla="*/ 1586565 h 5531840"/>
              <a:gd name="connsiteX3" fmla="*/ 372715 w 5559440"/>
              <a:gd name="connsiteY3" fmla="*/ 1410718 h 5531840"/>
              <a:gd name="connsiteX4" fmla="*/ 638740 w 5559440"/>
              <a:gd name="connsiteY4" fmla="*/ 1343085 h 5531840"/>
              <a:gd name="connsiteX5" fmla="*/ 584633 w 5559440"/>
              <a:gd name="connsiteY5" fmla="*/ 1095096 h 5531840"/>
              <a:gd name="connsiteX6" fmla="*/ 737847 w 5559440"/>
              <a:gd name="connsiteY6" fmla="*/ 969193 h 5531840"/>
              <a:gd name="connsiteX7" fmla="*/ 914024 w 5559440"/>
              <a:gd name="connsiteY7" fmla="*/ 745050 h 5531840"/>
              <a:gd name="connsiteX8" fmla="*/ 1084760 w 5559440"/>
              <a:gd name="connsiteY8" fmla="*/ 627193 h 5531840"/>
              <a:gd name="connsiteX9" fmla="*/ 1174024 w 5559440"/>
              <a:gd name="connsiteY9" fmla="*/ 471772 h 5531840"/>
              <a:gd name="connsiteX10" fmla="*/ 1351145 w 5559440"/>
              <a:gd name="connsiteY10" fmla="*/ 448070 h 5531840"/>
              <a:gd name="connsiteX11" fmla="*/ 1458231 w 5559440"/>
              <a:gd name="connsiteY11" fmla="*/ 355075 h 5531840"/>
              <a:gd name="connsiteX12" fmla="*/ 1607969 w 5559440"/>
              <a:gd name="connsiteY12" fmla="*/ 379714 h 5531840"/>
              <a:gd name="connsiteX13" fmla="*/ 1961136 w 5559440"/>
              <a:gd name="connsiteY13" fmla="*/ 328478 h 5531840"/>
              <a:gd name="connsiteX14" fmla="*/ 2006663 w 5559440"/>
              <a:gd name="connsiteY14" fmla="*/ 114782 h 5531840"/>
              <a:gd name="connsiteX15" fmla="*/ 2117656 w 5559440"/>
              <a:gd name="connsiteY15" fmla="*/ 92996 h 5531840"/>
              <a:gd name="connsiteX16" fmla="*/ 2406626 w 5559440"/>
              <a:gd name="connsiteY16" fmla="*/ 23414 h 5531840"/>
              <a:gd name="connsiteX17" fmla="*/ 2554454 w 5559440"/>
              <a:gd name="connsiteY17" fmla="*/ 42271 h 5531840"/>
              <a:gd name="connsiteX18" fmla="*/ 2689721 w 5559440"/>
              <a:gd name="connsiteY18" fmla="*/ 0 h 5531840"/>
              <a:gd name="connsiteX19" fmla="*/ 2827806 w 5559440"/>
              <a:gd name="connsiteY19" fmla="*/ 64815 h 5531840"/>
              <a:gd name="connsiteX20" fmla="*/ 3025331 w 5559440"/>
              <a:gd name="connsiteY20" fmla="*/ 93263 h 5531840"/>
              <a:gd name="connsiteX21" fmla="*/ 3188517 w 5559440"/>
              <a:gd name="connsiteY21" fmla="*/ 25362 h 5531840"/>
              <a:gd name="connsiteX22" fmla="*/ 3327344 w 5559440"/>
              <a:gd name="connsiteY22" fmla="*/ 102206 h 5531840"/>
              <a:gd name="connsiteX23" fmla="*/ 3517486 w 5559440"/>
              <a:gd name="connsiteY23" fmla="*/ 115699 h 5531840"/>
              <a:gd name="connsiteX24" fmla="*/ 3634042 w 5559440"/>
              <a:gd name="connsiteY24" fmla="*/ 321082 h 5531840"/>
              <a:gd name="connsiteX25" fmla="*/ 3993826 w 5559440"/>
              <a:gd name="connsiteY25" fmla="*/ 684066 h 5531840"/>
              <a:gd name="connsiteX26" fmla="*/ 4323993 w 5559440"/>
              <a:gd name="connsiteY26" fmla="*/ 494261 h 5531840"/>
              <a:gd name="connsiteX27" fmla="*/ 4507366 w 5559440"/>
              <a:gd name="connsiteY27" fmla="*/ 631244 h 5531840"/>
              <a:gd name="connsiteX28" fmla="*/ 4501731 w 5559440"/>
              <a:gd name="connsiteY28" fmla="*/ 955320 h 5531840"/>
              <a:gd name="connsiteX29" fmla="*/ 4890621 w 5559440"/>
              <a:gd name="connsiteY29" fmla="*/ 1045498 h 5531840"/>
              <a:gd name="connsiteX30" fmla="*/ 5028706 w 5559440"/>
              <a:gd name="connsiteY30" fmla="*/ 1324486 h 5531840"/>
              <a:gd name="connsiteX31" fmla="*/ 5262604 w 5559440"/>
              <a:gd name="connsiteY31" fmla="*/ 1564020 h 5531840"/>
              <a:gd name="connsiteX32" fmla="*/ 5240058 w 5559440"/>
              <a:gd name="connsiteY32" fmla="*/ 1951033 h 5531840"/>
              <a:gd name="connsiteX33" fmla="*/ 5307693 w 5559440"/>
              <a:gd name="connsiteY33" fmla="*/ 2510887 h 5531840"/>
              <a:gd name="connsiteX34" fmla="*/ 5559440 w 5559440"/>
              <a:gd name="connsiteY34" fmla="*/ 2935475 h 5531840"/>
              <a:gd name="connsiteX35" fmla="*/ 5311449 w 5559440"/>
              <a:gd name="connsiteY35" fmla="*/ 3356303 h 5531840"/>
              <a:gd name="connsiteX36" fmla="*/ 5206241 w 5559440"/>
              <a:gd name="connsiteY36" fmla="*/ 3908642 h 5531840"/>
              <a:gd name="connsiteX37" fmla="*/ 4507898 w 5559440"/>
              <a:gd name="connsiteY37" fmla="*/ 4163389 h 5531840"/>
              <a:gd name="connsiteX38" fmla="*/ 3323784 w 5559440"/>
              <a:gd name="connsiteY38" fmla="*/ 4528613 h 5531840"/>
              <a:gd name="connsiteX39" fmla="*/ 3177245 w 5559440"/>
              <a:gd name="connsiteY39" fmla="*/ 5414609 h 5531840"/>
              <a:gd name="connsiteX40" fmla="*/ 2624906 w 5559440"/>
              <a:gd name="connsiteY40" fmla="*/ 5531840 h 5531840"/>
              <a:gd name="connsiteX41" fmla="*/ 2167492 w 5559440"/>
              <a:gd name="connsiteY41" fmla="*/ 4926462 h 5531840"/>
              <a:gd name="connsiteX42" fmla="*/ 1455325 w 5559440"/>
              <a:gd name="connsiteY42" fmla="*/ 5141227 h 5531840"/>
              <a:gd name="connsiteX43" fmla="*/ 1062340 w 5559440"/>
              <a:gd name="connsiteY43" fmla="*/ 4748242 h 5531840"/>
              <a:gd name="connsiteX44" fmla="*/ 635181 w 5559440"/>
              <a:gd name="connsiteY44" fmla="*/ 4543207 h 5531840"/>
              <a:gd name="connsiteX45" fmla="*/ 532031 w 5559440"/>
              <a:gd name="connsiteY45" fmla="*/ 4058937 h 5531840"/>
              <a:gd name="connsiteX46" fmla="*/ 290055 w 5559440"/>
              <a:gd name="connsiteY46" fmla="*/ 3550937 h 5531840"/>
              <a:gd name="connsiteX47" fmla="*/ 33047 w 5559440"/>
              <a:gd name="connsiteY47" fmla="*/ 3277397 h 5531840"/>
              <a:gd name="connsiteX48" fmla="*/ 133745 w 5559440"/>
              <a:gd name="connsiteY48" fmla="*/ 2939231 h 5531840"/>
              <a:gd name="connsiteX49" fmla="*/ 28538 w 5559440"/>
              <a:gd name="connsiteY49" fmla="*/ 2608580 h 5531840"/>
              <a:gd name="connsiteX50" fmla="*/ 299050 w 5559440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61517 w 5530902"/>
              <a:gd name="connsiteY46" fmla="*/ 3550937 h 5531840"/>
              <a:gd name="connsiteX47" fmla="*/ 4509 w 5530902"/>
              <a:gd name="connsiteY47" fmla="*/ 3277397 h 5531840"/>
              <a:gd name="connsiteX48" fmla="*/ 105207 w 5530902"/>
              <a:gd name="connsiteY48" fmla="*/ 2939231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61517 w 5530902"/>
              <a:gd name="connsiteY46" fmla="*/ 3550937 h 5531840"/>
              <a:gd name="connsiteX47" fmla="*/ 4509 w 5530902"/>
              <a:gd name="connsiteY47" fmla="*/ 3277397 h 5531840"/>
              <a:gd name="connsiteX48" fmla="*/ 60118 w 5530902"/>
              <a:gd name="connsiteY48" fmla="*/ 2930213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61517 w 5530902"/>
              <a:gd name="connsiteY46" fmla="*/ 3550937 h 5531840"/>
              <a:gd name="connsiteX47" fmla="*/ 4509 w 5530902"/>
              <a:gd name="connsiteY47" fmla="*/ 3277397 h 5531840"/>
              <a:gd name="connsiteX48" fmla="*/ 60118 w 5530902"/>
              <a:gd name="connsiteY48" fmla="*/ 2930213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70512 w 5530902"/>
              <a:gd name="connsiteY0" fmla="*/ 2341841 h 5531840"/>
              <a:gd name="connsiteX1" fmla="*/ 520025 w 5530902"/>
              <a:gd name="connsiteY1" fmla="*/ 1812009 h 5531840"/>
              <a:gd name="connsiteX2" fmla="*/ 299088 w 5530902"/>
              <a:gd name="connsiteY2" fmla="*/ 1586565 h 5531840"/>
              <a:gd name="connsiteX3" fmla="*/ 344177 w 5530902"/>
              <a:gd name="connsiteY3" fmla="*/ 1410718 h 5531840"/>
              <a:gd name="connsiteX4" fmla="*/ 610202 w 5530902"/>
              <a:gd name="connsiteY4" fmla="*/ 1343085 h 5531840"/>
              <a:gd name="connsiteX5" fmla="*/ 556095 w 5530902"/>
              <a:gd name="connsiteY5" fmla="*/ 1095096 h 5531840"/>
              <a:gd name="connsiteX6" fmla="*/ 709309 w 5530902"/>
              <a:gd name="connsiteY6" fmla="*/ 969193 h 5531840"/>
              <a:gd name="connsiteX7" fmla="*/ 885486 w 5530902"/>
              <a:gd name="connsiteY7" fmla="*/ 745050 h 5531840"/>
              <a:gd name="connsiteX8" fmla="*/ 1056222 w 5530902"/>
              <a:gd name="connsiteY8" fmla="*/ 627193 h 5531840"/>
              <a:gd name="connsiteX9" fmla="*/ 1145486 w 5530902"/>
              <a:gd name="connsiteY9" fmla="*/ 471772 h 5531840"/>
              <a:gd name="connsiteX10" fmla="*/ 1322607 w 5530902"/>
              <a:gd name="connsiteY10" fmla="*/ 448070 h 5531840"/>
              <a:gd name="connsiteX11" fmla="*/ 1429693 w 5530902"/>
              <a:gd name="connsiteY11" fmla="*/ 355075 h 5531840"/>
              <a:gd name="connsiteX12" fmla="*/ 1579431 w 5530902"/>
              <a:gd name="connsiteY12" fmla="*/ 379714 h 5531840"/>
              <a:gd name="connsiteX13" fmla="*/ 1932598 w 5530902"/>
              <a:gd name="connsiteY13" fmla="*/ 328478 h 5531840"/>
              <a:gd name="connsiteX14" fmla="*/ 1978125 w 5530902"/>
              <a:gd name="connsiteY14" fmla="*/ 114782 h 5531840"/>
              <a:gd name="connsiteX15" fmla="*/ 2089118 w 5530902"/>
              <a:gd name="connsiteY15" fmla="*/ 92996 h 5531840"/>
              <a:gd name="connsiteX16" fmla="*/ 2378088 w 5530902"/>
              <a:gd name="connsiteY16" fmla="*/ 23414 h 5531840"/>
              <a:gd name="connsiteX17" fmla="*/ 2525916 w 5530902"/>
              <a:gd name="connsiteY17" fmla="*/ 42271 h 5531840"/>
              <a:gd name="connsiteX18" fmla="*/ 2661183 w 5530902"/>
              <a:gd name="connsiteY18" fmla="*/ 0 h 5531840"/>
              <a:gd name="connsiteX19" fmla="*/ 2799268 w 5530902"/>
              <a:gd name="connsiteY19" fmla="*/ 64815 h 5531840"/>
              <a:gd name="connsiteX20" fmla="*/ 2996793 w 5530902"/>
              <a:gd name="connsiteY20" fmla="*/ 93263 h 5531840"/>
              <a:gd name="connsiteX21" fmla="*/ 3159979 w 5530902"/>
              <a:gd name="connsiteY21" fmla="*/ 25362 h 5531840"/>
              <a:gd name="connsiteX22" fmla="*/ 3298806 w 5530902"/>
              <a:gd name="connsiteY22" fmla="*/ 102206 h 5531840"/>
              <a:gd name="connsiteX23" fmla="*/ 3488948 w 5530902"/>
              <a:gd name="connsiteY23" fmla="*/ 115699 h 5531840"/>
              <a:gd name="connsiteX24" fmla="*/ 3605504 w 5530902"/>
              <a:gd name="connsiteY24" fmla="*/ 321082 h 5531840"/>
              <a:gd name="connsiteX25" fmla="*/ 3965288 w 5530902"/>
              <a:gd name="connsiteY25" fmla="*/ 684066 h 5531840"/>
              <a:gd name="connsiteX26" fmla="*/ 4295455 w 5530902"/>
              <a:gd name="connsiteY26" fmla="*/ 494261 h 5531840"/>
              <a:gd name="connsiteX27" fmla="*/ 4478828 w 5530902"/>
              <a:gd name="connsiteY27" fmla="*/ 631244 h 5531840"/>
              <a:gd name="connsiteX28" fmla="*/ 4473193 w 5530902"/>
              <a:gd name="connsiteY28" fmla="*/ 955320 h 5531840"/>
              <a:gd name="connsiteX29" fmla="*/ 4862083 w 5530902"/>
              <a:gd name="connsiteY29" fmla="*/ 1045498 h 5531840"/>
              <a:gd name="connsiteX30" fmla="*/ 5000168 w 5530902"/>
              <a:gd name="connsiteY30" fmla="*/ 1324486 h 5531840"/>
              <a:gd name="connsiteX31" fmla="*/ 5234066 w 5530902"/>
              <a:gd name="connsiteY31" fmla="*/ 1564020 h 5531840"/>
              <a:gd name="connsiteX32" fmla="*/ 5211520 w 5530902"/>
              <a:gd name="connsiteY32" fmla="*/ 1951033 h 5531840"/>
              <a:gd name="connsiteX33" fmla="*/ 5279155 w 5530902"/>
              <a:gd name="connsiteY33" fmla="*/ 2510887 h 5531840"/>
              <a:gd name="connsiteX34" fmla="*/ 5530902 w 5530902"/>
              <a:gd name="connsiteY34" fmla="*/ 2935475 h 5531840"/>
              <a:gd name="connsiteX35" fmla="*/ 5282911 w 5530902"/>
              <a:gd name="connsiteY35" fmla="*/ 3356303 h 5531840"/>
              <a:gd name="connsiteX36" fmla="*/ 5177703 w 5530902"/>
              <a:gd name="connsiteY36" fmla="*/ 3908642 h 5531840"/>
              <a:gd name="connsiteX37" fmla="*/ 4479360 w 5530902"/>
              <a:gd name="connsiteY37" fmla="*/ 4163389 h 5531840"/>
              <a:gd name="connsiteX38" fmla="*/ 3295246 w 5530902"/>
              <a:gd name="connsiteY38" fmla="*/ 4528613 h 5531840"/>
              <a:gd name="connsiteX39" fmla="*/ 3148707 w 5530902"/>
              <a:gd name="connsiteY39" fmla="*/ 5414609 h 5531840"/>
              <a:gd name="connsiteX40" fmla="*/ 2596368 w 5530902"/>
              <a:gd name="connsiteY40" fmla="*/ 5531840 h 5531840"/>
              <a:gd name="connsiteX41" fmla="*/ 2138954 w 5530902"/>
              <a:gd name="connsiteY41" fmla="*/ 4926462 h 5531840"/>
              <a:gd name="connsiteX42" fmla="*/ 1426787 w 5530902"/>
              <a:gd name="connsiteY42" fmla="*/ 5141227 h 5531840"/>
              <a:gd name="connsiteX43" fmla="*/ 1033802 w 5530902"/>
              <a:gd name="connsiteY43" fmla="*/ 4748242 h 5531840"/>
              <a:gd name="connsiteX44" fmla="*/ 606643 w 5530902"/>
              <a:gd name="connsiteY44" fmla="*/ 4543207 h 5531840"/>
              <a:gd name="connsiteX45" fmla="*/ 503493 w 5530902"/>
              <a:gd name="connsiteY45" fmla="*/ 4058937 h 5531840"/>
              <a:gd name="connsiteX46" fmla="*/ 261517 w 5530902"/>
              <a:gd name="connsiteY46" fmla="*/ 3550937 h 5531840"/>
              <a:gd name="connsiteX47" fmla="*/ 4509 w 5530902"/>
              <a:gd name="connsiteY47" fmla="*/ 3277397 h 5531840"/>
              <a:gd name="connsiteX48" fmla="*/ 60118 w 5530902"/>
              <a:gd name="connsiteY48" fmla="*/ 2930213 h 5531840"/>
              <a:gd name="connsiteX49" fmla="*/ 0 w 5530902"/>
              <a:gd name="connsiteY49" fmla="*/ 2608580 h 5531840"/>
              <a:gd name="connsiteX50" fmla="*/ 270512 w 5530902"/>
              <a:gd name="connsiteY50" fmla="*/ 2341841 h 5531840"/>
              <a:gd name="connsiteX0" fmla="*/ 284039 w 5544429"/>
              <a:gd name="connsiteY0" fmla="*/ 2341841 h 5531840"/>
              <a:gd name="connsiteX1" fmla="*/ 533552 w 5544429"/>
              <a:gd name="connsiteY1" fmla="*/ 1812009 h 5531840"/>
              <a:gd name="connsiteX2" fmla="*/ 312615 w 5544429"/>
              <a:gd name="connsiteY2" fmla="*/ 1586565 h 5531840"/>
              <a:gd name="connsiteX3" fmla="*/ 357704 w 5544429"/>
              <a:gd name="connsiteY3" fmla="*/ 1410718 h 5531840"/>
              <a:gd name="connsiteX4" fmla="*/ 623729 w 5544429"/>
              <a:gd name="connsiteY4" fmla="*/ 1343085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40142 h 5531840"/>
              <a:gd name="connsiteX50" fmla="*/ 284039 w 5544429"/>
              <a:gd name="connsiteY50" fmla="*/ 2341841 h 5531840"/>
              <a:gd name="connsiteX0" fmla="*/ 284039 w 5544429"/>
              <a:gd name="connsiteY0" fmla="*/ 2341841 h 5531840"/>
              <a:gd name="connsiteX1" fmla="*/ 533552 w 5544429"/>
              <a:gd name="connsiteY1" fmla="*/ 1812009 h 5531840"/>
              <a:gd name="connsiteX2" fmla="*/ 312615 w 5544429"/>
              <a:gd name="connsiteY2" fmla="*/ 1586565 h 5531840"/>
              <a:gd name="connsiteX3" fmla="*/ 357704 w 5544429"/>
              <a:gd name="connsiteY3" fmla="*/ 1410718 h 5531840"/>
              <a:gd name="connsiteX4" fmla="*/ 623729 w 5544429"/>
              <a:gd name="connsiteY4" fmla="*/ 1343085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40142 h 5531840"/>
              <a:gd name="connsiteX50" fmla="*/ 284039 w 5544429"/>
              <a:gd name="connsiteY50" fmla="*/ 2341841 h 5531840"/>
              <a:gd name="connsiteX0" fmla="*/ 284039 w 5544429"/>
              <a:gd name="connsiteY0" fmla="*/ 2341841 h 5531840"/>
              <a:gd name="connsiteX1" fmla="*/ 533552 w 5544429"/>
              <a:gd name="connsiteY1" fmla="*/ 1812009 h 5531840"/>
              <a:gd name="connsiteX2" fmla="*/ 312615 w 5544429"/>
              <a:gd name="connsiteY2" fmla="*/ 1586565 h 5531840"/>
              <a:gd name="connsiteX3" fmla="*/ 357704 w 5544429"/>
              <a:gd name="connsiteY3" fmla="*/ 1410718 h 5531840"/>
              <a:gd name="connsiteX4" fmla="*/ 623729 w 5544429"/>
              <a:gd name="connsiteY4" fmla="*/ 1343085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40142 h 5531840"/>
              <a:gd name="connsiteX50" fmla="*/ 284039 w 5544429"/>
              <a:gd name="connsiteY50" fmla="*/ 2341841 h 5531840"/>
              <a:gd name="connsiteX0" fmla="*/ 279530 w 5539920"/>
              <a:gd name="connsiteY0" fmla="*/ 2341841 h 5531840"/>
              <a:gd name="connsiteX1" fmla="*/ 529043 w 5539920"/>
              <a:gd name="connsiteY1" fmla="*/ 1812009 h 5531840"/>
              <a:gd name="connsiteX2" fmla="*/ 308106 w 5539920"/>
              <a:gd name="connsiteY2" fmla="*/ 1586565 h 5531840"/>
              <a:gd name="connsiteX3" fmla="*/ 353195 w 5539920"/>
              <a:gd name="connsiteY3" fmla="*/ 1410718 h 5531840"/>
              <a:gd name="connsiteX4" fmla="*/ 619220 w 5539920"/>
              <a:gd name="connsiteY4" fmla="*/ 1343085 h 5531840"/>
              <a:gd name="connsiteX5" fmla="*/ 565113 w 5539920"/>
              <a:gd name="connsiteY5" fmla="*/ 1095096 h 5531840"/>
              <a:gd name="connsiteX6" fmla="*/ 718327 w 5539920"/>
              <a:gd name="connsiteY6" fmla="*/ 969193 h 5531840"/>
              <a:gd name="connsiteX7" fmla="*/ 894504 w 5539920"/>
              <a:gd name="connsiteY7" fmla="*/ 745050 h 5531840"/>
              <a:gd name="connsiteX8" fmla="*/ 1065240 w 5539920"/>
              <a:gd name="connsiteY8" fmla="*/ 627193 h 5531840"/>
              <a:gd name="connsiteX9" fmla="*/ 1154504 w 5539920"/>
              <a:gd name="connsiteY9" fmla="*/ 471772 h 5531840"/>
              <a:gd name="connsiteX10" fmla="*/ 1331625 w 5539920"/>
              <a:gd name="connsiteY10" fmla="*/ 448070 h 5531840"/>
              <a:gd name="connsiteX11" fmla="*/ 1438711 w 5539920"/>
              <a:gd name="connsiteY11" fmla="*/ 355075 h 5531840"/>
              <a:gd name="connsiteX12" fmla="*/ 1588449 w 5539920"/>
              <a:gd name="connsiteY12" fmla="*/ 379714 h 5531840"/>
              <a:gd name="connsiteX13" fmla="*/ 1941616 w 5539920"/>
              <a:gd name="connsiteY13" fmla="*/ 328478 h 5531840"/>
              <a:gd name="connsiteX14" fmla="*/ 1987143 w 5539920"/>
              <a:gd name="connsiteY14" fmla="*/ 114782 h 5531840"/>
              <a:gd name="connsiteX15" fmla="*/ 2098136 w 5539920"/>
              <a:gd name="connsiteY15" fmla="*/ 92996 h 5531840"/>
              <a:gd name="connsiteX16" fmla="*/ 2387106 w 5539920"/>
              <a:gd name="connsiteY16" fmla="*/ 23414 h 5531840"/>
              <a:gd name="connsiteX17" fmla="*/ 2534934 w 5539920"/>
              <a:gd name="connsiteY17" fmla="*/ 42271 h 5531840"/>
              <a:gd name="connsiteX18" fmla="*/ 2670201 w 5539920"/>
              <a:gd name="connsiteY18" fmla="*/ 0 h 5531840"/>
              <a:gd name="connsiteX19" fmla="*/ 2808286 w 5539920"/>
              <a:gd name="connsiteY19" fmla="*/ 64815 h 5531840"/>
              <a:gd name="connsiteX20" fmla="*/ 3005811 w 5539920"/>
              <a:gd name="connsiteY20" fmla="*/ 93263 h 5531840"/>
              <a:gd name="connsiteX21" fmla="*/ 3168997 w 5539920"/>
              <a:gd name="connsiteY21" fmla="*/ 25362 h 5531840"/>
              <a:gd name="connsiteX22" fmla="*/ 3307824 w 5539920"/>
              <a:gd name="connsiteY22" fmla="*/ 102206 h 5531840"/>
              <a:gd name="connsiteX23" fmla="*/ 3497966 w 5539920"/>
              <a:gd name="connsiteY23" fmla="*/ 115699 h 5531840"/>
              <a:gd name="connsiteX24" fmla="*/ 3614522 w 5539920"/>
              <a:gd name="connsiteY24" fmla="*/ 321082 h 5531840"/>
              <a:gd name="connsiteX25" fmla="*/ 3974306 w 5539920"/>
              <a:gd name="connsiteY25" fmla="*/ 684066 h 5531840"/>
              <a:gd name="connsiteX26" fmla="*/ 4304473 w 5539920"/>
              <a:gd name="connsiteY26" fmla="*/ 494261 h 5531840"/>
              <a:gd name="connsiteX27" fmla="*/ 4487846 w 5539920"/>
              <a:gd name="connsiteY27" fmla="*/ 631244 h 5531840"/>
              <a:gd name="connsiteX28" fmla="*/ 4482211 w 5539920"/>
              <a:gd name="connsiteY28" fmla="*/ 955320 h 5531840"/>
              <a:gd name="connsiteX29" fmla="*/ 4871101 w 5539920"/>
              <a:gd name="connsiteY29" fmla="*/ 1045498 h 5531840"/>
              <a:gd name="connsiteX30" fmla="*/ 5009186 w 5539920"/>
              <a:gd name="connsiteY30" fmla="*/ 1324486 h 5531840"/>
              <a:gd name="connsiteX31" fmla="*/ 5243084 w 5539920"/>
              <a:gd name="connsiteY31" fmla="*/ 1564020 h 5531840"/>
              <a:gd name="connsiteX32" fmla="*/ 5220538 w 5539920"/>
              <a:gd name="connsiteY32" fmla="*/ 1951033 h 5531840"/>
              <a:gd name="connsiteX33" fmla="*/ 5288173 w 5539920"/>
              <a:gd name="connsiteY33" fmla="*/ 2510887 h 5531840"/>
              <a:gd name="connsiteX34" fmla="*/ 5539920 w 5539920"/>
              <a:gd name="connsiteY34" fmla="*/ 2935475 h 5531840"/>
              <a:gd name="connsiteX35" fmla="*/ 5291929 w 5539920"/>
              <a:gd name="connsiteY35" fmla="*/ 3356303 h 5531840"/>
              <a:gd name="connsiteX36" fmla="*/ 5186721 w 5539920"/>
              <a:gd name="connsiteY36" fmla="*/ 3908642 h 5531840"/>
              <a:gd name="connsiteX37" fmla="*/ 4488378 w 5539920"/>
              <a:gd name="connsiteY37" fmla="*/ 4163389 h 5531840"/>
              <a:gd name="connsiteX38" fmla="*/ 3304264 w 5539920"/>
              <a:gd name="connsiteY38" fmla="*/ 4528613 h 5531840"/>
              <a:gd name="connsiteX39" fmla="*/ 3157725 w 5539920"/>
              <a:gd name="connsiteY39" fmla="*/ 5414609 h 5531840"/>
              <a:gd name="connsiteX40" fmla="*/ 2605386 w 5539920"/>
              <a:gd name="connsiteY40" fmla="*/ 5531840 h 5531840"/>
              <a:gd name="connsiteX41" fmla="*/ 2147972 w 5539920"/>
              <a:gd name="connsiteY41" fmla="*/ 4926462 h 5531840"/>
              <a:gd name="connsiteX42" fmla="*/ 1435805 w 5539920"/>
              <a:gd name="connsiteY42" fmla="*/ 5141227 h 5531840"/>
              <a:gd name="connsiteX43" fmla="*/ 1042820 w 5539920"/>
              <a:gd name="connsiteY43" fmla="*/ 4748242 h 5531840"/>
              <a:gd name="connsiteX44" fmla="*/ 615661 w 5539920"/>
              <a:gd name="connsiteY44" fmla="*/ 4543207 h 5531840"/>
              <a:gd name="connsiteX45" fmla="*/ 512511 w 5539920"/>
              <a:gd name="connsiteY45" fmla="*/ 4058937 h 5531840"/>
              <a:gd name="connsiteX46" fmla="*/ 270535 w 5539920"/>
              <a:gd name="connsiteY46" fmla="*/ 3550937 h 5531840"/>
              <a:gd name="connsiteX47" fmla="*/ 13527 w 5539920"/>
              <a:gd name="connsiteY47" fmla="*/ 3277397 h 5531840"/>
              <a:gd name="connsiteX48" fmla="*/ 69136 w 5539920"/>
              <a:gd name="connsiteY48" fmla="*/ 2930213 h 5531840"/>
              <a:gd name="connsiteX49" fmla="*/ 0 w 5539920"/>
              <a:gd name="connsiteY49" fmla="*/ 2635634 h 5531840"/>
              <a:gd name="connsiteX50" fmla="*/ 279530 w 5539920"/>
              <a:gd name="connsiteY50" fmla="*/ 2341841 h 5531840"/>
              <a:gd name="connsiteX0" fmla="*/ 284039 w 5539920"/>
              <a:gd name="connsiteY0" fmla="*/ 2337333 h 5531840"/>
              <a:gd name="connsiteX1" fmla="*/ 529043 w 5539920"/>
              <a:gd name="connsiteY1" fmla="*/ 1812009 h 5531840"/>
              <a:gd name="connsiteX2" fmla="*/ 308106 w 5539920"/>
              <a:gd name="connsiteY2" fmla="*/ 1586565 h 5531840"/>
              <a:gd name="connsiteX3" fmla="*/ 353195 w 5539920"/>
              <a:gd name="connsiteY3" fmla="*/ 1410718 h 5531840"/>
              <a:gd name="connsiteX4" fmla="*/ 619220 w 5539920"/>
              <a:gd name="connsiteY4" fmla="*/ 1343085 h 5531840"/>
              <a:gd name="connsiteX5" fmla="*/ 565113 w 5539920"/>
              <a:gd name="connsiteY5" fmla="*/ 1095096 h 5531840"/>
              <a:gd name="connsiteX6" fmla="*/ 718327 w 5539920"/>
              <a:gd name="connsiteY6" fmla="*/ 969193 h 5531840"/>
              <a:gd name="connsiteX7" fmla="*/ 894504 w 5539920"/>
              <a:gd name="connsiteY7" fmla="*/ 745050 h 5531840"/>
              <a:gd name="connsiteX8" fmla="*/ 1065240 w 5539920"/>
              <a:gd name="connsiteY8" fmla="*/ 627193 h 5531840"/>
              <a:gd name="connsiteX9" fmla="*/ 1154504 w 5539920"/>
              <a:gd name="connsiteY9" fmla="*/ 471772 h 5531840"/>
              <a:gd name="connsiteX10" fmla="*/ 1331625 w 5539920"/>
              <a:gd name="connsiteY10" fmla="*/ 448070 h 5531840"/>
              <a:gd name="connsiteX11" fmla="*/ 1438711 w 5539920"/>
              <a:gd name="connsiteY11" fmla="*/ 355075 h 5531840"/>
              <a:gd name="connsiteX12" fmla="*/ 1588449 w 5539920"/>
              <a:gd name="connsiteY12" fmla="*/ 379714 h 5531840"/>
              <a:gd name="connsiteX13" fmla="*/ 1941616 w 5539920"/>
              <a:gd name="connsiteY13" fmla="*/ 328478 h 5531840"/>
              <a:gd name="connsiteX14" fmla="*/ 1987143 w 5539920"/>
              <a:gd name="connsiteY14" fmla="*/ 114782 h 5531840"/>
              <a:gd name="connsiteX15" fmla="*/ 2098136 w 5539920"/>
              <a:gd name="connsiteY15" fmla="*/ 92996 h 5531840"/>
              <a:gd name="connsiteX16" fmla="*/ 2387106 w 5539920"/>
              <a:gd name="connsiteY16" fmla="*/ 23414 h 5531840"/>
              <a:gd name="connsiteX17" fmla="*/ 2534934 w 5539920"/>
              <a:gd name="connsiteY17" fmla="*/ 42271 h 5531840"/>
              <a:gd name="connsiteX18" fmla="*/ 2670201 w 5539920"/>
              <a:gd name="connsiteY18" fmla="*/ 0 h 5531840"/>
              <a:gd name="connsiteX19" fmla="*/ 2808286 w 5539920"/>
              <a:gd name="connsiteY19" fmla="*/ 64815 h 5531840"/>
              <a:gd name="connsiteX20" fmla="*/ 3005811 w 5539920"/>
              <a:gd name="connsiteY20" fmla="*/ 93263 h 5531840"/>
              <a:gd name="connsiteX21" fmla="*/ 3168997 w 5539920"/>
              <a:gd name="connsiteY21" fmla="*/ 25362 h 5531840"/>
              <a:gd name="connsiteX22" fmla="*/ 3307824 w 5539920"/>
              <a:gd name="connsiteY22" fmla="*/ 102206 h 5531840"/>
              <a:gd name="connsiteX23" fmla="*/ 3497966 w 5539920"/>
              <a:gd name="connsiteY23" fmla="*/ 115699 h 5531840"/>
              <a:gd name="connsiteX24" fmla="*/ 3614522 w 5539920"/>
              <a:gd name="connsiteY24" fmla="*/ 321082 h 5531840"/>
              <a:gd name="connsiteX25" fmla="*/ 3974306 w 5539920"/>
              <a:gd name="connsiteY25" fmla="*/ 684066 h 5531840"/>
              <a:gd name="connsiteX26" fmla="*/ 4304473 w 5539920"/>
              <a:gd name="connsiteY26" fmla="*/ 494261 h 5531840"/>
              <a:gd name="connsiteX27" fmla="*/ 4487846 w 5539920"/>
              <a:gd name="connsiteY27" fmla="*/ 631244 h 5531840"/>
              <a:gd name="connsiteX28" fmla="*/ 4482211 w 5539920"/>
              <a:gd name="connsiteY28" fmla="*/ 955320 h 5531840"/>
              <a:gd name="connsiteX29" fmla="*/ 4871101 w 5539920"/>
              <a:gd name="connsiteY29" fmla="*/ 1045498 h 5531840"/>
              <a:gd name="connsiteX30" fmla="*/ 5009186 w 5539920"/>
              <a:gd name="connsiteY30" fmla="*/ 1324486 h 5531840"/>
              <a:gd name="connsiteX31" fmla="*/ 5243084 w 5539920"/>
              <a:gd name="connsiteY31" fmla="*/ 1564020 h 5531840"/>
              <a:gd name="connsiteX32" fmla="*/ 5220538 w 5539920"/>
              <a:gd name="connsiteY32" fmla="*/ 1951033 h 5531840"/>
              <a:gd name="connsiteX33" fmla="*/ 5288173 w 5539920"/>
              <a:gd name="connsiteY33" fmla="*/ 2510887 h 5531840"/>
              <a:gd name="connsiteX34" fmla="*/ 5539920 w 5539920"/>
              <a:gd name="connsiteY34" fmla="*/ 2935475 h 5531840"/>
              <a:gd name="connsiteX35" fmla="*/ 5291929 w 5539920"/>
              <a:gd name="connsiteY35" fmla="*/ 3356303 h 5531840"/>
              <a:gd name="connsiteX36" fmla="*/ 5186721 w 5539920"/>
              <a:gd name="connsiteY36" fmla="*/ 3908642 h 5531840"/>
              <a:gd name="connsiteX37" fmla="*/ 4488378 w 5539920"/>
              <a:gd name="connsiteY37" fmla="*/ 4163389 h 5531840"/>
              <a:gd name="connsiteX38" fmla="*/ 3304264 w 5539920"/>
              <a:gd name="connsiteY38" fmla="*/ 4528613 h 5531840"/>
              <a:gd name="connsiteX39" fmla="*/ 3157725 w 5539920"/>
              <a:gd name="connsiteY39" fmla="*/ 5414609 h 5531840"/>
              <a:gd name="connsiteX40" fmla="*/ 2605386 w 5539920"/>
              <a:gd name="connsiteY40" fmla="*/ 5531840 h 5531840"/>
              <a:gd name="connsiteX41" fmla="*/ 2147972 w 5539920"/>
              <a:gd name="connsiteY41" fmla="*/ 4926462 h 5531840"/>
              <a:gd name="connsiteX42" fmla="*/ 1435805 w 5539920"/>
              <a:gd name="connsiteY42" fmla="*/ 5141227 h 5531840"/>
              <a:gd name="connsiteX43" fmla="*/ 1042820 w 5539920"/>
              <a:gd name="connsiteY43" fmla="*/ 4748242 h 5531840"/>
              <a:gd name="connsiteX44" fmla="*/ 615661 w 5539920"/>
              <a:gd name="connsiteY44" fmla="*/ 4543207 h 5531840"/>
              <a:gd name="connsiteX45" fmla="*/ 512511 w 5539920"/>
              <a:gd name="connsiteY45" fmla="*/ 4058937 h 5531840"/>
              <a:gd name="connsiteX46" fmla="*/ 270535 w 5539920"/>
              <a:gd name="connsiteY46" fmla="*/ 3550937 h 5531840"/>
              <a:gd name="connsiteX47" fmla="*/ 13527 w 5539920"/>
              <a:gd name="connsiteY47" fmla="*/ 3277397 h 5531840"/>
              <a:gd name="connsiteX48" fmla="*/ 69136 w 5539920"/>
              <a:gd name="connsiteY48" fmla="*/ 2930213 h 5531840"/>
              <a:gd name="connsiteX49" fmla="*/ 0 w 5539920"/>
              <a:gd name="connsiteY49" fmla="*/ 2635634 h 5531840"/>
              <a:gd name="connsiteX50" fmla="*/ 284039 w 5539920"/>
              <a:gd name="connsiteY50" fmla="*/ 2337333 h 5531840"/>
              <a:gd name="connsiteX0" fmla="*/ 284039 w 5539920"/>
              <a:gd name="connsiteY0" fmla="*/ 2337333 h 5531840"/>
              <a:gd name="connsiteX1" fmla="*/ 529043 w 5539920"/>
              <a:gd name="connsiteY1" fmla="*/ 1812009 h 5531840"/>
              <a:gd name="connsiteX2" fmla="*/ 308106 w 5539920"/>
              <a:gd name="connsiteY2" fmla="*/ 1586565 h 5531840"/>
              <a:gd name="connsiteX3" fmla="*/ 353195 w 5539920"/>
              <a:gd name="connsiteY3" fmla="*/ 1410718 h 5531840"/>
              <a:gd name="connsiteX4" fmla="*/ 619220 w 5539920"/>
              <a:gd name="connsiteY4" fmla="*/ 1343085 h 5531840"/>
              <a:gd name="connsiteX5" fmla="*/ 565113 w 5539920"/>
              <a:gd name="connsiteY5" fmla="*/ 1095096 h 5531840"/>
              <a:gd name="connsiteX6" fmla="*/ 718327 w 5539920"/>
              <a:gd name="connsiteY6" fmla="*/ 969193 h 5531840"/>
              <a:gd name="connsiteX7" fmla="*/ 894504 w 5539920"/>
              <a:gd name="connsiteY7" fmla="*/ 745050 h 5531840"/>
              <a:gd name="connsiteX8" fmla="*/ 1065240 w 5539920"/>
              <a:gd name="connsiteY8" fmla="*/ 627193 h 5531840"/>
              <a:gd name="connsiteX9" fmla="*/ 1154504 w 5539920"/>
              <a:gd name="connsiteY9" fmla="*/ 471772 h 5531840"/>
              <a:gd name="connsiteX10" fmla="*/ 1331625 w 5539920"/>
              <a:gd name="connsiteY10" fmla="*/ 448070 h 5531840"/>
              <a:gd name="connsiteX11" fmla="*/ 1438711 w 5539920"/>
              <a:gd name="connsiteY11" fmla="*/ 355075 h 5531840"/>
              <a:gd name="connsiteX12" fmla="*/ 1588449 w 5539920"/>
              <a:gd name="connsiteY12" fmla="*/ 379714 h 5531840"/>
              <a:gd name="connsiteX13" fmla="*/ 1941616 w 5539920"/>
              <a:gd name="connsiteY13" fmla="*/ 328478 h 5531840"/>
              <a:gd name="connsiteX14" fmla="*/ 1987143 w 5539920"/>
              <a:gd name="connsiteY14" fmla="*/ 114782 h 5531840"/>
              <a:gd name="connsiteX15" fmla="*/ 2098136 w 5539920"/>
              <a:gd name="connsiteY15" fmla="*/ 92996 h 5531840"/>
              <a:gd name="connsiteX16" fmla="*/ 2387106 w 5539920"/>
              <a:gd name="connsiteY16" fmla="*/ 23414 h 5531840"/>
              <a:gd name="connsiteX17" fmla="*/ 2534934 w 5539920"/>
              <a:gd name="connsiteY17" fmla="*/ 42271 h 5531840"/>
              <a:gd name="connsiteX18" fmla="*/ 2670201 w 5539920"/>
              <a:gd name="connsiteY18" fmla="*/ 0 h 5531840"/>
              <a:gd name="connsiteX19" fmla="*/ 2808286 w 5539920"/>
              <a:gd name="connsiteY19" fmla="*/ 64815 h 5531840"/>
              <a:gd name="connsiteX20" fmla="*/ 3005811 w 5539920"/>
              <a:gd name="connsiteY20" fmla="*/ 93263 h 5531840"/>
              <a:gd name="connsiteX21" fmla="*/ 3168997 w 5539920"/>
              <a:gd name="connsiteY21" fmla="*/ 25362 h 5531840"/>
              <a:gd name="connsiteX22" fmla="*/ 3307824 w 5539920"/>
              <a:gd name="connsiteY22" fmla="*/ 102206 h 5531840"/>
              <a:gd name="connsiteX23" fmla="*/ 3497966 w 5539920"/>
              <a:gd name="connsiteY23" fmla="*/ 115699 h 5531840"/>
              <a:gd name="connsiteX24" fmla="*/ 3614522 w 5539920"/>
              <a:gd name="connsiteY24" fmla="*/ 321082 h 5531840"/>
              <a:gd name="connsiteX25" fmla="*/ 3974306 w 5539920"/>
              <a:gd name="connsiteY25" fmla="*/ 684066 h 5531840"/>
              <a:gd name="connsiteX26" fmla="*/ 4304473 w 5539920"/>
              <a:gd name="connsiteY26" fmla="*/ 494261 h 5531840"/>
              <a:gd name="connsiteX27" fmla="*/ 4487846 w 5539920"/>
              <a:gd name="connsiteY27" fmla="*/ 631244 h 5531840"/>
              <a:gd name="connsiteX28" fmla="*/ 4482211 w 5539920"/>
              <a:gd name="connsiteY28" fmla="*/ 955320 h 5531840"/>
              <a:gd name="connsiteX29" fmla="*/ 4871101 w 5539920"/>
              <a:gd name="connsiteY29" fmla="*/ 1045498 h 5531840"/>
              <a:gd name="connsiteX30" fmla="*/ 5009186 w 5539920"/>
              <a:gd name="connsiteY30" fmla="*/ 1324486 h 5531840"/>
              <a:gd name="connsiteX31" fmla="*/ 5243084 w 5539920"/>
              <a:gd name="connsiteY31" fmla="*/ 1564020 h 5531840"/>
              <a:gd name="connsiteX32" fmla="*/ 5220538 w 5539920"/>
              <a:gd name="connsiteY32" fmla="*/ 1951033 h 5531840"/>
              <a:gd name="connsiteX33" fmla="*/ 5288173 w 5539920"/>
              <a:gd name="connsiteY33" fmla="*/ 2510887 h 5531840"/>
              <a:gd name="connsiteX34" fmla="*/ 5539920 w 5539920"/>
              <a:gd name="connsiteY34" fmla="*/ 2935475 h 5531840"/>
              <a:gd name="connsiteX35" fmla="*/ 5291929 w 5539920"/>
              <a:gd name="connsiteY35" fmla="*/ 3356303 h 5531840"/>
              <a:gd name="connsiteX36" fmla="*/ 5186721 w 5539920"/>
              <a:gd name="connsiteY36" fmla="*/ 3908642 h 5531840"/>
              <a:gd name="connsiteX37" fmla="*/ 4488378 w 5539920"/>
              <a:gd name="connsiteY37" fmla="*/ 4163389 h 5531840"/>
              <a:gd name="connsiteX38" fmla="*/ 3304264 w 5539920"/>
              <a:gd name="connsiteY38" fmla="*/ 4528613 h 5531840"/>
              <a:gd name="connsiteX39" fmla="*/ 3157725 w 5539920"/>
              <a:gd name="connsiteY39" fmla="*/ 5414609 h 5531840"/>
              <a:gd name="connsiteX40" fmla="*/ 2605386 w 5539920"/>
              <a:gd name="connsiteY40" fmla="*/ 5531840 h 5531840"/>
              <a:gd name="connsiteX41" fmla="*/ 2147972 w 5539920"/>
              <a:gd name="connsiteY41" fmla="*/ 4926462 h 5531840"/>
              <a:gd name="connsiteX42" fmla="*/ 1435805 w 5539920"/>
              <a:gd name="connsiteY42" fmla="*/ 5141227 h 5531840"/>
              <a:gd name="connsiteX43" fmla="*/ 1042820 w 5539920"/>
              <a:gd name="connsiteY43" fmla="*/ 4748242 h 5531840"/>
              <a:gd name="connsiteX44" fmla="*/ 615661 w 5539920"/>
              <a:gd name="connsiteY44" fmla="*/ 4543207 h 5531840"/>
              <a:gd name="connsiteX45" fmla="*/ 512511 w 5539920"/>
              <a:gd name="connsiteY45" fmla="*/ 4058937 h 5531840"/>
              <a:gd name="connsiteX46" fmla="*/ 270535 w 5539920"/>
              <a:gd name="connsiteY46" fmla="*/ 3550937 h 5531840"/>
              <a:gd name="connsiteX47" fmla="*/ 13527 w 5539920"/>
              <a:gd name="connsiteY47" fmla="*/ 3277397 h 5531840"/>
              <a:gd name="connsiteX48" fmla="*/ 69136 w 5539920"/>
              <a:gd name="connsiteY48" fmla="*/ 2930213 h 5531840"/>
              <a:gd name="connsiteX49" fmla="*/ 0 w 5539920"/>
              <a:gd name="connsiteY49" fmla="*/ 2635634 h 5531840"/>
              <a:gd name="connsiteX50" fmla="*/ 284039 w 5539920"/>
              <a:gd name="connsiteY50" fmla="*/ 2337333 h 5531840"/>
              <a:gd name="connsiteX0" fmla="*/ 266003 w 5539920"/>
              <a:gd name="connsiteY0" fmla="*/ 2341842 h 5531840"/>
              <a:gd name="connsiteX1" fmla="*/ 529043 w 5539920"/>
              <a:gd name="connsiteY1" fmla="*/ 1812009 h 5531840"/>
              <a:gd name="connsiteX2" fmla="*/ 308106 w 5539920"/>
              <a:gd name="connsiteY2" fmla="*/ 1586565 h 5531840"/>
              <a:gd name="connsiteX3" fmla="*/ 353195 w 5539920"/>
              <a:gd name="connsiteY3" fmla="*/ 1410718 h 5531840"/>
              <a:gd name="connsiteX4" fmla="*/ 619220 w 5539920"/>
              <a:gd name="connsiteY4" fmla="*/ 1343085 h 5531840"/>
              <a:gd name="connsiteX5" fmla="*/ 565113 w 5539920"/>
              <a:gd name="connsiteY5" fmla="*/ 1095096 h 5531840"/>
              <a:gd name="connsiteX6" fmla="*/ 718327 w 5539920"/>
              <a:gd name="connsiteY6" fmla="*/ 969193 h 5531840"/>
              <a:gd name="connsiteX7" fmla="*/ 894504 w 5539920"/>
              <a:gd name="connsiteY7" fmla="*/ 745050 h 5531840"/>
              <a:gd name="connsiteX8" fmla="*/ 1065240 w 5539920"/>
              <a:gd name="connsiteY8" fmla="*/ 627193 h 5531840"/>
              <a:gd name="connsiteX9" fmla="*/ 1154504 w 5539920"/>
              <a:gd name="connsiteY9" fmla="*/ 471772 h 5531840"/>
              <a:gd name="connsiteX10" fmla="*/ 1331625 w 5539920"/>
              <a:gd name="connsiteY10" fmla="*/ 448070 h 5531840"/>
              <a:gd name="connsiteX11" fmla="*/ 1438711 w 5539920"/>
              <a:gd name="connsiteY11" fmla="*/ 355075 h 5531840"/>
              <a:gd name="connsiteX12" fmla="*/ 1588449 w 5539920"/>
              <a:gd name="connsiteY12" fmla="*/ 379714 h 5531840"/>
              <a:gd name="connsiteX13" fmla="*/ 1941616 w 5539920"/>
              <a:gd name="connsiteY13" fmla="*/ 328478 h 5531840"/>
              <a:gd name="connsiteX14" fmla="*/ 1987143 w 5539920"/>
              <a:gd name="connsiteY14" fmla="*/ 114782 h 5531840"/>
              <a:gd name="connsiteX15" fmla="*/ 2098136 w 5539920"/>
              <a:gd name="connsiteY15" fmla="*/ 92996 h 5531840"/>
              <a:gd name="connsiteX16" fmla="*/ 2387106 w 5539920"/>
              <a:gd name="connsiteY16" fmla="*/ 23414 h 5531840"/>
              <a:gd name="connsiteX17" fmla="*/ 2534934 w 5539920"/>
              <a:gd name="connsiteY17" fmla="*/ 42271 h 5531840"/>
              <a:gd name="connsiteX18" fmla="*/ 2670201 w 5539920"/>
              <a:gd name="connsiteY18" fmla="*/ 0 h 5531840"/>
              <a:gd name="connsiteX19" fmla="*/ 2808286 w 5539920"/>
              <a:gd name="connsiteY19" fmla="*/ 64815 h 5531840"/>
              <a:gd name="connsiteX20" fmla="*/ 3005811 w 5539920"/>
              <a:gd name="connsiteY20" fmla="*/ 93263 h 5531840"/>
              <a:gd name="connsiteX21" fmla="*/ 3168997 w 5539920"/>
              <a:gd name="connsiteY21" fmla="*/ 25362 h 5531840"/>
              <a:gd name="connsiteX22" fmla="*/ 3307824 w 5539920"/>
              <a:gd name="connsiteY22" fmla="*/ 102206 h 5531840"/>
              <a:gd name="connsiteX23" fmla="*/ 3497966 w 5539920"/>
              <a:gd name="connsiteY23" fmla="*/ 115699 h 5531840"/>
              <a:gd name="connsiteX24" fmla="*/ 3614522 w 5539920"/>
              <a:gd name="connsiteY24" fmla="*/ 321082 h 5531840"/>
              <a:gd name="connsiteX25" fmla="*/ 3974306 w 5539920"/>
              <a:gd name="connsiteY25" fmla="*/ 684066 h 5531840"/>
              <a:gd name="connsiteX26" fmla="*/ 4304473 w 5539920"/>
              <a:gd name="connsiteY26" fmla="*/ 494261 h 5531840"/>
              <a:gd name="connsiteX27" fmla="*/ 4487846 w 5539920"/>
              <a:gd name="connsiteY27" fmla="*/ 631244 h 5531840"/>
              <a:gd name="connsiteX28" fmla="*/ 4482211 w 5539920"/>
              <a:gd name="connsiteY28" fmla="*/ 955320 h 5531840"/>
              <a:gd name="connsiteX29" fmla="*/ 4871101 w 5539920"/>
              <a:gd name="connsiteY29" fmla="*/ 1045498 h 5531840"/>
              <a:gd name="connsiteX30" fmla="*/ 5009186 w 5539920"/>
              <a:gd name="connsiteY30" fmla="*/ 1324486 h 5531840"/>
              <a:gd name="connsiteX31" fmla="*/ 5243084 w 5539920"/>
              <a:gd name="connsiteY31" fmla="*/ 1564020 h 5531840"/>
              <a:gd name="connsiteX32" fmla="*/ 5220538 w 5539920"/>
              <a:gd name="connsiteY32" fmla="*/ 1951033 h 5531840"/>
              <a:gd name="connsiteX33" fmla="*/ 5288173 w 5539920"/>
              <a:gd name="connsiteY33" fmla="*/ 2510887 h 5531840"/>
              <a:gd name="connsiteX34" fmla="*/ 5539920 w 5539920"/>
              <a:gd name="connsiteY34" fmla="*/ 2935475 h 5531840"/>
              <a:gd name="connsiteX35" fmla="*/ 5291929 w 5539920"/>
              <a:gd name="connsiteY35" fmla="*/ 3356303 h 5531840"/>
              <a:gd name="connsiteX36" fmla="*/ 5186721 w 5539920"/>
              <a:gd name="connsiteY36" fmla="*/ 3908642 h 5531840"/>
              <a:gd name="connsiteX37" fmla="*/ 4488378 w 5539920"/>
              <a:gd name="connsiteY37" fmla="*/ 4163389 h 5531840"/>
              <a:gd name="connsiteX38" fmla="*/ 3304264 w 5539920"/>
              <a:gd name="connsiteY38" fmla="*/ 4528613 h 5531840"/>
              <a:gd name="connsiteX39" fmla="*/ 3157725 w 5539920"/>
              <a:gd name="connsiteY39" fmla="*/ 5414609 h 5531840"/>
              <a:gd name="connsiteX40" fmla="*/ 2605386 w 5539920"/>
              <a:gd name="connsiteY40" fmla="*/ 5531840 h 5531840"/>
              <a:gd name="connsiteX41" fmla="*/ 2147972 w 5539920"/>
              <a:gd name="connsiteY41" fmla="*/ 4926462 h 5531840"/>
              <a:gd name="connsiteX42" fmla="*/ 1435805 w 5539920"/>
              <a:gd name="connsiteY42" fmla="*/ 5141227 h 5531840"/>
              <a:gd name="connsiteX43" fmla="*/ 1042820 w 5539920"/>
              <a:gd name="connsiteY43" fmla="*/ 4748242 h 5531840"/>
              <a:gd name="connsiteX44" fmla="*/ 615661 w 5539920"/>
              <a:gd name="connsiteY44" fmla="*/ 4543207 h 5531840"/>
              <a:gd name="connsiteX45" fmla="*/ 512511 w 5539920"/>
              <a:gd name="connsiteY45" fmla="*/ 4058937 h 5531840"/>
              <a:gd name="connsiteX46" fmla="*/ 270535 w 5539920"/>
              <a:gd name="connsiteY46" fmla="*/ 3550937 h 5531840"/>
              <a:gd name="connsiteX47" fmla="*/ 13527 w 5539920"/>
              <a:gd name="connsiteY47" fmla="*/ 3277397 h 5531840"/>
              <a:gd name="connsiteX48" fmla="*/ 69136 w 5539920"/>
              <a:gd name="connsiteY48" fmla="*/ 2930213 h 5531840"/>
              <a:gd name="connsiteX49" fmla="*/ 0 w 5539920"/>
              <a:gd name="connsiteY49" fmla="*/ 2635634 h 5531840"/>
              <a:gd name="connsiteX50" fmla="*/ 266003 w 5539920"/>
              <a:gd name="connsiteY50" fmla="*/ 2341842 h 5531840"/>
              <a:gd name="connsiteX0" fmla="*/ 266003 w 5539920"/>
              <a:gd name="connsiteY0" fmla="*/ 2341842 h 5531840"/>
              <a:gd name="connsiteX1" fmla="*/ 529043 w 5539920"/>
              <a:gd name="connsiteY1" fmla="*/ 1812009 h 5531840"/>
              <a:gd name="connsiteX2" fmla="*/ 308106 w 5539920"/>
              <a:gd name="connsiteY2" fmla="*/ 1586565 h 5531840"/>
              <a:gd name="connsiteX3" fmla="*/ 353195 w 5539920"/>
              <a:gd name="connsiteY3" fmla="*/ 1410718 h 5531840"/>
              <a:gd name="connsiteX4" fmla="*/ 619220 w 5539920"/>
              <a:gd name="connsiteY4" fmla="*/ 1343085 h 5531840"/>
              <a:gd name="connsiteX5" fmla="*/ 565113 w 5539920"/>
              <a:gd name="connsiteY5" fmla="*/ 1095096 h 5531840"/>
              <a:gd name="connsiteX6" fmla="*/ 718327 w 5539920"/>
              <a:gd name="connsiteY6" fmla="*/ 969193 h 5531840"/>
              <a:gd name="connsiteX7" fmla="*/ 894504 w 5539920"/>
              <a:gd name="connsiteY7" fmla="*/ 745050 h 5531840"/>
              <a:gd name="connsiteX8" fmla="*/ 1065240 w 5539920"/>
              <a:gd name="connsiteY8" fmla="*/ 627193 h 5531840"/>
              <a:gd name="connsiteX9" fmla="*/ 1154504 w 5539920"/>
              <a:gd name="connsiteY9" fmla="*/ 471772 h 5531840"/>
              <a:gd name="connsiteX10" fmla="*/ 1331625 w 5539920"/>
              <a:gd name="connsiteY10" fmla="*/ 448070 h 5531840"/>
              <a:gd name="connsiteX11" fmla="*/ 1438711 w 5539920"/>
              <a:gd name="connsiteY11" fmla="*/ 355075 h 5531840"/>
              <a:gd name="connsiteX12" fmla="*/ 1588449 w 5539920"/>
              <a:gd name="connsiteY12" fmla="*/ 379714 h 5531840"/>
              <a:gd name="connsiteX13" fmla="*/ 1941616 w 5539920"/>
              <a:gd name="connsiteY13" fmla="*/ 328478 h 5531840"/>
              <a:gd name="connsiteX14" fmla="*/ 1987143 w 5539920"/>
              <a:gd name="connsiteY14" fmla="*/ 114782 h 5531840"/>
              <a:gd name="connsiteX15" fmla="*/ 2098136 w 5539920"/>
              <a:gd name="connsiteY15" fmla="*/ 92996 h 5531840"/>
              <a:gd name="connsiteX16" fmla="*/ 2387106 w 5539920"/>
              <a:gd name="connsiteY16" fmla="*/ 23414 h 5531840"/>
              <a:gd name="connsiteX17" fmla="*/ 2534934 w 5539920"/>
              <a:gd name="connsiteY17" fmla="*/ 42271 h 5531840"/>
              <a:gd name="connsiteX18" fmla="*/ 2670201 w 5539920"/>
              <a:gd name="connsiteY18" fmla="*/ 0 h 5531840"/>
              <a:gd name="connsiteX19" fmla="*/ 2808286 w 5539920"/>
              <a:gd name="connsiteY19" fmla="*/ 64815 h 5531840"/>
              <a:gd name="connsiteX20" fmla="*/ 3005811 w 5539920"/>
              <a:gd name="connsiteY20" fmla="*/ 93263 h 5531840"/>
              <a:gd name="connsiteX21" fmla="*/ 3168997 w 5539920"/>
              <a:gd name="connsiteY21" fmla="*/ 25362 h 5531840"/>
              <a:gd name="connsiteX22" fmla="*/ 3307824 w 5539920"/>
              <a:gd name="connsiteY22" fmla="*/ 102206 h 5531840"/>
              <a:gd name="connsiteX23" fmla="*/ 3497966 w 5539920"/>
              <a:gd name="connsiteY23" fmla="*/ 115699 h 5531840"/>
              <a:gd name="connsiteX24" fmla="*/ 3614522 w 5539920"/>
              <a:gd name="connsiteY24" fmla="*/ 321082 h 5531840"/>
              <a:gd name="connsiteX25" fmla="*/ 3974306 w 5539920"/>
              <a:gd name="connsiteY25" fmla="*/ 684066 h 5531840"/>
              <a:gd name="connsiteX26" fmla="*/ 4304473 w 5539920"/>
              <a:gd name="connsiteY26" fmla="*/ 494261 h 5531840"/>
              <a:gd name="connsiteX27" fmla="*/ 4487846 w 5539920"/>
              <a:gd name="connsiteY27" fmla="*/ 631244 h 5531840"/>
              <a:gd name="connsiteX28" fmla="*/ 4482211 w 5539920"/>
              <a:gd name="connsiteY28" fmla="*/ 955320 h 5531840"/>
              <a:gd name="connsiteX29" fmla="*/ 4871101 w 5539920"/>
              <a:gd name="connsiteY29" fmla="*/ 1045498 h 5531840"/>
              <a:gd name="connsiteX30" fmla="*/ 5009186 w 5539920"/>
              <a:gd name="connsiteY30" fmla="*/ 1324486 h 5531840"/>
              <a:gd name="connsiteX31" fmla="*/ 5243084 w 5539920"/>
              <a:gd name="connsiteY31" fmla="*/ 1564020 h 5531840"/>
              <a:gd name="connsiteX32" fmla="*/ 5220538 w 5539920"/>
              <a:gd name="connsiteY32" fmla="*/ 1951033 h 5531840"/>
              <a:gd name="connsiteX33" fmla="*/ 5288173 w 5539920"/>
              <a:gd name="connsiteY33" fmla="*/ 2510887 h 5531840"/>
              <a:gd name="connsiteX34" fmla="*/ 5539920 w 5539920"/>
              <a:gd name="connsiteY34" fmla="*/ 2935475 h 5531840"/>
              <a:gd name="connsiteX35" fmla="*/ 5291929 w 5539920"/>
              <a:gd name="connsiteY35" fmla="*/ 3356303 h 5531840"/>
              <a:gd name="connsiteX36" fmla="*/ 5186721 w 5539920"/>
              <a:gd name="connsiteY36" fmla="*/ 3908642 h 5531840"/>
              <a:gd name="connsiteX37" fmla="*/ 4488378 w 5539920"/>
              <a:gd name="connsiteY37" fmla="*/ 4163389 h 5531840"/>
              <a:gd name="connsiteX38" fmla="*/ 3304264 w 5539920"/>
              <a:gd name="connsiteY38" fmla="*/ 4528613 h 5531840"/>
              <a:gd name="connsiteX39" fmla="*/ 3157725 w 5539920"/>
              <a:gd name="connsiteY39" fmla="*/ 5414609 h 5531840"/>
              <a:gd name="connsiteX40" fmla="*/ 2605386 w 5539920"/>
              <a:gd name="connsiteY40" fmla="*/ 5531840 h 5531840"/>
              <a:gd name="connsiteX41" fmla="*/ 2147972 w 5539920"/>
              <a:gd name="connsiteY41" fmla="*/ 4926462 h 5531840"/>
              <a:gd name="connsiteX42" fmla="*/ 1435805 w 5539920"/>
              <a:gd name="connsiteY42" fmla="*/ 5141227 h 5531840"/>
              <a:gd name="connsiteX43" fmla="*/ 1042820 w 5539920"/>
              <a:gd name="connsiteY43" fmla="*/ 4748242 h 5531840"/>
              <a:gd name="connsiteX44" fmla="*/ 615661 w 5539920"/>
              <a:gd name="connsiteY44" fmla="*/ 4543207 h 5531840"/>
              <a:gd name="connsiteX45" fmla="*/ 512511 w 5539920"/>
              <a:gd name="connsiteY45" fmla="*/ 4058937 h 5531840"/>
              <a:gd name="connsiteX46" fmla="*/ 270535 w 5539920"/>
              <a:gd name="connsiteY46" fmla="*/ 3550937 h 5531840"/>
              <a:gd name="connsiteX47" fmla="*/ 13527 w 5539920"/>
              <a:gd name="connsiteY47" fmla="*/ 3277397 h 5531840"/>
              <a:gd name="connsiteX48" fmla="*/ 69136 w 5539920"/>
              <a:gd name="connsiteY48" fmla="*/ 2930213 h 5531840"/>
              <a:gd name="connsiteX49" fmla="*/ 0 w 5539920"/>
              <a:gd name="connsiteY49" fmla="*/ 2635634 h 5531840"/>
              <a:gd name="connsiteX50" fmla="*/ 266003 w 5539920"/>
              <a:gd name="connsiteY50" fmla="*/ 2341842 h 5531840"/>
              <a:gd name="connsiteX0" fmla="*/ 270512 w 5544429"/>
              <a:gd name="connsiteY0" fmla="*/ 2341842 h 5531840"/>
              <a:gd name="connsiteX1" fmla="*/ 533552 w 5544429"/>
              <a:gd name="connsiteY1" fmla="*/ 1812009 h 5531840"/>
              <a:gd name="connsiteX2" fmla="*/ 312615 w 5544429"/>
              <a:gd name="connsiteY2" fmla="*/ 1586565 h 5531840"/>
              <a:gd name="connsiteX3" fmla="*/ 357704 w 5544429"/>
              <a:gd name="connsiteY3" fmla="*/ 1410718 h 5531840"/>
              <a:gd name="connsiteX4" fmla="*/ 623729 w 5544429"/>
              <a:gd name="connsiteY4" fmla="*/ 1343085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17599 h 5531840"/>
              <a:gd name="connsiteX50" fmla="*/ 270512 w 5544429"/>
              <a:gd name="connsiteY50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312615 w 5544429"/>
              <a:gd name="connsiteY2" fmla="*/ 1586565 h 5531840"/>
              <a:gd name="connsiteX3" fmla="*/ 357704 w 5544429"/>
              <a:gd name="connsiteY3" fmla="*/ 1410718 h 5531840"/>
              <a:gd name="connsiteX4" fmla="*/ 623729 w 5544429"/>
              <a:gd name="connsiteY4" fmla="*/ 1343085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17599 h 5531840"/>
              <a:gd name="connsiteX50" fmla="*/ 270512 w 5544429"/>
              <a:gd name="connsiteY50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312615 w 5544429"/>
              <a:gd name="connsiteY2" fmla="*/ 1586565 h 5531840"/>
              <a:gd name="connsiteX3" fmla="*/ 357704 w 5544429"/>
              <a:gd name="connsiteY3" fmla="*/ 1410718 h 5531840"/>
              <a:gd name="connsiteX4" fmla="*/ 623729 w 5544429"/>
              <a:gd name="connsiteY4" fmla="*/ 1343085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17599 h 5531840"/>
              <a:gd name="connsiteX50" fmla="*/ 270512 w 5544429"/>
              <a:gd name="connsiteY50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312615 w 5544429"/>
              <a:gd name="connsiteY2" fmla="*/ 1586565 h 5531840"/>
              <a:gd name="connsiteX3" fmla="*/ 357704 w 5544429"/>
              <a:gd name="connsiteY3" fmla="*/ 1410718 h 5531840"/>
              <a:gd name="connsiteX4" fmla="*/ 623729 w 5544429"/>
              <a:gd name="connsiteY4" fmla="*/ 1343085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17599 h 5531840"/>
              <a:gd name="connsiteX50" fmla="*/ 270512 w 5544429"/>
              <a:gd name="connsiteY50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317124 w 5544429"/>
              <a:gd name="connsiteY2" fmla="*/ 1591074 h 5531840"/>
              <a:gd name="connsiteX3" fmla="*/ 357704 w 5544429"/>
              <a:gd name="connsiteY3" fmla="*/ 1410718 h 5531840"/>
              <a:gd name="connsiteX4" fmla="*/ 623729 w 5544429"/>
              <a:gd name="connsiteY4" fmla="*/ 1343085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17599 h 5531840"/>
              <a:gd name="connsiteX50" fmla="*/ 270512 w 5544429"/>
              <a:gd name="connsiteY50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23729 w 5544429"/>
              <a:gd name="connsiteY4" fmla="*/ 1343085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17599 h 5531840"/>
              <a:gd name="connsiteX50" fmla="*/ 270512 w 5544429"/>
              <a:gd name="connsiteY50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23729 w 5544429"/>
              <a:gd name="connsiteY4" fmla="*/ 1343085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17599 h 5531840"/>
              <a:gd name="connsiteX50" fmla="*/ 270512 w 5544429"/>
              <a:gd name="connsiteY50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23729 w 5544429"/>
              <a:gd name="connsiteY4" fmla="*/ 1343085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17599 h 5531840"/>
              <a:gd name="connsiteX50" fmla="*/ 270512 w 5544429"/>
              <a:gd name="connsiteY50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23729 w 5544429"/>
              <a:gd name="connsiteY4" fmla="*/ 1343085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17599 h 5531840"/>
              <a:gd name="connsiteX50" fmla="*/ 270512 w 5544429"/>
              <a:gd name="connsiteY50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23729 w 5544429"/>
              <a:gd name="connsiteY4" fmla="*/ 1343085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17599 h 5531840"/>
              <a:gd name="connsiteX50" fmla="*/ 270512 w 5544429"/>
              <a:gd name="connsiteY50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23729 w 5544429"/>
              <a:gd name="connsiteY4" fmla="*/ 1343085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17599 h 5531840"/>
              <a:gd name="connsiteX50" fmla="*/ 270512 w 5544429"/>
              <a:gd name="connsiteY50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899013 w 5544429"/>
              <a:gd name="connsiteY7" fmla="*/ 745050 h 5531840"/>
              <a:gd name="connsiteX8" fmla="*/ 1069749 w 5544429"/>
              <a:gd name="connsiteY8" fmla="*/ 627193 h 5531840"/>
              <a:gd name="connsiteX9" fmla="*/ 1159013 w 5544429"/>
              <a:gd name="connsiteY9" fmla="*/ 471772 h 5531840"/>
              <a:gd name="connsiteX10" fmla="*/ 1336134 w 5544429"/>
              <a:gd name="connsiteY10" fmla="*/ 448070 h 5531840"/>
              <a:gd name="connsiteX11" fmla="*/ 1443220 w 5544429"/>
              <a:gd name="connsiteY11" fmla="*/ 355075 h 5531840"/>
              <a:gd name="connsiteX12" fmla="*/ 1592958 w 5544429"/>
              <a:gd name="connsiteY12" fmla="*/ 379714 h 5531840"/>
              <a:gd name="connsiteX13" fmla="*/ 1946125 w 5544429"/>
              <a:gd name="connsiteY13" fmla="*/ 328478 h 5531840"/>
              <a:gd name="connsiteX14" fmla="*/ 1991652 w 5544429"/>
              <a:gd name="connsiteY14" fmla="*/ 114782 h 5531840"/>
              <a:gd name="connsiteX15" fmla="*/ 2102645 w 5544429"/>
              <a:gd name="connsiteY15" fmla="*/ 92996 h 5531840"/>
              <a:gd name="connsiteX16" fmla="*/ 2391615 w 5544429"/>
              <a:gd name="connsiteY16" fmla="*/ 23414 h 5531840"/>
              <a:gd name="connsiteX17" fmla="*/ 2539443 w 5544429"/>
              <a:gd name="connsiteY17" fmla="*/ 42271 h 5531840"/>
              <a:gd name="connsiteX18" fmla="*/ 2674710 w 5544429"/>
              <a:gd name="connsiteY18" fmla="*/ 0 h 5531840"/>
              <a:gd name="connsiteX19" fmla="*/ 2812795 w 5544429"/>
              <a:gd name="connsiteY19" fmla="*/ 64815 h 5531840"/>
              <a:gd name="connsiteX20" fmla="*/ 3010320 w 5544429"/>
              <a:gd name="connsiteY20" fmla="*/ 93263 h 5531840"/>
              <a:gd name="connsiteX21" fmla="*/ 3173506 w 5544429"/>
              <a:gd name="connsiteY21" fmla="*/ 25362 h 5531840"/>
              <a:gd name="connsiteX22" fmla="*/ 3312333 w 5544429"/>
              <a:gd name="connsiteY22" fmla="*/ 102206 h 5531840"/>
              <a:gd name="connsiteX23" fmla="*/ 3502475 w 5544429"/>
              <a:gd name="connsiteY23" fmla="*/ 115699 h 5531840"/>
              <a:gd name="connsiteX24" fmla="*/ 3619031 w 5544429"/>
              <a:gd name="connsiteY24" fmla="*/ 321082 h 5531840"/>
              <a:gd name="connsiteX25" fmla="*/ 3978815 w 5544429"/>
              <a:gd name="connsiteY25" fmla="*/ 684066 h 5531840"/>
              <a:gd name="connsiteX26" fmla="*/ 4308982 w 5544429"/>
              <a:gd name="connsiteY26" fmla="*/ 494261 h 5531840"/>
              <a:gd name="connsiteX27" fmla="*/ 4492355 w 5544429"/>
              <a:gd name="connsiteY27" fmla="*/ 631244 h 5531840"/>
              <a:gd name="connsiteX28" fmla="*/ 4486720 w 5544429"/>
              <a:gd name="connsiteY28" fmla="*/ 955320 h 5531840"/>
              <a:gd name="connsiteX29" fmla="*/ 4875610 w 5544429"/>
              <a:gd name="connsiteY29" fmla="*/ 1045498 h 5531840"/>
              <a:gd name="connsiteX30" fmla="*/ 5013695 w 5544429"/>
              <a:gd name="connsiteY30" fmla="*/ 1324486 h 5531840"/>
              <a:gd name="connsiteX31" fmla="*/ 5247593 w 5544429"/>
              <a:gd name="connsiteY31" fmla="*/ 1564020 h 5531840"/>
              <a:gd name="connsiteX32" fmla="*/ 5225047 w 5544429"/>
              <a:gd name="connsiteY32" fmla="*/ 1951033 h 5531840"/>
              <a:gd name="connsiteX33" fmla="*/ 5292682 w 5544429"/>
              <a:gd name="connsiteY33" fmla="*/ 2510887 h 5531840"/>
              <a:gd name="connsiteX34" fmla="*/ 5544429 w 5544429"/>
              <a:gd name="connsiteY34" fmla="*/ 2935475 h 5531840"/>
              <a:gd name="connsiteX35" fmla="*/ 5296438 w 5544429"/>
              <a:gd name="connsiteY35" fmla="*/ 3356303 h 5531840"/>
              <a:gd name="connsiteX36" fmla="*/ 5191230 w 5544429"/>
              <a:gd name="connsiteY36" fmla="*/ 3908642 h 5531840"/>
              <a:gd name="connsiteX37" fmla="*/ 4492887 w 5544429"/>
              <a:gd name="connsiteY37" fmla="*/ 4163389 h 5531840"/>
              <a:gd name="connsiteX38" fmla="*/ 3308773 w 5544429"/>
              <a:gd name="connsiteY38" fmla="*/ 4528613 h 5531840"/>
              <a:gd name="connsiteX39" fmla="*/ 3162234 w 5544429"/>
              <a:gd name="connsiteY39" fmla="*/ 5414609 h 5531840"/>
              <a:gd name="connsiteX40" fmla="*/ 2609895 w 5544429"/>
              <a:gd name="connsiteY40" fmla="*/ 5531840 h 5531840"/>
              <a:gd name="connsiteX41" fmla="*/ 2152481 w 5544429"/>
              <a:gd name="connsiteY41" fmla="*/ 4926462 h 5531840"/>
              <a:gd name="connsiteX42" fmla="*/ 1440314 w 5544429"/>
              <a:gd name="connsiteY42" fmla="*/ 5141227 h 5531840"/>
              <a:gd name="connsiteX43" fmla="*/ 1047329 w 5544429"/>
              <a:gd name="connsiteY43" fmla="*/ 4748242 h 5531840"/>
              <a:gd name="connsiteX44" fmla="*/ 620170 w 5544429"/>
              <a:gd name="connsiteY44" fmla="*/ 4543207 h 5531840"/>
              <a:gd name="connsiteX45" fmla="*/ 517020 w 5544429"/>
              <a:gd name="connsiteY45" fmla="*/ 4058937 h 5531840"/>
              <a:gd name="connsiteX46" fmla="*/ 275044 w 5544429"/>
              <a:gd name="connsiteY46" fmla="*/ 3550937 h 5531840"/>
              <a:gd name="connsiteX47" fmla="*/ 18036 w 5544429"/>
              <a:gd name="connsiteY47" fmla="*/ 3277397 h 5531840"/>
              <a:gd name="connsiteX48" fmla="*/ 73645 w 5544429"/>
              <a:gd name="connsiteY48" fmla="*/ 2930213 h 5531840"/>
              <a:gd name="connsiteX49" fmla="*/ 0 w 5544429"/>
              <a:gd name="connsiteY49" fmla="*/ 2617599 h 5531840"/>
              <a:gd name="connsiteX50" fmla="*/ 270512 w 5544429"/>
              <a:gd name="connsiteY50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899013 w 5544429"/>
              <a:gd name="connsiteY8" fmla="*/ 745050 h 5531840"/>
              <a:gd name="connsiteX9" fmla="*/ 1069749 w 5544429"/>
              <a:gd name="connsiteY9" fmla="*/ 627193 h 5531840"/>
              <a:gd name="connsiteX10" fmla="*/ 1159013 w 5544429"/>
              <a:gd name="connsiteY10" fmla="*/ 471772 h 5531840"/>
              <a:gd name="connsiteX11" fmla="*/ 1336134 w 5544429"/>
              <a:gd name="connsiteY11" fmla="*/ 448070 h 5531840"/>
              <a:gd name="connsiteX12" fmla="*/ 1443220 w 5544429"/>
              <a:gd name="connsiteY12" fmla="*/ 355075 h 5531840"/>
              <a:gd name="connsiteX13" fmla="*/ 1592958 w 5544429"/>
              <a:gd name="connsiteY13" fmla="*/ 379714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899013 w 5544429"/>
              <a:gd name="connsiteY8" fmla="*/ 745050 h 5531840"/>
              <a:gd name="connsiteX9" fmla="*/ 1069749 w 5544429"/>
              <a:gd name="connsiteY9" fmla="*/ 627193 h 5531840"/>
              <a:gd name="connsiteX10" fmla="*/ 1159013 w 5544429"/>
              <a:gd name="connsiteY10" fmla="*/ 471772 h 5531840"/>
              <a:gd name="connsiteX11" fmla="*/ 1336134 w 5544429"/>
              <a:gd name="connsiteY11" fmla="*/ 448070 h 5531840"/>
              <a:gd name="connsiteX12" fmla="*/ 1443220 w 5544429"/>
              <a:gd name="connsiteY12" fmla="*/ 355075 h 5531840"/>
              <a:gd name="connsiteX13" fmla="*/ 1592958 w 5544429"/>
              <a:gd name="connsiteY13" fmla="*/ 379714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899013 w 5544429"/>
              <a:gd name="connsiteY8" fmla="*/ 745050 h 5531840"/>
              <a:gd name="connsiteX9" fmla="*/ 1069749 w 5544429"/>
              <a:gd name="connsiteY9" fmla="*/ 627193 h 5531840"/>
              <a:gd name="connsiteX10" fmla="*/ 1159013 w 5544429"/>
              <a:gd name="connsiteY10" fmla="*/ 471772 h 5531840"/>
              <a:gd name="connsiteX11" fmla="*/ 1336134 w 5544429"/>
              <a:gd name="connsiteY11" fmla="*/ 448070 h 5531840"/>
              <a:gd name="connsiteX12" fmla="*/ 1443220 w 5544429"/>
              <a:gd name="connsiteY12" fmla="*/ 355075 h 5531840"/>
              <a:gd name="connsiteX13" fmla="*/ 1592958 w 5544429"/>
              <a:gd name="connsiteY13" fmla="*/ 379714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899013 w 5544429"/>
              <a:gd name="connsiteY8" fmla="*/ 745050 h 5531840"/>
              <a:gd name="connsiteX9" fmla="*/ 1069749 w 5544429"/>
              <a:gd name="connsiteY9" fmla="*/ 627193 h 5531840"/>
              <a:gd name="connsiteX10" fmla="*/ 1159013 w 5544429"/>
              <a:gd name="connsiteY10" fmla="*/ 471772 h 5531840"/>
              <a:gd name="connsiteX11" fmla="*/ 1336134 w 5544429"/>
              <a:gd name="connsiteY11" fmla="*/ 448070 h 5531840"/>
              <a:gd name="connsiteX12" fmla="*/ 1443220 w 5544429"/>
              <a:gd name="connsiteY12" fmla="*/ 355075 h 5531840"/>
              <a:gd name="connsiteX13" fmla="*/ 1592958 w 5544429"/>
              <a:gd name="connsiteY13" fmla="*/ 379714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899013 w 5544429"/>
              <a:gd name="connsiteY8" fmla="*/ 745050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36134 w 5544429"/>
              <a:gd name="connsiteY11" fmla="*/ 448070 h 5531840"/>
              <a:gd name="connsiteX12" fmla="*/ 1443220 w 5544429"/>
              <a:gd name="connsiteY12" fmla="*/ 355075 h 5531840"/>
              <a:gd name="connsiteX13" fmla="*/ 1592958 w 5544429"/>
              <a:gd name="connsiteY13" fmla="*/ 379714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36134 w 5544429"/>
              <a:gd name="connsiteY11" fmla="*/ 448070 h 5531840"/>
              <a:gd name="connsiteX12" fmla="*/ 1443220 w 5544429"/>
              <a:gd name="connsiteY12" fmla="*/ 355075 h 5531840"/>
              <a:gd name="connsiteX13" fmla="*/ 1592958 w 5544429"/>
              <a:gd name="connsiteY13" fmla="*/ 379714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36134 w 5544429"/>
              <a:gd name="connsiteY11" fmla="*/ 448070 h 5531840"/>
              <a:gd name="connsiteX12" fmla="*/ 1443220 w 5544429"/>
              <a:gd name="connsiteY12" fmla="*/ 355075 h 5531840"/>
              <a:gd name="connsiteX13" fmla="*/ 1592958 w 5544429"/>
              <a:gd name="connsiteY13" fmla="*/ 379714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36134 w 5544429"/>
              <a:gd name="connsiteY11" fmla="*/ 448070 h 5531840"/>
              <a:gd name="connsiteX12" fmla="*/ 1443220 w 5544429"/>
              <a:gd name="connsiteY12" fmla="*/ 355075 h 5531840"/>
              <a:gd name="connsiteX13" fmla="*/ 1592958 w 5544429"/>
              <a:gd name="connsiteY13" fmla="*/ 379714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36134 w 5544429"/>
              <a:gd name="connsiteY11" fmla="*/ 448070 h 5531840"/>
              <a:gd name="connsiteX12" fmla="*/ 1443220 w 5544429"/>
              <a:gd name="connsiteY12" fmla="*/ 355075 h 5531840"/>
              <a:gd name="connsiteX13" fmla="*/ 1592958 w 5544429"/>
              <a:gd name="connsiteY13" fmla="*/ 379714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36134 w 5544429"/>
              <a:gd name="connsiteY11" fmla="*/ 448070 h 5531840"/>
              <a:gd name="connsiteX12" fmla="*/ 1443220 w 5544429"/>
              <a:gd name="connsiteY12" fmla="*/ 355075 h 5531840"/>
              <a:gd name="connsiteX13" fmla="*/ 1592958 w 5544429"/>
              <a:gd name="connsiteY13" fmla="*/ 379714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592958 w 5544429"/>
              <a:gd name="connsiteY13" fmla="*/ 379714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592958 w 5544429"/>
              <a:gd name="connsiteY13" fmla="*/ 379714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592958 w 5544429"/>
              <a:gd name="connsiteY13" fmla="*/ 379714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69622 w 5544429"/>
              <a:gd name="connsiteY5" fmla="*/ 109509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72440 w 5544429"/>
              <a:gd name="connsiteY5" fmla="*/ 108100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614711 w 5544429"/>
              <a:gd name="connsiteY4" fmla="*/ 1329558 h 5531840"/>
              <a:gd name="connsiteX5" fmla="*/ 572440 w 5544429"/>
              <a:gd name="connsiteY5" fmla="*/ 108100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578077 w 5544429"/>
              <a:gd name="connsiteY4" fmla="*/ 1332376 h 5531840"/>
              <a:gd name="connsiteX5" fmla="*/ 572440 w 5544429"/>
              <a:gd name="connsiteY5" fmla="*/ 108100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57704 w 5544429"/>
              <a:gd name="connsiteY3" fmla="*/ 1410718 h 5531840"/>
              <a:gd name="connsiteX4" fmla="*/ 578077 w 5544429"/>
              <a:gd name="connsiteY4" fmla="*/ 1332376 h 5531840"/>
              <a:gd name="connsiteX5" fmla="*/ 572440 w 5544429"/>
              <a:gd name="connsiteY5" fmla="*/ 108100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43614 w 5544429"/>
              <a:gd name="connsiteY3" fmla="*/ 1410718 h 5531840"/>
              <a:gd name="connsiteX4" fmla="*/ 578077 w 5544429"/>
              <a:gd name="connsiteY4" fmla="*/ 1332376 h 5531840"/>
              <a:gd name="connsiteX5" fmla="*/ 572440 w 5544429"/>
              <a:gd name="connsiteY5" fmla="*/ 108100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94579 w 5544429"/>
              <a:gd name="connsiteY2" fmla="*/ 1568530 h 5531840"/>
              <a:gd name="connsiteX3" fmla="*/ 343614 w 5544429"/>
              <a:gd name="connsiteY3" fmla="*/ 1410718 h 5531840"/>
              <a:gd name="connsiteX4" fmla="*/ 578077 w 5544429"/>
              <a:gd name="connsiteY4" fmla="*/ 1332376 h 5531840"/>
              <a:gd name="connsiteX5" fmla="*/ 572440 w 5544429"/>
              <a:gd name="connsiteY5" fmla="*/ 108100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77670 w 5544429"/>
              <a:gd name="connsiteY2" fmla="*/ 1579802 h 5531840"/>
              <a:gd name="connsiteX3" fmla="*/ 343614 w 5544429"/>
              <a:gd name="connsiteY3" fmla="*/ 1410718 h 5531840"/>
              <a:gd name="connsiteX4" fmla="*/ 578077 w 5544429"/>
              <a:gd name="connsiteY4" fmla="*/ 1332376 h 5531840"/>
              <a:gd name="connsiteX5" fmla="*/ 572440 w 5544429"/>
              <a:gd name="connsiteY5" fmla="*/ 108100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77670 w 5544429"/>
              <a:gd name="connsiteY2" fmla="*/ 1579802 h 5531840"/>
              <a:gd name="connsiteX3" fmla="*/ 343614 w 5544429"/>
              <a:gd name="connsiteY3" fmla="*/ 1410718 h 5531840"/>
              <a:gd name="connsiteX4" fmla="*/ 578077 w 5544429"/>
              <a:gd name="connsiteY4" fmla="*/ 1332376 h 5531840"/>
              <a:gd name="connsiteX5" fmla="*/ 572440 w 5544429"/>
              <a:gd name="connsiteY5" fmla="*/ 108100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  <a:gd name="connsiteX0" fmla="*/ 270512 w 5544429"/>
              <a:gd name="connsiteY0" fmla="*/ 2341842 h 5531840"/>
              <a:gd name="connsiteX1" fmla="*/ 520026 w 5544429"/>
              <a:gd name="connsiteY1" fmla="*/ 1816518 h 5531840"/>
              <a:gd name="connsiteX2" fmla="*/ 280488 w 5544429"/>
              <a:gd name="connsiteY2" fmla="*/ 1568530 h 5531840"/>
              <a:gd name="connsiteX3" fmla="*/ 343614 w 5544429"/>
              <a:gd name="connsiteY3" fmla="*/ 1410718 h 5531840"/>
              <a:gd name="connsiteX4" fmla="*/ 578077 w 5544429"/>
              <a:gd name="connsiteY4" fmla="*/ 1332376 h 5531840"/>
              <a:gd name="connsiteX5" fmla="*/ 572440 w 5544429"/>
              <a:gd name="connsiteY5" fmla="*/ 1081006 h 5531840"/>
              <a:gd name="connsiteX6" fmla="*/ 722836 w 5544429"/>
              <a:gd name="connsiteY6" fmla="*/ 969193 h 5531840"/>
              <a:gd name="connsiteX7" fmla="*/ 799574 w 5544429"/>
              <a:gd name="connsiteY7" fmla="*/ 811035 h 5531840"/>
              <a:gd name="connsiteX8" fmla="*/ 915921 w 5544429"/>
              <a:gd name="connsiteY8" fmla="*/ 739414 h 5531840"/>
              <a:gd name="connsiteX9" fmla="*/ 1100747 w 5544429"/>
              <a:gd name="connsiteY9" fmla="*/ 615921 h 5531840"/>
              <a:gd name="connsiteX10" fmla="*/ 1159013 w 5544429"/>
              <a:gd name="connsiteY10" fmla="*/ 471772 h 5531840"/>
              <a:gd name="connsiteX11" fmla="*/ 1324862 w 5544429"/>
              <a:gd name="connsiteY11" fmla="*/ 442434 h 5531840"/>
              <a:gd name="connsiteX12" fmla="*/ 1443220 w 5544429"/>
              <a:gd name="connsiteY12" fmla="*/ 355075 h 5531840"/>
              <a:gd name="connsiteX13" fmla="*/ 1618321 w 5544429"/>
              <a:gd name="connsiteY13" fmla="*/ 376896 h 5531840"/>
              <a:gd name="connsiteX14" fmla="*/ 1946125 w 5544429"/>
              <a:gd name="connsiteY14" fmla="*/ 328478 h 5531840"/>
              <a:gd name="connsiteX15" fmla="*/ 1991652 w 5544429"/>
              <a:gd name="connsiteY15" fmla="*/ 114782 h 5531840"/>
              <a:gd name="connsiteX16" fmla="*/ 2102645 w 5544429"/>
              <a:gd name="connsiteY16" fmla="*/ 92996 h 5531840"/>
              <a:gd name="connsiteX17" fmla="*/ 2391615 w 5544429"/>
              <a:gd name="connsiteY17" fmla="*/ 23414 h 5531840"/>
              <a:gd name="connsiteX18" fmla="*/ 2539443 w 5544429"/>
              <a:gd name="connsiteY18" fmla="*/ 42271 h 5531840"/>
              <a:gd name="connsiteX19" fmla="*/ 2674710 w 5544429"/>
              <a:gd name="connsiteY19" fmla="*/ 0 h 5531840"/>
              <a:gd name="connsiteX20" fmla="*/ 2812795 w 5544429"/>
              <a:gd name="connsiteY20" fmla="*/ 64815 h 5531840"/>
              <a:gd name="connsiteX21" fmla="*/ 3010320 w 5544429"/>
              <a:gd name="connsiteY21" fmla="*/ 93263 h 5531840"/>
              <a:gd name="connsiteX22" fmla="*/ 3173506 w 5544429"/>
              <a:gd name="connsiteY22" fmla="*/ 25362 h 5531840"/>
              <a:gd name="connsiteX23" fmla="*/ 3312333 w 5544429"/>
              <a:gd name="connsiteY23" fmla="*/ 102206 h 5531840"/>
              <a:gd name="connsiteX24" fmla="*/ 3502475 w 5544429"/>
              <a:gd name="connsiteY24" fmla="*/ 115699 h 5531840"/>
              <a:gd name="connsiteX25" fmla="*/ 3619031 w 5544429"/>
              <a:gd name="connsiteY25" fmla="*/ 321082 h 5531840"/>
              <a:gd name="connsiteX26" fmla="*/ 3978815 w 5544429"/>
              <a:gd name="connsiteY26" fmla="*/ 684066 h 5531840"/>
              <a:gd name="connsiteX27" fmla="*/ 4308982 w 5544429"/>
              <a:gd name="connsiteY27" fmla="*/ 494261 h 5531840"/>
              <a:gd name="connsiteX28" fmla="*/ 4492355 w 5544429"/>
              <a:gd name="connsiteY28" fmla="*/ 631244 h 5531840"/>
              <a:gd name="connsiteX29" fmla="*/ 4486720 w 5544429"/>
              <a:gd name="connsiteY29" fmla="*/ 955320 h 5531840"/>
              <a:gd name="connsiteX30" fmla="*/ 4875610 w 5544429"/>
              <a:gd name="connsiteY30" fmla="*/ 1045498 h 5531840"/>
              <a:gd name="connsiteX31" fmla="*/ 5013695 w 5544429"/>
              <a:gd name="connsiteY31" fmla="*/ 1324486 h 5531840"/>
              <a:gd name="connsiteX32" fmla="*/ 5247593 w 5544429"/>
              <a:gd name="connsiteY32" fmla="*/ 1564020 h 5531840"/>
              <a:gd name="connsiteX33" fmla="*/ 5225047 w 5544429"/>
              <a:gd name="connsiteY33" fmla="*/ 1951033 h 5531840"/>
              <a:gd name="connsiteX34" fmla="*/ 5292682 w 5544429"/>
              <a:gd name="connsiteY34" fmla="*/ 2510887 h 5531840"/>
              <a:gd name="connsiteX35" fmla="*/ 5544429 w 5544429"/>
              <a:gd name="connsiteY35" fmla="*/ 2935475 h 5531840"/>
              <a:gd name="connsiteX36" fmla="*/ 5296438 w 5544429"/>
              <a:gd name="connsiteY36" fmla="*/ 3356303 h 5531840"/>
              <a:gd name="connsiteX37" fmla="*/ 5191230 w 5544429"/>
              <a:gd name="connsiteY37" fmla="*/ 3908642 h 5531840"/>
              <a:gd name="connsiteX38" fmla="*/ 4492887 w 5544429"/>
              <a:gd name="connsiteY38" fmla="*/ 4163389 h 5531840"/>
              <a:gd name="connsiteX39" fmla="*/ 3308773 w 5544429"/>
              <a:gd name="connsiteY39" fmla="*/ 4528613 h 5531840"/>
              <a:gd name="connsiteX40" fmla="*/ 3162234 w 5544429"/>
              <a:gd name="connsiteY40" fmla="*/ 5414609 h 5531840"/>
              <a:gd name="connsiteX41" fmla="*/ 2609895 w 5544429"/>
              <a:gd name="connsiteY41" fmla="*/ 5531840 h 5531840"/>
              <a:gd name="connsiteX42" fmla="*/ 2152481 w 5544429"/>
              <a:gd name="connsiteY42" fmla="*/ 4926462 h 5531840"/>
              <a:gd name="connsiteX43" fmla="*/ 1440314 w 5544429"/>
              <a:gd name="connsiteY43" fmla="*/ 5141227 h 5531840"/>
              <a:gd name="connsiteX44" fmla="*/ 1047329 w 5544429"/>
              <a:gd name="connsiteY44" fmla="*/ 4748242 h 5531840"/>
              <a:gd name="connsiteX45" fmla="*/ 620170 w 5544429"/>
              <a:gd name="connsiteY45" fmla="*/ 4543207 h 5531840"/>
              <a:gd name="connsiteX46" fmla="*/ 517020 w 5544429"/>
              <a:gd name="connsiteY46" fmla="*/ 4058937 h 5531840"/>
              <a:gd name="connsiteX47" fmla="*/ 275044 w 5544429"/>
              <a:gd name="connsiteY47" fmla="*/ 3550937 h 5531840"/>
              <a:gd name="connsiteX48" fmla="*/ 18036 w 5544429"/>
              <a:gd name="connsiteY48" fmla="*/ 3277397 h 5531840"/>
              <a:gd name="connsiteX49" fmla="*/ 73645 w 5544429"/>
              <a:gd name="connsiteY49" fmla="*/ 2930213 h 5531840"/>
              <a:gd name="connsiteX50" fmla="*/ 0 w 5544429"/>
              <a:gd name="connsiteY50" fmla="*/ 2617599 h 5531840"/>
              <a:gd name="connsiteX51" fmla="*/ 270512 w 5544429"/>
              <a:gd name="connsiteY51" fmla="*/ 2341842 h 553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5544429" h="5531840">
                <a:moveTo>
                  <a:pt x="270512" y="2341842"/>
                </a:moveTo>
                <a:cubicBezTo>
                  <a:pt x="392039" y="2205951"/>
                  <a:pt x="529541" y="1994249"/>
                  <a:pt x="520026" y="1816518"/>
                </a:cubicBezTo>
                <a:cubicBezTo>
                  <a:pt x="420333" y="1697403"/>
                  <a:pt x="354134" y="1655702"/>
                  <a:pt x="280488" y="1568530"/>
                </a:cubicBezTo>
                <a:cubicBezTo>
                  <a:pt x="344927" y="1503340"/>
                  <a:pt x="356389" y="1496387"/>
                  <a:pt x="343614" y="1410718"/>
                </a:cubicBezTo>
                <a:cubicBezTo>
                  <a:pt x="470615" y="1394937"/>
                  <a:pt x="494663" y="1382724"/>
                  <a:pt x="578077" y="1332376"/>
                </a:cubicBezTo>
                <a:cubicBezTo>
                  <a:pt x="616403" y="1249338"/>
                  <a:pt x="610028" y="1158539"/>
                  <a:pt x="572440" y="1081006"/>
                </a:cubicBezTo>
                <a:cubicBezTo>
                  <a:pt x="650392" y="1042925"/>
                  <a:pt x="690523" y="1024052"/>
                  <a:pt x="722836" y="969193"/>
                </a:cubicBezTo>
                <a:cubicBezTo>
                  <a:pt x="755149" y="887281"/>
                  <a:pt x="770211" y="848392"/>
                  <a:pt x="799574" y="811035"/>
                </a:cubicBezTo>
                <a:cubicBezTo>
                  <a:pt x="892061" y="805240"/>
                  <a:pt x="873898" y="776066"/>
                  <a:pt x="915921" y="739414"/>
                </a:cubicBezTo>
                <a:cubicBezTo>
                  <a:pt x="1035663" y="732412"/>
                  <a:pt x="1081327" y="652893"/>
                  <a:pt x="1100747" y="615921"/>
                </a:cubicBezTo>
                <a:cubicBezTo>
                  <a:pt x="1194976" y="545295"/>
                  <a:pt x="1174073" y="535732"/>
                  <a:pt x="1159013" y="471772"/>
                </a:cubicBezTo>
                <a:cubicBezTo>
                  <a:pt x="1230651" y="480902"/>
                  <a:pt x="1280312" y="484428"/>
                  <a:pt x="1324862" y="442434"/>
                </a:cubicBezTo>
                <a:cubicBezTo>
                  <a:pt x="1391957" y="420167"/>
                  <a:pt x="1393841" y="360362"/>
                  <a:pt x="1443220" y="355075"/>
                </a:cubicBezTo>
                <a:cubicBezTo>
                  <a:pt x="1566269" y="401729"/>
                  <a:pt x="1535444" y="388373"/>
                  <a:pt x="1618321" y="376896"/>
                </a:cubicBezTo>
                <a:cubicBezTo>
                  <a:pt x="1712891" y="381387"/>
                  <a:pt x="1795560" y="430149"/>
                  <a:pt x="1946125" y="328478"/>
                </a:cubicBezTo>
                <a:cubicBezTo>
                  <a:pt x="1985433" y="191397"/>
                  <a:pt x="1988953" y="270004"/>
                  <a:pt x="1991652" y="114782"/>
                </a:cubicBezTo>
                <a:cubicBezTo>
                  <a:pt x="2030889" y="94322"/>
                  <a:pt x="2010622" y="164115"/>
                  <a:pt x="2102645" y="92996"/>
                </a:cubicBezTo>
                <a:cubicBezTo>
                  <a:pt x="2203122" y="143054"/>
                  <a:pt x="2232821" y="258677"/>
                  <a:pt x="2391615" y="23414"/>
                </a:cubicBezTo>
                <a:cubicBezTo>
                  <a:pt x="2478035" y="37504"/>
                  <a:pt x="2429750" y="97793"/>
                  <a:pt x="2539443" y="42271"/>
                </a:cubicBezTo>
                <a:cubicBezTo>
                  <a:pt x="2590383" y="51519"/>
                  <a:pt x="2584019" y="61483"/>
                  <a:pt x="2674710" y="0"/>
                </a:cubicBezTo>
                <a:cubicBezTo>
                  <a:pt x="2721678" y="64345"/>
                  <a:pt x="2756860" y="75103"/>
                  <a:pt x="2812795" y="64815"/>
                </a:cubicBezTo>
                <a:cubicBezTo>
                  <a:pt x="2868730" y="82707"/>
                  <a:pt x="2887141" y="103940"/>
                  <a:pt x="3010320" y="93263"/>
                </a:cubicBezTo>
                <a:cubicBezTo>
                  <a:pt x="3109422" y="91384"/>
                  <a:pt x="3110019" y="63794"/>
                  <a:pt x="3173506" y="25362"/>
                </a:cubicBezTo>
                <a:cubicBezTo>
                  <a:pt x="3225720" y="46110"/>
                  <a:pt x="3244354" y="82923"/>
                  <a:pt x="3312333" y="102206"/>
                </a:cubicBezTo>
                <a:cubicBezTo>
                  <a:pt x="3430787" y="122966"/>
                  <a:pt x="3405797" y="146602"/>
                  <a:pt x="3502475" y="115699"/>
                </a:cubicBezTo>
                <a:cubicBezTo>
                  <a:pt x="3547282" y="265771"/>
                  <a:pt x="3541050" y="242342"/>
                  <a:pt x="3619031" y="321082"/>
                </a:cubicBezTo>
                <a:cubicBezTo>
                  <a:pt x="3674064" y="524635"/>
                  <a:pt x="3866067" y="649542"/>
                  <a:pt x="3978815" y="684066"/>
                </a:cubicBezTo>
                <a:cubicBezTo>
                  <a:pt x="4148869" y="634037"/>
                  <a:pt x="4193519" y="585350"/>
                  <a:pt x="4308982" y="494261"/>
                </a:cubicBezTo>
                <a:cubicBezTo>
                  <a:pt x="4364043" y="570468"/>
                  <a:pt x="4357525" y="608413"/>
                  <a:pt x="4492355" y="631244"/>
                </a:cubicBezTo>
                <a:cubicBezTo>
                  <a:pt x="4452466" y="780887"/>
                  <a:pt x="4454850" y="799514"/>
                  <a:pt x="4486720" y="955320"/>
                </a:cubicBezTo>
                <a:cubicBezTo>
                  <a:pt x="4639834" y="1039861"/>
                  <a:pt x="4725314" y="1028590"/>
                  <a:pt x="4875610" y="1045498"/>
                </a:cubicBezTo>
                <a:cubicBezTo>
                  <a:pt x="4860580" y="1165735"/>
                  <a:pt x="4938547" y="1249338"/>
                  <a:pt x="5013695" y="1324486"/>
                </a:cubicBezTo>
                <a:cubicBezTo>
                  <a:pt x="5064421" y="1441905"/>
                  <a:pt x="5154597" y="1522688"/>
                  <a:pt x="5247593" y="1564020"/>
                </a:cubicBezTo>
                <a:cubicBezTo>
                  <a:pt x="5183873" y="1745471"/>
                  <a:pt x="5168686" y="1789465"/>
                  <a:pt x="5225047" y="1951033"/>
                </a:cubicBezTo>
                <a:cubicBezTo>
                  <a:pt x="5131112" y="2116359"/>
                  <a:pt x="5203130" y="2355580"/>
                  <a:pt x="5292682" y="2510887"/>
                </a:cubicBezTo>
                <a:cubicBezTo>
                  <a:pt x="5360315" y="2781420"/>
                  <a:pt x="5469281" y="2894144"/>
                  <a:pt x="5544429" y="2935475"/>
                </a:cubicBezTo>
                <a:cubicBezTo>
                  <a:pt x="5397889" y="3020017"/>
                  <a:pt x="5318984" y="3190977"/>
                  <a:pt x="5296438" y="3356303"/>
                </a:cubicBezTo>
                <a:cubicBezTo>
                  <a:pt x="5202504" y="3499085"/>
                  <a:pt x="5186131" y="3801681"/>
                  <a:pt x="5191230" y="3908642"/>
                </a:cubicBezTo>
                <a:cubicBezTo>
                  <a:pt x="4900836" y="3938448"/>
                  <a:pt x="4681833" y="4032134"/>
                  <a:pt x="4492887" y="4163389"/>
                </a:cubicBezTo>
                <a:cubicBezTo>
                  <a:pt x="4154533" y="4163671"/>
                  <a:pt x="3569751" y="4361659"/>
                  <a:pt x="3308773" y="4528613"/>
                </a:cubicBezTo>
                <a:cubicBezTo>
                  <a:pt x="3250695" y="4808291"/>
                  <a:pt x="3175385" y="5033232"/>
                  <a:pt x="3162234" y="5414609"/>
                </a:cubicBezTo>
                <a:cubicBezTo>
                  <a:pt x="2986764" y="5426257"/>
                  <a:pt x="2789459" y="5404286"/>
                  <a:pt x="2609895" y="5531840"/>
                </a:cubicBezTo>
                <a:cubicBezTo>
                  <a:pt x="2534035" y="5334754"/>
                  <a:pt x="2298189" y="4975783"/>
                  <a:pt x="2152481" y="4926462"/>
                </a:cubicBezTo>
                <a:cubicBezTo>
                  <a:pt x="1844453" y="4940266"/>
                  <a:pt x="1606905" y="5033014"/>
                  <a:pt x="1440314" y="5141227"/>
                </a:cubicBezTo>
                <a:cubicBezTo>
                  <a:pt x="1372918" y="5037522"/>
                  <a:pt x="1245245" y="4808994"/>
                  <a:pt x="1047329" y="4748242"/>
                </a:cubicBezTo>
                <a:cubicBezTo>
                  <a:pt x="867449" y="4583787"/>
                  <a:pt x="776900" y="4527096"/>
                  <a:pt x="620170" y="4543207"/>
                </a:cubicBezTo>
                <a:cubicBezTo>
                  <a:pt x="616742" y="4419543"/>
                  <a:pt x="621924" y="4172266"/>
                  <a:pt x="517020" y="4058937"/>
                </a:cubicBezTo>
                <a:cubicBezTo>
                  <a:pt x="542873" y="3891502"/>
                  <a:pt x="400040" y="3655894"/>
                  <a:pt x="275044" y="3550937"/>
                </a:cubicBezTo>
                <a:cubicBezTo>
                  <a:pt x="199646" y="3409909"/>
                  <a:pt x="165828" y="3328748"/>
                  <a:pt x="18036" y="3277397"/>
                </a:cubicBezTo>
                <a:cubicBezTo>
                  <a:pt x="23547" y="3185466"/>
                  <a:pt x="135517" y="3048696"/>
                  <a:pt x="73645" y="2930213"/>
                </a:cubicBezTo>
                <a:cubicBezTo>
                  <a:pt x="97441" y="2825256"/>
                  <a:pt x="109970" y="2700131"/>
                  <a:pt x="0" y="2617599"/>
                </a:cubicBezTo>
                <a:cubicBezTo>
                  <a:pt x="135260" y="2518165"/>
                  <a:pt x="175832" y="2499891"/>
                  <a:pt x="270512" y="2341842"/>
                </a:cubicBezTo>
                <a:close/>
              </a:path>
            </a:pathLst>
          </a:custGeom>
          <a:solidFill>
            <a:schemeClr val="accent1">
              <a:alpha val="69000"/>
            </a:schemeClr>
          </a:solidFill>
          <a:ln w="254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84929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roup 307">
            <a:extLst>
              <a:ext uri="{FF2B5EF4-FFF2-40B4-BE49-F238E27FC236}">
                <a16:creationId xmlns:a16="http://schemas.microsoft.com/office/drawing/2014/main" id="{0CE5B5ED-561C-4780-A2E5-FECA66E2DDB4}"/>
              </a:ext>
            </a:extLst>
          </p:cNvPr>
          <p:cNvGrpSpPr/>
          <p:nvPr/>
        </p:nvGrpSpPr>
        <p:grpSpPr>
          <a:xfrm>
            <a:off x="-4646516" y="-3174465"/>
            <a:ext cx="6034591" cy="6044321"/>
            <a:chOff x="3311822" y="-1375010"/>
            <a:chExt cx="6034591" cy="6044321"/>
          </a:xfrm>
        </p:grpSpPr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55BA0FB9-6184-49C7-99AE-15DB9B094BE7}"/>
                </a:ext>
              </a:extLst>
            </p:cNvPr>
            <p:cNvSpPr txBox="1"/>
            <p:nvPr/>
          </p:nvSpPr>
          <p:spPr>
            <a:xfrm>
              <a:off x="8310629" y="-397064"/>
              <a:ext cx="3175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F6B2328D-8A0E-463A-B2A9-AE47EEE30EEA}"/>
                </a:ext>
              </a:extLst>
            </p:cNvPr>
            <p:cNvSpPr txBox="1"/>
            <p:nvPr/>
          </p:nvSpPr>
          <p:spPr>
            <a:xfrm>
              <a:off x="7209654" y="-1132465"/>
              <a:ext cx="3175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279C92D1-1FB6-491C-A023-6814293AFBEB}"/>
                </a:ext>
              </a:extLst>
            </p:cNvPr>
            <p:cNvSpPr txBox="1"/>
            <p:nvPr/>
          </p:nvSpPr>
          <p:spPr>
            <a:xfrm>
              <a:off x="5404230" y="-1375010"/>
              <a:ext cx="3175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B4BEB62D-A689-4959-ADBF-685DCADD24E9}"/>
                </a:ext>
              </a:extLst>
            </p:cNvPr>
            <p:cNvSpPr txBox="1"/>
            <p:nvPr/>
          </p:nvSpPr>
          <p:spPr>
            <a:xfrm>
              <a:off x="7460092" y="-1030899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14155B02-B626-42A9-B3A0-04C96DDB6044}"/>
                </a:ext>
              </a:extLst>
            </p:cNvPr>
            <p:cNvSpPr txBox="1"/>
            <p:nvPr/>
          </p:nvSpPr>
          <p:spPr>
            <a:xfrm>
              <a:off x="7903239" y="-746897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882330A2-C275-4CE9-8D92-9224AE3F2318}"/>
                </a:ext>
              </a:extLst>
            </p:cNvPr>
            <p:cNvSpPr txBox="1"/>
            <p:nvPr/>
          </p:nvSpPr>
          <p:spPr>
            <a:xfrm>
              <a:off x="7825983" y="-1065761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360BD074-B173-4CD1-A3F2-A0D712120008}"/>
                </a:ext>
              </a:extLst>
            </p:cNvPr>
            <p:cNvSpPr txBox="1"/>
            <p:nvPr/>
          </p:nvSpPr>
          <p:spPr>
            <a:xfrm>
              <a:off x="7643565" y="3586103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31A68163-33C5-416D-A9B8-0B3160C36B97}"/>
                </a:ext>
              </a:extLst>
            </p:cNvPr>
            <p:cNvSpPr txBox="1"/>
            <p:nvPr/>
          </p:nvSpPr>
          <p:spPr>
            <a:xfrm>
              <a:off x="8073233" y="-581730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E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D381FCFB-36E7-4963-A1CA-349EC4B89597}"/>
                </a:ext>
              </a:extLst>
            </p:cNvPr>
            <p:cNvSpPr txBox="1"/>
            <p:nvPr/>
          </p:nvSpPr>
          <p:spPr>
            <a:xfrm>
              <a:off x="8693740" y="242044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E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0613C281-665D-4F46-80E0-023C2C880D32}"/>
                </a:ext>
              </a:extLst>
            </p:cNvPr>
            <p:cNvSpPr txBox="1"/>
            <p:nvPr/>
          </p:nvSpPr>
          <p:spPr>
            <a:xfrm>
              <a:off x="8535317" y="-127288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F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E026F502-DBE1-4049-98EA-30ACAB91FAD1}"/>
                </a:ext>
              </a:extLst>
            </p:cNvPr>
            <p:cNvSpPr txBox="1"/>
            <p:nvPr/>
          </p:nvSpPr>
          <p:spPr>
            <a:xfrm>
              <a:off x="8856293" y="1687691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F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B915D952-1ACA-4385-8C14-01D391ED7F3C}"/>
                </a:ext>
              </a:extLst>
            </p:cNvPr>
            <p:cNvSpPr txBox="1"/>
            <p:nvPr/>
          </p:nvSpPr>
          <p:spPr>
            <a:xfrm>
              <a:off x="8697216" y="683740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G</a:t>
              </a: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61EF3452-8E4E-417D-AFE0-73B0EE8F772E}"/>
                </a:ext>
              </a:extLst>
            </p:cNvPr>
            <p:cNvSpPr txBox="1"/>
            <p:nvPr/>
          </p:nvSpPr>
          <p:spPr>
            <a:xfrm>
              <a:off x="4338981" y="-995064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G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9EE24B7A-0DC0-4C52-ACBA-7CA2A2A1027C}"/>
                </a:ext>
              </a:extLst>
            </p:cNvPr>
            <p:cNvSpPr txBox="1"/>
            <p:nvPr/>
          </p:nvSpPr>
          <p:spPr>
            <a:xfrm>
              <a:off x="9057777" y="1083447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I</a:t>
              </a: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D7E6B6B1-0F83-4839-B88B-2079AAF39174}"/>
                </a:ext>
              </a:extLst>
            </p:cNvPr>
            <p:cNvSpPr txBox="1"/>
            <p:nvPr/>
          </p:nvSpPr>
          <p:spPr>
            <a:xfrm>
              <a:off x="8897334" y="940517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H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0A1A48DA-5370-47E0-8162-454C5EE0F413}"/>
                </a:ext>
              </a:extLst>
            </p:cNvPr>
            <p:cNvSpPr txBox="1"/>
            <p:nvPr/>
          </p:nvSpPr>
          <p:spPr>
            <a:xfrm>
              <a:off x="9000078" y="1394890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H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8AA15AC6-A3DD-4E5C-B4AD-92506EA10D85}"/>
                </a:ext>
              </a:extLst>
            </p:cNvPr>
            <p:cNvSpPr txBox="1"/>
            <p:nvPr/>
          </p:nvSpPr>
          <p:spPr>
            <a:xfrm>
              <a:off x="8535317" y="2962778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I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17D98CA1-5FE5-4BBC-87F6-37A5F557EE88}"/>
                </a:ext>
              </a:extLst>
            </p:cNvPr>
            <p:cNvSpPr txBox="1"/>
            <p:nvPr/>
          </p:nvSpPr>
          <p:spPr>
            <a:xfrm>
              <a:off x="8909340" y="1872357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J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26D01DC9-51B5-4CEE-8DBF-CB90E9D7AD2C}"/>
                </a:ext>
              </a:extLst>
            </p:cNvPr>
            <p:cNvSpPr txBox="1"/>
            <p:nvPr/>
          </p:nvSpPr>
          <p:spPr>
            <a:xfrm>
              <a:off x="8753016" y="2371287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J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4411761F-9A11-480F-9793-9333AC0C63D8}"/>
                </a:ext>
              </a:extLst>
            </p:cNvPr>
            <p:cNvSpPr txBox="1"/>
            <p:nvPr/>
          </p:nvSpPr>
          <p:spPr>
            <a:xfrm>
              <a:off x="9006050" y="2168103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K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29CFCF7A-F02E-4AF0-9529-90F1DE3BD933}"/>
                </a:ext>
              </a:extLst>
            </p:cNvPr>
            <p:cNvSpPr txBox="1"/>
            <p:nvPr/>
          </p:nvSpPr>
          <p:spPr>
            <a:xfrm>
              <a:off x="4548436" y="3385057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K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D00C907A-E86F-440A-B413-7C6F497BEF20}"/>
                </a:ext>
              </a:extLst>
            </p:cNvPr>
            <p:cNvSpPr txBox="1"/>
            <p:nvPr/>
          </p:nvSpPr>
          <p:spPr>
            <a:xfrm>
              <a:off x="8603456" y="2636168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L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E1D252B6-3140-4C70-9D86-66E659DC28A4}"/>
                </a:ext>
              </a:extLst>
            </p:cNvPr>
            <p:cNvSpPr txBox="1"/>
            <p:nvPr/>
          </p:nvSpPr>
          <p:spPr>
            <a:xfrm>
              <a:off x="8044666" y="3400812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L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C98E1B38-D8F0-42F4-A08C-93219BCB4319}"/>
                </a:ext>
              </a:extLst>
            </p:cNvPr>
            <p:cNvSpPr txBox="1"/>
            <p:nvPr/>
          </p:nvSpPr>
          <p:spPr>
            <a:xfrm>
              <a:off x="8361869" y="3200391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512DB65F-FF40-4B78-BA1E-289F17F5409C}"/>
                </a:ext>
              </a:extLst>
            </p:cNvPr>
            <p:cNvSpPr txBox="1"/>
            <p:nvPr/>
          </p:nvSpPr>
          <p:spPr>
            <a:xfrm>
              <a:off x="6724684" y="3995834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27EB7C0F-B652-4430-B22A-68A7F2B4E1F5}"/>
                </a:ext>
              </a:extLst>
            </p:cNvPr>
            <p:cNvSpPr txBox="1"/>
            <p:nvPr/>
          </p:nvSpPr>
          <p:spPr>
            <a:xfrm>
              <a:off x="7446123" y="3790570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N</a:t>
              </a: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C9B24937-A550-4748-8478-AD3DE743900F}"/>
                </a:ext>
              </a:extLst>
            </p:cNvPr>
            <p:cNvSpPr txBox="1"/>
            <p:nvPr/>
          </p:nvSpPr>
          <p:spPr>
            <a:xfrm>
              <a:off x="7074013" y="4103442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N</a:t>
              </a: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B0B6FBD7-05E6-4402-95B7-88C0CE6590CF}"/>
                </a:ext>
              </a:extLst>
            </p:cNvPr>
            <p:cNvSpPr txBox="1"/>
            <p:nvPr/>
          </p:nvSpPr>
          <p:spPr>
            <a:xfrm>
              <a:off x="7341185" y="4110812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O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0B200570-40F2-479B-8EE3-64994BF79A7C}"/>
                </a:ext>
              </a:extLst>
            </p:cNvPr>
            <p:cNvSpPr txBox="1"/>
            <p:nvPr/>
          </p:nvSpPr>
          <p:spPr>
            <a:xfrm>
              <a:off x="5404743" y="4139243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O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0EF114F0-6967-423B-B0CE-516A11628DA0}"/>
                </a:ext>
              </a:extLst>
            </p:cNvPr>
            <p:cNvSpPr txBox="1"/>
            <p:nvPr/>
          </p:nvSpPr>
          <p:spPr>
            <a:xfrm>
              <a:off x="6531568" y="4119529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54CD61C1-729E-4FBB-B5D9-159F5B0EA5D2}"/>
                </a:ext>
              </a:extLst>
            </p:cNvPr>
            <p:cNvSpPr txBox="1"/>
            <p:nvPr/>
          </p:nvSpPr>
          <p:spPr>
            <a:xfrm>
              <a:off x="5982442" y="4159902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8A183C69-0930-46E8-B45F-269DCC9DD9AF}"/>
                </a:ext>
              </a:extLst>
            </p:cNvPr>
            <p:cNvSpPr txBox="1"/>
            <p:nvPr/>
          </p:nvSpPr>
          <p:spPr>
            <a:xfrm>
              <a:off x="6293424" y="4330757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489C8FF9-8FE2-41DC-9B0C-1D044C7F9727}"/>
                </a:ext>
              </a:extLst>
            </p:cNvPr>
            <p:cNvSpPr txBox="1"/>
            <p:nvPr/>
          </p:nvSpPr>
          <p:spPr>
            <a:xfrm>
              <a:off x="3709992" y="449606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B0C440D3-E3F1-4F28-9AC3-547FB3A5DF11}"/>
                </a:ext>
              </a:extLst>
            </p:cNvPr>
            <p:cNvSpPr txBox="1"/>
            <p:nvPr/>
          </p:nvSpPr>
          <p:spPr>
            <a:xfrm>
              <a:off x="5721687" y="4159902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R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75ACB724-2DE8-417C-8737-718525C187C7}"/>
                </a:ext>
              </a:extLst>
            </p:cNvPr>
            <p:cNvSpPr txBox="1"/>
            <p:nvPr/>
          </p:nvSpPr>
          <p:spPr>
            <a:xfrm>
              <a:off x="4826340" y="3749289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R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F7742EBD-1BE0-4260-B09C-F868577E697A}"/>
                </a:ext>
              </a:extLst>
            </p:cNvPr>
            <p:cNvSpPr txBox="1"/>
            <p:nvPr/>
          </p:nvSpPr>
          <p:spPr>
            <a:xfrm>
              <a:off x="5096707" y="4016888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S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CABA5D32-9F52-4E58-A015-F3F116C1C20B}"/>
                </a:ext>
              </a:extLst>
            </p:cNvPr>
            <p:cNvSpPr txBox="1"/>
            <p:nvPr/>
          </p:nvSpPr>
          <p:spPr>
            <a:xfrm>
              <a:off x="3854310" y="2764474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S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FCF2DA02-BFCE-4BFB-9876-E9AADA7DCC06}"/>
                </a:ext>
              </a:extLst>
            </p:cNvPr>
            <p:cNvSpPr txBox="1"/>
            <p:nvPr/>
          </p:nvSpPr>
          <p:spPr>
            <a:xfrm>
              <a:off x="4270532" y="3379957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T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54BBCC36-8355-4EB9-8ABF-E89F7E484B4F}"/>
                </a:ext>
              </a:extLst>
            </p:cNvPr>
            <p:cNvSpPr txBox="1"/>
            <p:nvPr/>
          </p:nvSpPr>
          <p:spPr>
            <a:xfrm>
              <a:off x="3834908" y="3091085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T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9F62E53D-50E3-4AE3-B56A-08B0333CC2EC}"/>
                </a:ext>
              </a:extLst>
            </p:cNvPr>
            <p:cNvSpPr txBox="1"/>
            <p:nvPr/>
          </p:nvSpPr>
          <p:spPr>
            <a:xfrm>
              <a:off x="3941418" y="3367834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7A6ACAD0-C500-409A-90C2-6F1AC95C0F46}"/>
                </a:ext>
              </a:extLst>
            </p:cNvPr>
            <p:cNvSpPr txBox="1"/>
            <p:nvPr/>
          </p:nvSpPr>
          <p:spPr>
            <a:xfrm>
              <a:off x="3335708" y="1571633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E99FDF06-E3EA-482D-B89B-0D7F640BA7DF}"/>
                </a:ext>
              </a:extLst>
            </p:cNvPr>
            <p:cNvSpPr txBox="1"/>
            <p:nvPr/>
          </p:nvSpPr>
          <p:spPr>
            <a:xfrm>
              <a:off x="3653893" y="2593446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V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AB0781FF-5F38-480B-B1CD-E5C94CA60B89}"/>
                </a:ext>
              </a:extLst>
            </p:cNvPr>
            <p:cNvSpPr txBox="1"/>
            <p:nvPr/>
          </p:nvSpPr>
          <p:spPr>
            <a:xfrm>
              <a:off x="3456140" y="2107021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V</a:t>
              </a: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4A156E35-D43A-49E5-A0AC-C12D03928850}"/>
                </a:ext>
              </a:extLst>
            </p:cNvPr>
            <p:cNvSpPr txBox="1"/>
            <p:nvPr/>
          </p:nvSpPr>
          <p:spPr>
            <a:xfrm>
              <a:off x="3368657" y="2443044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W</a:t>
              </a: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8661FEFB-2364-4FF5-ABD1-DD7A5DF8DEDC}"/>
                </a:ext>
              </a:extLst>
            </p:cNvPr>
            <p:cNvSpPr txBox="1"/>
            <p:nvPr/>
          </p:nvSpPr>
          <p:spPr>
            <a:xfrm>
              <a:off x="6170791" y="-1253043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W</a:t>
              </a: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7B12D99F-A919-4DF3-B88B-A584FE15B1D8}"/>
                </a:ext>
              </a:extLst>
            </p:cNvPr>
            <p:cNvSpPr txBox="1"/>
            <p:nvPr/>
          </p:nvSpPr>
          <p:spPr>
            <a:xfrm>
              <a:off x="3468944" y="1880101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47F2EDE8-291C-43F1-A4B2-CCF01140F54F}"/>
                </a:ext>
              </a:extLst>
            </p:cNvPr>
            <p:cNvSpPr txBox="1"/>
            <p:nvPr/>
          </p:nvSpPr>
          <p:spPr>
            <a:xfrm>
              <a:off x="3444594" y="843790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68D78CB0-61C0-497A-975F-8E070243194B}"/>
                </a:ext>
              </a:extLst>
            </p:cNvPr>
            <p:cNvSpPr txBox="1"/>
            <p:nvPr/>
          </p:nvSpPr>
          <p:spPr>
            <a:xfrm>
              <a:off x="3311822" y="1229600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Y</a:t>
              </a: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27FF3EEA-91EA-4AE5-B07A-24D50972B8EB}"/>
                </a:ext>
              </a:extLst>
            </p:cNvPr>
            <p:cNvSpPr txBox="1"/>
            <p:nvPr/>
          </p:nvSpPr>
          <p:spPr>
            <a:xfrm>
              <a:off x="4129737" y="-407591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Y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66A54155-8536-4D89-8BA6-82F77B9D8676}"/>
                </a:ext>
              </a:extLst>
            </p:cNvPr>
            <p:cNvSpPr txBox="1"/>
            <p:nvPr/>
          </p:nvSpPr>
          <p:spPr>
            <a:xfrm>
              <a:off x="3646259" y="260643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Z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E3A02428-41AD-48A4-9B7F-3E256CAA513C}"/>
                </a:ext>
              </a:extLst>
            </p:cNvPr>
            <p:cNvSpPr txBox="1"/>
            <p:nvPr/>
          </p:nvSpPr>
          <p:spPr>
            <a:xfrm>
              <a:off x="3815876" y="-337571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Z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FCB8C98B-5AAB-4169-81DC-D89D20A0CD7F}"/>
                </a:ext>
              </a:extLst>
            </p:cNvPr>
            <p:cNvSpPr txBox="1"/>
            <p:nvPr/>
          </p:nvSpPr>
          <p:spPr>
            <a:xfrm>
              <a:off x="3575879" y="-123726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E1917D08-F94B-4BCF-8438-20A0DA0812C2}"/>
                </a:ext>
              </a:extLst>
            </p:cNvPr>
            <p:cNvSpPr txBox="1"/>
            <p:nvPr/>
          </p:nvSpPr>
          <p:spPr>
            <a:xfrm>
              <a:off x="5129806" y="-1291813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2FA369CC-92B2-4739-A892-D586A1A7E955}"/>
                </a:ext>
              </a:extLst>
            </p:cNvPr>
            <p:cNvSpPr txBox="1"/>
            <p:nvPr/>
          </p:nvSpPr>
          <p:spPr>
            <a:xfrm>
              <a:off x="4256403" y="-644396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C1B1675B-8467-4B8A-B3EC-CF8C03FCC981}"/>
                </a:ext>
              </a:extLst>
            </p:cNvPr>
            <p:cNvSpPr txBox="1"/>
            <p:nvPr/>
          </p:nvSpPr>
          <p:spPr>
            <a:xfrm>
              <a:off x="4560554" y="-951437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2EE9ADDE-3E19-4608-8F82-73C8737D8019}"/>
                </a:ext>
              </a:extLst>
            </p:cNvPr>
            <p:cNvSpPr txBox="1"/>
            <p:nvPr/>
          </p:nvSpPr>
          <p:spPr>
            <a:xfrm>
              <a:off x="4834856" y="-1024102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87541090-8047-4D5F-BFCA-9503D7CD339B}"/>
                </a:ext>
              </a:extLst>
            </p:cNvPr>
            <p:cNvSpPr txBox="1"/>
            <p:nvPr/>
          </p:nvSpPr>
          <p:spPr>
            <a:xfrm>
              <a:off x="5826144" y="-1318388"/>
              <a:ext cx="288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E84F079B-B4B2-411D-8F8F-DEFE2210B6E0}"/>
                </a:ext>
              </a:extLst>
            </p:cNvPr>
            <p:cNvSpPr txBox="1"/>
            <p:nvPr/>
          </p:nvSpPr>
          <p:spPr>
            <a:xfrm>
              <a:off x="6481734" y="-1345647"/>
              <a:ext cx="3175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2B2CB21A-5CAD-4133-BC94-21AE3395F4D6}"/>
                </a:ext>
              </a:extLst>
            </p:cNvPr>
            <p:cNvSpPr txBox="1"/>
            <p:nvPr/>
          </p:nvSpPr>
          <p:spPr>
            <a:xfrm>
              <a:off x="7009807" y="-1285787"/>
              <a:ext cx="3175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E01DD5A-13DB-40EC-ADCB-B0A446A83C80}"/>
              </a:ext>
            </a:extLst>
          </p:cNvPr>
          <p:cNvGrpSpPr/>
          <p:nvPr/>
        </p:nvGrpSpPr>
        <p:grpSpPr>
          <a:xfrm>
            <a:off x="2195551" y="-1483483"/>
            <a:ext cx="7871998" cy="9824966"/>
            <a:chOff x="2426916" y="-4025618"/>
            <a:chExt cx="7871998" cy="982496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3689E1E-737F-4840-ABC5-84CF54CB34A0}"/>
                </a:ext>
              </a:extLst>
            </p:cNvPr>
            <p:cNvGrpSpPr/>
            <p:nvPr/>
          </p:nvGrpSpPr>
          <p:grpSpPr>
            <a:xfrm>
              <a:off x="2426916" y="-4025618"/>
              <a:ext cx="7871998" cy="9824966"/>
              <a:chOff x="1493061" y="-4959473"/>
              <a:chExt cx="7871998" cy="9824966"/>
            </a:xfrm>
          </p:grpSpPr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863291C5-BED2-45E7-A2BB-4BCAB36211FB}"/>
                  </a:ext>
                </a:extLst>
              </p:cNvPr>
              <p:cNvSpPr/>
              <p:nvPr/>
            </p:nvSpPr>
            <p:spPr>
              <a:xfrm>
                <a:off x="1493061" y="-4959473"/>
                <a:ext cx="7803339" cy="982496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15CF8510-A3A6-4616-977C-1F8910915F68}"/>
                  </a:ext>
                </a:extLst>
              </p:cNvPr>
              <p:cNvSpPr txBox="1"/>
              <p:nvPr/>
            </p:nvSpPr>
            <p:spPr>
              <a:xfrm>
                <a:off x="2141942" y="-4469506"/>
                <a:ext cx="6505575" cy="5847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Hyperbolic</a:t>
                </a:r>
                <a:r>
                  <a:rPr lang="pt-PT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Star </a:t>
                </a:r>
                <a:r>
                  <a:rPr lang="pt-PT" sz="3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Battle</a:t>
                </a:r>
                <a:r>
                  <a:rPr lang="pt-PT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1</a:t>
                </a:r>
                <a:r>
                  <a:rPr lang="pt-PT" sz="3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★   v.2</a:t>
                </a:r>
                <a:endParaRPr lang="pt-PT" sz="3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6AD7B71-245F-4329-9E54-2424362E6D0B}"/>
                  </a:ext>
                </a:extLst>
              </p:cNvPr>
              <p:cNvSpPr txBox="1"/>
              <p:nvPr/>
            </p:nvSpPr>
            <p:spPr>
              <a:xfrm>
                <a:off x="1587759" y="-3884958"/>
                <a:ext cx="7607041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Place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exactly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one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star</a:t>
                </a:r>
                <a:r>
                  <a:rPr lang="pt-PT" sz="3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094BEF26-72C1-440B-BB52-0F3E70C36282}"/>
                  </a:ext>
                </a:extLst>
              </p:cNvPr>
              <p:cNvSpPr/>
              <p:nvPr/>
            </p:nvSpPr>
            <p:spPr>
              <a:xfrm>
                <a:off x="5004058" y="4409849"/>
                <a:ext cx="43610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PT" dirty="0">
                    <a:latin typeface="Arial" panose="020B0604020202020204" pitchFamily="34" charset="0"/>
                    <a:cs typeface="Arial" panose="020B0604020202020204" pitchFamily="34" charset="0"/>
                  </a:rPr>
                  <a:t>#6 (</a:t>
                </a:r>
                <a:r>
                  <a:rPr lang="pt-PT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easy</a:t>
                </a:r>
                <a:r>
                  <a:rPr lang="pt-PT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pt-PT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pt-PT" dirty="0">
                    <a:latin typeface="Arial" panose="020B0604020202020204" pitchFamily="34" charset="0"/>
                    <a:cs typeface="Arial" panose="020B0604020202020204" pitchFamily="34" charset="0"/>
                  </a:rPr>
                  <a:t> Pedro PSI – 11</a:t>
                </a:r>
                <a:r>
                  <a:rPr lang="pt-PT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pt-PT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July</a:t>
                </a:r>
                <a:r>
                  <a:rPr lang="pt-PT" dirty="0">
                    <a:latin typeface="Arial" panose="020B0604020202020204" pitchFamily="34" charset="0"/>
                    <a:cs typeface="Arial" panose="020B0604020202020204" pitchFamily="34" charset="0"/>
                  </a:rPr>
                  <a:t> 2020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DCF28337-3BC5-4D13-BCA8-EE6CE8B27731}"/>
                  </a:ext>
                </a:extLst>
              </p:cNvPr>
              <p:cNvSpPr txBox="1"/>
              <p:nvPr/>
            </p:nvSpPr>
            <p:spPr>
              <a:xfrm>
                <a:off x="1587759" y="-3390498"/>
                <a:ext cx="7607041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Quadrilaterals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stars share no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vertices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41CAB34-90D5-4109-9115-A7FC3CEEA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53060" y="-1776630"/>
              <a:ext cx="6858000" cy="6858000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AB8C6E7-0BDF-4004-85FB-03DB3EF550BE}"/>
                </a:ext>
              </a:extLst>
            </p:cNvPr>
            <p:cNvSpPr txBox="1"/>
            <p:nvPr/>
          </p:nvSpPr>
          <p:spPr>
            <a:xfrm>
              <a:off x="6223663" y="-1604184"/>
              <a:ext cx="3175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8B08C00-249A-4351-B181-30EFBE83EC85}"/>
                </a:ext>
              </a:extLst>
            </p:cNvPr>
            <p:cNvSpPr txBox="1"/>
            <p:nvPr/>
          </p:nvSpPr>
          <p:spPr>
            <a:xfrm>
              <a:off x="6401463" y="-1575609"/>
              <a:ext cx="3175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650120F-0C5B-4521-B081-5C34130DC1C3}"/>
                </a:ext>
              </a:extLst>
            </p:cNvPr>
            <p:cNvSpPr txBox="1"/>
            <p:nvPr/>
          </p:nvSpPr>
          <p:spPr>
            <a:xfrm>
              <a:off x="5937913" y="-1489992"/>
              <a:ext cx="3175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100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9951DE5-F17E-4DEF-9A5A-31F62A3CE99B}"/>
                </a:ext>
              </a:extLst>
            </p:cNvPr>
            <p:cNvSpPr txBox="1"/>
            <p:nvPr/>
          </p:nvSpPr>
          <p:spPr>
            <a:xfrm>
              <a:off x="6937107" y="-1565357"/>
              <a:ext cx="3175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D2D0010-5B59-4818-9104-89E3D60A801E}"/>
                </a:ext>
              </a:extLst>
            </p:cNvPr>
            <p:cNvSpPr txBox="1"/>
            <p:nvPr/>
          </p:nvSpPr>
          <p:spPr>
            <a:xfrm>
              <a:off x="6553863" y="-1597472"/>
              <a:ext cx="3175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72036B4-2039-4C48-861A-8BB138C1768A}"/>
                </a:ext>
              </a:extLst>
            </p:cNvPr>
            <p:cNvSpPr txBox="1"/>
            <p:nvPr/>
          </p:nvSpPr>
          <p:spPr>
            <a:xfrm>
              <a:off x="3926024" y="2378475"/>
              <a:ext cx="3175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5531505-D3D8-4412-84B2-1F1385313DE6}"/>
                </a:ext>
              </a:extLst>
            </p:cNvPr>
            <p:cNvSpPr txBox="1"/>
            <p:nvPr/>
          </p:nvSpPr>
          <p:spPr>
            <a:xfrm>
              <a:off x="6738013" y="-1556439"/>
              <a:ext cx="3175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ECB51C8-5D0E-41DF-9BB3-F8F914AF16DF}"/>
                </a:ext>
              </a:extLst>
            </p:cNvPr>
            <p:cNvSpPr txBox="1"/>
            <p:nvPr/>
          </p:nvSpPr>
          <p:spPr>
            <a:xfrm>
              <a:off x="7280007" y="-1388134"/>
              <a:ext cx="3175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654C84F-5844-4A1E-A84C-662E1A3C967D}"/>
                </a:ext>
              </a:extLst>
            </p:cNvPr>
            <p:cNvSpPr txBox="1"/>
            <p:nvPr/>
          </p:nvSpPr>
          <p:spPr>
            <a:xfrm>
              <a:off x="7110490" y="-1540792"/>
              <a:ext cx="3175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dirty="0">
                  <a:solidFill>
                    <a:schemeClr val="bg1"/>
                  </a:solidFill>
                </a:rPr>
                <a:t>E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380A597-F5FF-4F50-88BB-F7AB0AA2C670}"/>
                </a:ext>
              </a:extLst>
            </p:cNvPr>
            <p:cNvSpPr txBox="1"/>
            <p:nvPr/>
          </p:nvSpPr>
          <p:spPr>
            <a:xfrm>
              <a:off x="7516069" y="-1122065"/>
              <a:ext cx="317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>
                  <a:solidFill>
                    <a:schemeClr val="bg1"/>
                  </a:solidFill>
                </a:rPr>
                <a:t>F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8600E72-BC14-4004-ADF2-28C6F7D3C667}"/>
                </a:ext>
              </a:extLst>
            </p:cNvPr>
            <p:cNvSpPr txBox="1"/>
            <p:nvPr/>
          </p:nvSpPr>
          <p:spPr>
            <a:xfrm>
              <a:off x="5674388" y="-1538361"/>
              <a:ext cx="3175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1"/>
                  </a:solidFill>
                </a:rPr>
                <a:t>F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5FF882BF-79D3-4360-956E-1BE2EDF5969F}"/>
                </a:ext>
              </a:extLst>
            </p:cNvPr>
            <p:cNvSpPr txBox="1"/>
            <p:nvPr/>
          </p:nvSpPr>
          <p:spPr>
            <a:xfrm>
              <a:off x="7796814" y="-1033326"/>
              <a:ext cx="3175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G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F8EAE2B-6392-4509-8E16-C1BF3C7FD9D8}"/>
                </a:ext>
              </a:extLst>
            </p:cNvPr>
            <p:cNvSpPr txBox="1"/>
            <p:nvPr/>
          </p:nvSpPr>
          <p:spPr>
            <a:xfrm>
              <a:off x="8228689" y="-739132"/>
              <a:ext cx="3175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G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4E07F20-3FF3-45F9-8FF6-C89ED6AFA677}"/>
                </a:ext>
              </a:extLst>
            </p:cNvPr>
            <p:cNvSpPr txBox="1"/>
            <p:nvPr/>
          </p:nvSpPr>
          <p:spPr>
            <a:xfrm>
              <a:off x="8138421" y="-1057229"/>
              <a:ext cx="3175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dirty="0">
                  <a:solidFill>
                    <a:schemeClr val="bg1"/>
                  </a:solidFill>
                </a:rPr>
                <a:t>H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A93356D-2B9B-4A48-BEFD-D9FDDBAEEA49}"/>
                </a:ext>
              </a:extLst>
            </p:cNvPr>
            <p:cNvSpPr txBox="1"/>
            <p:nvPr/>
          </p:nvSpPr>
          <p:spPr>
            <a:xfrm>
              <a:off x="7570712" y="2932219"/>
              <a:ext cx="317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solidFill>
                    <a:schemeClr val="bg1"/>
                  </a:solidFill>
                </a:rPr>
                <a:t>H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E285C88A-10F4-49A1-9F23-151525C2E056}"/>
                </a:ext>
              </a:extLst>
            </p:cNvPr>
            <p:cNvSpPr txBox="1"/>
            <p:nvPr/>
          </p:nvSpPr>
          <p:spPr>
            <a:xfrm>
              <a:off x="8421306" y="-617111"/>
              <a:ext cx="3175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I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4FC89237-6FB2-4043-A27A-EE023F6D86A1}"/>
                </a:ext>
              </a:extLst>
            </p:cNvPr>
            <p:cNvSpPr txBox="1"/>
            <p:nvPr/>
          </p:nvSpPr>
          <p:spPr>
            <a:xfrm flipH="1">
              <a:off x="8738806" y="-416259"/>
              <a:ext cx="6239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E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1A2F0DB-4A75-4E3A-AA63-1D89D4FDD009}"/>
                </a:ext>
              </a:extLst>
            </p:cNvPr>
            <p:cNvSpPr txBox="1"/>
            <p:nvPr/>
          </p:nvSpPr>
          <p:spPr>
            <a:xfrm>
              <a:off x="9004752" y="272100"/>
              <a:ext cx="3175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I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8EBBA96-B11D-4B8E-AD1F-13F112AC3663}"/>
                </a:ext>
              </a:extLst>
            </p:cNvPr>
            <p:cNvSpPr txBox="1"/>
            <p:nvPr/>
          </p:nvSpPr>
          <p:spPr>
            <a:xfrm flipH="1">
              <a:off x="8940067" y="-187497"/>
              <a:ext cx="6239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J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5FA8DA52-A512-456C-A0B9-8744CFA90A1C}"/>
                </a:ext>
              </a:extLst>
            </p:cNvPr>
            <p:cNvSpPr txBox="1"/>
            <p:nvPr/>
          </p:nvSpPr>
          <p:spPr>
            <a:xfrm flipH="1">
              <a:off x="9213476" y="1729827"/>
              <a:ext cx="6239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>
                  <a:solidFill>
                    <a:schemeClr val="bg1"/>
                  </a:solidFill>
                </a:rPr>
                <a:t>J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5398D38E-6BD4-4C15-908C-1911D83DF099}"/>
                </a:ext>
              </a:extLst>
            </p:cNvPr>
            <p:cNvSpPr txBox="1"/>
            <p:nvPr/>
          </p:nvSpPr>
          <p:spPr>
            <a:xfrm flipH="1">
              <a:off x="9050789" y="658641"/>
              <a:ext cx="6239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>
                  <a:solidFill>
                    <a:schemeClr val="bg1"/>
                  </a:solidFill>
                </a:rPr>
                <a:t>K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C8E354C2-2F13-4C62-AA59-58BFE00C104B}"/>
                </a:ext>
              </a:extLst>
            </p:cNvPr>
            <p:cNvSpPr txBox="1"/>
            <p:nvPr/>
          </p:nvSpPr>
          <p:spPr>
            <a:xfrm flipH="1">
              <a:off x="4593473" y="-902545"/>
              <a:ext cx="623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1"/>
                  </a:solidFill>
                </a:rPr>
                <a:t>K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D118BAE-7DCA-48D5-92BD-7E660DA35F7F}"/>
                </a:ext>
              </a:extLst>
            </p:cNvPr>
            <p:cNvSpPr txBox="1"/>
            <p:nvPr/>
          </p:nvSpPr>
          <p:spPr>
            <a:xfrm flipH="1">
              <a:off x="9252050" y="1140129"/>
              <a:ext cx="6239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>
                  <a:solidFill>
                    <a:schemeClr val="bg1"/>
                  </a:solidFill>
                </a:rPr>
                <a:t>L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EFDFD3B-01D0-4B0F-AB30-B5DF9AB48EA8}"/>
                </a:ext>
              </a:extLst>
            </p:cNvPr>
            <p:cNvSpPr txBox="1"/>
            <p:nvPr/>
          </p:nvSpPr>
          <p:spPr>
            <a:xfrm flipH="1">
              <a:off x="8565672" y="2688215"/>
              <a:ext cx="6239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solidFill>
                    <a:schemeClr val="bg1"/>
                  </a:solidFill>
                </a:rPr>
                <a:t>L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0D51553-23B9-4F50-9164-08A0F60F04FC}"/>
                </a:ext>
              </a:extLst>
            </p:cNvPr>
            <p:cNvSpPr txBox="1"/>
            <p:nvPr/>
          </p:nvSpPr>
          <p:spPr>
            <a:xfrm flipH="1">
              <a:off x="9047999" y="2144353"/>
              <a:ext cx="6239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400" dirty="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5837EAD-1768-4415-BA47-BA5CD4E77154}"/>
                </a:ext>
              </a:extLst>
            </p:cNvPr>
            <p:cNvSpPr txBox="1"/>
            <p:nvPr/>
          </p:nvSpPr>
          <p:spPr>
            <a:xfrm flipH="1">
              <a:off x="4663562" y="3597430"/>
              <a:ext cx="6239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400" dirty="0">
                  <a:solidFill>
                    <a:schemeClr val="bg1"/>
                  </a:solidFill>
                </a:rPr>
                <a:t>M</a:t>
              </a:r>
              <a:endParaRPr lang="pt-PT" sz="2800" dirty="0">
                <a:solidFill>
                  <a:schemeClr val="bg1"/>
                </a:solidFill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80A120C7-1A97-4A76-AFFF-F7438A5562ED}"/>
                </a:ext>
              </a:extLst>
            </p:cNvPr>
            <p:cNvSpPr txBox="1"/>
            <p:nvPr/>
          </p:nvSpPr>
          <p:spPr>
            <a:xfrm flipH="1">
              <a:off x="6980964" y="3533509"/>
              <a:ext cx="6239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800" dirty="0">
                  <a:solidFill>
                    <a:schemeClr val="bg1"/>
                  </a:solidFill>
                </a:rPr>
                <a:t>N</a:t>
              </a:r>
              <a:endParaRPr lang="pt-PT" sz="3200" dirty="0">
                <a:solidFill>
                  <a:schemeClr val="bg1"/>
                </a:solidFill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4EF42311-DC06-47C0-9C8E-FA78B8CEF0F3}"/>
                </a:ext>
              </a:extLst>
            </p:cNvPr>
            <p:cNvSpPr txBox="1"/>
            <p:nvPr/>
          </p:nvSpPr>
          <p:spPr>
            <a:xfrm flipH="1">
              <a:off x="5854013" y="3806038"/>
              <a:ext cx="6239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800" dirty="0">
                  <a:solidFill>
                    <a:schemeClr val="bg1"/>
                  </a:solidFill>
                </a:rPr>
                <a:t>N</a:t>
              </a:r>
              <a:endParaRPr lang="pt-PT" sz="3200" dirty="0">
                <a:solidFill>
                  <a:schemeClr val="bg1"/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E1F6E8C-A1DD-425F-BFC4-51858EE9D1C9}"/>
                </a:ext>
              </a:extLst>
            </p:cNvPr>
            <p:cNvSpPr txBox="1"/>
            <p:nvPr/>
          </p:nvSpPr>
          <p:spPr>
            <a:xfrm flipH="1">
              <a:off x="6457667" y="4171175"/>
              <a:ext cx="6239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800" dirty="0">
                  <a:solidFill>
                    <a:schemeClr val="bg1"/>
                  </a:solidFill>
                </a:rPr>
                <a:t>O</a:t>
              </a:r>
              <a:endParaRPr lang="pt-PT" sz="3200" dirty="0">
                <a:solidFill>
                  <a:schemeClr val="bg1"/>
                </a:solidFill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391D9EBB-823D-4AB6-952E-11CBC58A45C0}"/>
                </a:ext>
              </a:extLst>
            </p:cNvPr>
            <p:cNvSpPr txBox="1"/>
            <p:nvPr/>
          </p:nvSpPr>
          <p:spPr>
            <a:xfrm flipH="1">
              <a:off x="3836100" y="430306"/>
              <a:ext cx="6239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800" dirty="0">
                  <a:solidFill>
                    <a:schemeClr val="bg1"/>
                  </a:solidFill>
                </a:rPr>
                <a:t>O</a:t>
              </a:r>
              <a:endParaRPr lang="pt-PT" sz="3200" dirty="0">
                <a:solidFill>
                  <a:schemeClr val="bg1"/>
                </a:solidFill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54728D2-76C7-4D49-B254-9C75BC617E61}"/>
                </a:ext>
              </a:extLst>
            </p:cNvPr>
            <p:cNvSpPr txBox="1"/>
            <p:nvPr/>
          </p:nvSpPr>
          <p:spPr>
            <a:xfrm flipH="1">
              <a:off x="5346345" y="3659524"/>
              <a:ext cx="6239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800" dirty="0">
                  <a:solidFill>
                    <a:schemeClr val="bg1"/>
                  </a:solidFill>
                </a:rPr>
                <a:t>P</a:t>
              </a:r>
              <a:endParaRPr lang="pt-PT" sz="3200" dirty="0">
                <a:solidFill>
                  <a:schemeClr val="bg1"/>
                </a:solidFill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14D1DDC0-1682-4A78-854C-1566CC90584B}"/>
                </a:ext>
              </a:extLst>
            </p:cNvPr>
            <p:cNvSpPr txBox="1"/>
            <p:nvPr/>
          </p:nvSpPr>
          <p:spPr>
            <a:xfrm flipH="1">
              <a:off x="3960148" y="2819474"/>
              <a:ext cx="6239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400" dirty="0">
                  <a:solidFill>
                    <a:schemeClr val="bg1"/>
                  </a:solidFill>
                </a:rPr>
                <a:t>P</a:t>
              </a:r>
              <a:endParaRPr lang="pt-PT" sz="2800" dirty="0">
                <a:solidFill>
                  <a:schemeClr val="bg1"/>
                </a:solidFill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F101E01-E947-4288-87A2-E13358BA0158}"/>
                </a:ext>
              </a:extLst>
            </p:cNvPr>
            <p:cNvSpPr txBox="1"/>
            <p:nvPr/>
          </p:nvSpPr>
          <p:spPr>
            <a:xfrm flipH="1">
              <a:off x="4277062" y="3229949"/>
              <a:ext cx="6239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400" dirty="0">
                  <a:solidFill>
                    <a:schemeClr val="bg1"/>
                  </a:solidFill>
                </a:rPr>
                <a:t>Q</a:t>
              </a:r>
              <a:endParaRPr lang="pt-PT" sz="2800" dirty="0">
                <a:solidFill>
                  <a:schemeClr val="bg1"/>
                </a:solidFill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B868343-33ED-4E64-AA8E-083272D0C4E9}"/>
                </a:ext>
              </a:extLst>
            </p:cNvPr>
            <p:cNvSpPr txBox="1"/>
            <p:nvPr/>
          </p:nvSpPr>
          <p:spPr>
            <a:xfrm flipH="1">
              <a:off x="3470433" y="1546163"/>
              <a:ext cx="6239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>
                  <a:solidFill>
                    <a:schemeClr val="bg1"/>
                  </a:solidFill>
                </a:rPr>
                <a:t>Q</a:t>
              </a:r>
              <a:endParaRPr lang="pt-PT" sz="2400" dirty="0">
                <a:solidFill>
                  <a:schemeClr val="bg1"/>
                </a:solidFill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B8075030-451E-4C37-910A-64393581E27F}"/>
                </a:ext>
              </a:extLst>
            </p:cNvPr>
            <p:cNvSpPr txBox="1"/>
            <p:nvPr/>
          </p:nvSpPr>
          <p:spPr>
            <a:xfrm flipH="1">
              <a:off x="3605139" y="1960337"/>
              <a:ext cx="6239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>
                  <a:solidFill>
                    <a:schemeClr val="bg1"/>
                  </a:solidFill>
                </a:rPr>
                <a:t>R</a:t>
              </a:r>
              <a:endParaRPr lang="pt-PT" sz="2400" dirty="0">
                <a:solidFill>
                  <a:schemeClr val="bg1"/>
                </a:solidFill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37A7D5A-FB1E-46E6-9E88-EDD031E05AD5}"/>
                </a:ext>
              </a:extLst>
            </p:cNvPr>
            <p:cNvSpPr txBox="1"/>
            <p:nvPr/>
          </p:nvSpPr>
          <p:spPr>
            <a:xfrm flipH="1">
              <a:off x="3615004" y="842249"/>
              <a:ext cx="6239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>
                  <a:solidFill>
                    <a:schemeClr val="bg1"/>
                  </a:solidFill>
                </a:rPr>
                <a:t>R</a:t>
              </a:r>
              <a:endParaRPr lang="pt-PT" sz="2400" dirty="0">
                <a:solidFill>
                  <a:schemeClr val="bg1"/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7642CC8-D3D8-42EE-BC8B-60BD55E22D75}"/>
                </a:ext>
              </a:extLst>
            </p:cNvPr>
            <p:cNvSpPr txBox="1"/>
            <p:nvPr/>
          </p:nvSpPr>
          <p:spPr>
            <a:xfrm flipH="1">
              <a:off x="3488826" y="1273115"/>
              <a:ext cx="6239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2000" dirty="0">
                  <a:solidFill>
                    <a:schemeClr val="bg1"/>
                  </a:solidFill>
                </a:rPr>
                <a:t>S</a:t>
              </a:r>
              <a:endParaRPr lang="pt-PT" sz="2400" dirty="0">
                <a:solidFill>
                  <a:schemeClr val="bg1"/>
                </a:solidFill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12EE1F0-16F1-4943-8111-1FAB374BA6FA}"/>
                </a:ext>
              </a:extLst>
            </p:cNvPr>
            <p:cNvSpPr txBox="1"/>
            <p:nvPr/>
          </p:nvSpPr>
          <p:spPr>
            <a:xfrm flipH="1">
              <a:off x="4192933" y="-578878"/>
              <a:ext cx="6239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dirty="0">
                  <a:solidFill>
                    <a:schemeClr val="bg1"/>
                  </a:solidFill>
                </a:rPr>
                <a:t>S</a:t>
              </a:r>
              <a:endParaRPr lang="pt-PT" sz="1600" dirty="0">
                <a:solidFill>
                  <a:schemeClr val="bg1"/>
                </a:solidFill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AD5C89E-184F-4F01-9999-9F2840EF8797}"/>
                </a:ext>
              </a:extLst>
            </p:cNvPr>
            <p:cNvSpPr txBox="1"/>
            <p:nvPr/>
          </p:nvSpPr>
          <p:spPr>
            <a:xfrm flipH="1">
              <a:off x="3902456" y="235633"/>
              <a:ext cx="6239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T</a:t>
              </a:r>
              <a:endParaRPr lang="pt-PT" dirty="0">
                <a:solidFill>
                  <a:schemeClr val="bg1"/>
                </a:solidFill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4FB7887E-F91F-4FB3-8AAA-55E8F049CB58}"/>
                </a:ext>
              </a:extLst>
            </p:cNvPr>
            <p:cNvSpPr txBox="1"/>
            <p:nvPr/>
          </p:nvSpPr>
          <p:spPr>
            <a:xfrm flipH="1">
              <a:off x="4003570" y="-239806"/>
              <a:ext cx="6239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T</a:t>
              </a:r>
              <a:endParaRPr lang="pt-PT" dirty="0">
                <a:solidFill>
                  <a:schemeClr val="bg1"/>
                </a:solidFill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0C5B28D2-312F-45C8-BE6F-12D5431F9B6B}"/>
                </a:ext>
              </a:extLst>
            </p:cNvPr>
            <p:cNvSpPr txBox="1"/>
            <p:nvPr/>
          </p:nvSpPr>
          <p:spPr>
            <a:xfrm flipH="1">
              <a:off x="3826194" y="-55653"/>
              <a:ext cx="623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1"/>
                  </a:solidFill>
                </a:rPr>
                <a:t>U</a:t>
              </a:r>
              <a:endParaRPr lang="pt-PT" sz="1400" dirty="0">
                <a:solidFill>
                  <a:schemeClr val="bg1"/>
                </a:solidFill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E61349EA-FE63-4FDF-B9A4-71A5B8FBDA7B}"/>
                </a:ext>
              </a:extLst>
            </p:cNvPr>
            <p:cNvSpPr txBox="1"/>
            <p:nvPr/>
          </p:nvSpPr>
          <p:spPr>
            <a:xfrm flipH="1">
              <a:off x="5377676" y="-1264564"/>
              <a:ext cx="6239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>
                  <a:solidFill>
                    <a:schemeClr val="bg1"/>
                  </a:solidFill>
                </a:rPr>
                <a:t>U</a:t>
              </a:r>
              <a:endParaRPr lang="pt-PT" dirty="0">
                <a:solidFill>
                  <a:schemeClr val="bg1"/>
                </a:solidFill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BFD3A90-0ECD-4138-854A-F7709F820DE7}"/>
                </a:ext>
              </a:extLst>
            </p:cNvPr>
            <p:cNvSpPr txBox="1"/>
            <p:nvPr/>
          </p:nvSpPr>
          <p:spPr>
            <a:xfrm flipH="1">
              <a:off x="4110345" y="-310729"/>
              <a:ext cx="6239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dirty="0">
                  <a:solidFill>
                    <a:schemeClr val="bg1"/>
                  </a:solidFill>
                </a:rPr>
                <a:t>V</a:t>
              </a:r>
              <a:endParaRPr lang="pt-PT" sz="1600" dirty="0">
                <a:solidFill>
                  <a:schemeClr val="bg1"/>
                </a:solidFill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669E62C-2BDB-4C71-B637-F595A6551A95}"/>
                </a:ext>
              </a:extLst>
            </p:cNvPr>
            <p:cNvSpPr txBox="1"/>
            <p:nvPr/>
          </p:nvSpPr>
          <p:spPr>
            <a:xfrm flipH="1">
              <a:off x="4436041" y="-831705"/>
              <a:ext cx="6239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dirty="0">
                  <a:solidFill>
                    <a:schemeClr val="bg1"/>
                  </a:solidFill>
                </a:rPr>
                <a:t>V</a:t>
              </a:r>
              <a:endParaRPr lang="pt-PT" sz="1600" dirty="0">
                <a:solidFill>
                  <a:schemeClr val="bg1"/>
                </a:solidFill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731E40E-FC78-4DE8-8128-F06E0714FD69}"/>
                </a:ext>
              </a:extLst>
            </p:cNvPr>
            <p:cNvSpPr txBox="1"/>
            <p:nvPr/>
          </p:nvSpPr>
          <p:spPr>
            <a:xfrm flipH="1">
              <a:off x="4284026" y="-652168"/>
              <a:ext cx="6239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>
                  <a:solidFill>
                    <a:schemeClr val="bg1"/>
                  </a:solidFill>
                </a:rPr>
                <a:t>W</a:t>
              </a:r>
              <a:endParaRPr lang="pt-PT" sz="1050" dirty="0">
                <a:solidFill>
                  <a:schemeClr val="bg1"/>
                </a:solidFill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594EA454-F8F9-4020-B6CF-CA27EF7D74F2}"/>
                </a:ext>
              </a:extLst>
            </p:cNvPr>
            <p:cNvSpPr txBox="1"/>
            <p:nvPr/>
          </p:nvSpPr>
          <p:spPr>
            <a:xfrm flipH="1">
              <a:off x="4811138" y="-1121422"/>
              <a:ext cx="6239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>
                  <a:solidFill>
                    <a:schemeClr val="bg1"/>
                  </a:solidFill>
                </a:rPr>
                <a:t>W</a:t>
              </a:r>
              <a:endParaRPr lang="pt-PT" sz="1050" dirty="0">
                <a:solidFill>
                  <a:schemeClr val="bg1"/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E715380-5E30-46BB-96A9-E3616537AE1A}"/>
                </a:ext>
              </a:extLst>
            </p:cNvPr>
            <p:cNvSpPr txBox="1"/>
            <p:nvPr/>
          </p:nvSpPr>
          <p:spPr>
            <a:xfrm flipH="1">
              <a:off x="4696763" y="-1000089"/>
              <a:ext cx="6239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>
                  <a:solidFill>
                    <a:schemeClr val="bg1"/>
                  </a:solidFill>
                </a:rPr>
                <a:t>X</a:t>
              </a:r>
              <a:endParaRPr lang="pt-PT" sz="1050" dirty="0">
                <a:solidFill>
                  <a:schemeClr val="bg1"/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77CE2F7-CCC2-420D-A8DF-F1AF3C3C98BD}"/>
                </a:ext>
              </a:extLst>
            </p:cNvPr>
            <p:cNvSpPr txBox="1"/>
            <p:nvPr/>
          </p:nvSpPr>
          <p:spPr>
            <a:xfrm flipH="1">
              <a:off x="5121250" y="-1216295"/>
              <a:ext cx="6239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>
                  <a:solidFill>
                    <a:schemeClr val="bg1"/>
                  </a:solidFill>
                </a:rPr>
                <a:t>X</a:t>
              </a:r>
              <a:endParaRPr lang="pt-PT" sz="1050" dirty="0">
                <a:solidFill>
                  <a:schemeClr val="bg1"/>
                </a:solidFill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A427A83-7AB1-4193-96FF-B97F61DAA90A}"/>
                </a:ext>
              </a:extLst>
            </p:cNvPr>
            <p:cNvSpPr txBox="1"/>
            <p:nvPr/>
          </p:nvSpPr>
          <p:spPr>
            <a:xfrm flipH="1">
              <a:off x="4981132" y="-1177803"/>
              <a:ext cx="396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>
                  <a:solidFill>
                    <a:schemeClr val="bg1"/>
                  </a:solidFill>
                </a:rPr>
                <a:t>Y</a:t>
              </a:r>
              <a:endParaRPr lang="pt-PT" sz="1050" dirty="0">
                <a:solidFill>
                  <a:schemeClr val="bg1"/>
                </a:solidFill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5CE6A58-E1F0-43FB-BF43-54FE62AEA98E}"/>
                </a:ext>
              </a:extLst>
            </p:cNvPr>
            <p:cNvSpPr txBox="1"/>
            <p:nvPr/>
          </p:nvSpPr>
          <p:spPr>
            <a:xfrm flipH="1">
              <a:off x="6105468" y="-1575298"/>
              <a:ext cx="21568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>
                  <a:solidFill>
                    <a:schemeClr val="bg1"/>
                  </a:solidFill>
                </a:rPr>
                <a:t>Y</a:t>
              </a:r>
              <a:endParaRPr lang="pt-PT" sz="1050" dirty="0">
                <a:solidFill>
                  <a:schemeClr val="bg1"/>
                </a:solidFill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E9ABC99B-65C3-45B4-A487-091CDA70F255}"/>
                </a:ext>
              </a:extLst>
            </p:cNvPr>
            <p:cNvSpPr txBox="1"/>
            <p:nvPr/>
          </p:nvSpPr>
          <p:spPr>
            <a:xfrm flipH="1">
              <a:off x="5545987" y="-1331352"/>
              <a:ext cx="6239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>
                  <a:solidFill>
                    <a:schemeClr val="bg1"/>
                  </a:solidFill>
                </a:rPr>
                <a:t>Z</a:t>
              </a:r>
              <a:endParaRPr lang="pt-PT" sz="1050" dirty="0">
                <a:solidFill>
                  <a:schemeClr val="bg1"/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1A9E13B-E90A-46FA-9094-D533AC586E9D}"/>
                </a:ext>
              </a:extLst>
            </p:cNvPr>
            <p:cNvSpPr txBox="1"/>
            <p:nvPr/>
          </p:nvSpPr>
          <p:spPr>
            <a:xfrm flipH="1">
              <a:off x="5850811" y="-1438206"/>
              <a:ext cx="6239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>
                  <a:solidFill>
                    <a:schemeClr val="bg1"/>
                  </a:solidFill>
                </a:rPr>
                <a:t>Z</a:t>
              </a:r>
              <a:endParaRPr lang="pt-PT" sz="10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4789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242</Words>
  <Application>Microsoft Office PowerPoint</Application>
  <PresentationFormat>Widescreen</PresentationFormat>
  <Paragraphs>179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31</cp:revision>
  <dcterms:created xsi:type="dcterms:W3CDTF">2020-07-11T10:53:43Z</dcterms:created>
  <dcterms:modified xsi:type="dcterms:W3CDTF">2020-07-12T13:10:14Z</dcterms:modified>
</cp:coreProperties>
</file>