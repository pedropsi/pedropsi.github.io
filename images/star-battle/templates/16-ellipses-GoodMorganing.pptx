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65" r:id="rId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5" userDrawn="1">
          <p15:clr>
            <a:srgbClr val="A4A3A4"/>
          </p15:clr>
        </p15:guide>
        <p15:guide id="2" pos="408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6EEDB"/>
    <a:srgbClr val="EBE9A9"/>
    <a:srgbClr val="FFFFF7"/>
    <a:srgbClr val="FFFFCC"/>
    <a:srgbClr val="D7DCB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2" autoAdjust="0"/>
    <p:restoredTop sz="94660"/>
  </p:normalViewPr>
  <p:slideViewPr>
    <p:cSldViewPr snapToGrid="0" showGuides="1">
      <p:cViewPr>
        <p:scale>
          <a:sx n="33" d="100"/>
          <a:sy n="33" d="100"/>
        </p:scale>
        <p:origin x="1872" y="696"/>
      </p:cViewPr>
      <p:guideLst>
        <p:guide orient="horz" pos="2115"/>
        <p:guide pos="408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7A4DD-4D1A-4DB6-A81D-CA5C329D02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B268D9-8344-4329-8400-C90136D446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C663EF-7686-453C-A9D3-BF54970F92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9AE44-2F0A-4043-A22D-B8F26AE54140}" type="datetimeFigureOut">
              <a:rPr lang="pt-PT" smtClean="0"/>
              <a:t>27/11/2020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FE2BB2-E4A3-45D8-BAA2-D7B50F193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029BFB-CB12-46C7-A237-A7843B7C1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C2A93-9711-493D-80E2-34F03D746DBD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9548936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B257FE-E725-4894-A43E-678EDD1C5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E9624E-CD04-4F27-8A0E-ACF3F6374C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EF6E5A-4C78-467A-B129-AFA5B0E271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9AE44-2F0A-4043-A22D-B8F26AE54140}" type="datetimeFigureOut">
              <a:rPr lang="pt-PT" smtClean="0"/>
              <a:t>27/11/2020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4662FE-72E9-441C-A4BD-1528367D6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5BAFBF-F706-4A3B-8753-FD50AB09E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C2A93-9711-493D-80E2-34F03D746DBD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9708646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A07E1-B5CE-4092-8AAB-EE0BBB7E34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A13961-9F8D-4E26-9F27-AA866AD068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A89E53-01D6-4D28-BE4F-AE9A7B81FC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9AE44-2F0A-4043-A22D-B8F26AE54140}" type="datetimeFigureOut">
              <a:rPr lang="pt-PT" smtClean="0"/>
              <a:t>27/11/2020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B40320-79C1-4972-AC42-553D3BC09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033244-2ED7-4741-9BA1-FB0A4166D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C2A93-9711-493D-80E2-34F03D746DBD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326940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A7766A-9F27-4D5B-8CD0-204A98359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FD0A07-071A-4944-BF3C-3FF7AE6FA1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FEE387-3A2B-4B73-96AA-517A9367C0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483A69-5445-4376-A642-58CE7B2DE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9AE44-2F0A-4043-A22D-B8F26AE54140}" type="datetimeFigureOut">
              <a:rPr lang="pt-PT" smtClean="0"/>
              <a:t>27/11/2020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77B3C0-2310-42B8-96C1-7C92309A47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6EB23A-4223-4F68-BB22-69CB4431F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C2A93-9711-493D-80E2-34F03D746DBD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8365382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8A5749-C05A-4EFC-80AC-BE83659ECA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EB1B78-AF63-43EC-BD57-A24B40DBB3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934FA0-080E-4265-9F9F-D8759E56C8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A4C551-6541-4867-9BE9-325C5A1E70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BFB807-4802-4312-8BBB-B1CF406EDB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FA3000F-0ACC-4B3D-8563-477B43C5F3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9AE44-2F0A-4043-A22D-B8F26AE54140}" type="datetimeFigureOut">
              <a:rPr lang="pt-PT" smtClean="0"/>
              <a:t>27/11/2020</a:t>
            </a:fld>
            <a:endParaRPr lang="pt-P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E800B72-A425-4F37-859F-1604482EB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FA94E4F-D2DB-4F46-8910-3AE6CC73F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C2A93-9711-493D-80E2-34F03D746DBD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5395283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D63D4B-8AF6-43BA-A551-3DE672F042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31E5A2-2011-4608-AF53-A35A382CEB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9AE44-2F0A-4043-A22D-B8F26AE54140}" type="datetimeFigureOut">
              <a:rPr lang="pt-PT" smtClean="0"/>
              <a:t>27/11/2020</a:t>
            </a:fld>
            <a:endParaRPr lang="pt-P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EEFBA2-6EC4-41CB-B782-73C36C97B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6F84FB-DF02-481B-8C65-DF8AA51A1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C2A93-9711-493D-80E2-34F03D746DBD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595054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910923D-A2BD-4AA9-A83B-8C191820E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9AE44-2F0A-4043-A22D-B8F26AE54140}" type="datetimeFigureOut">
              <a:rPr lang="pt-PT" smtClean="0"/>
              <a:t>27/11/2020</a:t>
            </a:fld>
            <a:endParaRPr lang="pt-P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F6C34A-9E6E-45DA-AC49-5ACA95F63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378E8B-639C-489B-B2FD-F8B6C5FA9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C2A93-9711-493D-80E2-34F03D746DBD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9491804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95AB8-176F-4533-A59E-8817D21996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893537-FBE8-434A-9A9E-C0A0DA189D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C5C44D-44FE-443C-9876-3D4B6EE695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D45F05-5C69-4417-878B-21CE326524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9AE44-2F0A-4043-A22D-B8F26AE54140}" type="datetimeFigureOut">
              <a:rPr lang="pt-PT" smtClean="0"/>
              <a:t>27/11/2020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D802B8-21D7-4232-B5B8-96B8D643F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A1E173-5214-4EA2-A9D8-6DECC2DDC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C2A93-9711-493D-80E2-34F03D746DBD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7194569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D12BC-C8C8-4A9E-8793-E001978DC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FDEB7E7-7712-4B22-A1C2-7E74BDAF81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C5AA2B-F2A8-4B9D-B23F-947CDF13C2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144866-773B-4451-852D-96B1EF344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9AE44-2F0A-4043-A22D-B8F26AE54140}" type="datetimeFigureOut">
              <a:rPr lang="pt-PT" smtClean="0"/>
              <a:t>27/11/2020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0F71D5-C71F-4246-B351-58E9FAB212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BE3F9D-F37A-458E-B91E-74D0470D2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C2A93-9711-493D-80E2-34F03D746DBD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9951388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E0496-CC00-4E33-A6A9-A8D5043C7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877904-1C2E-46D5-B5AE-B7447844AC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7A6E9A-8740-4717-ACDE-E8F1C404BD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9AE44-2F0A-4043-A22D-B8F26AE54140}" type="datetimeFigureOut">
              <a:rPr lang="pt-PT" smtClean="0"/>
              <a:t>27/11/2020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1B81A9-BE45-4338-9B80-4C5B72DB1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B5789B-944B-47F3-8CC4-DF28D4E2B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C2A93-9711-493D-80E2-34F03D746DBD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878109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1AB359E-7331-401F-A035-15D26DA47B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5C0C3C-3C43-4CDD-B5AD-43675D5D93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A8023C-0083-4F01-AD36-DC7C21CF5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9AE44-2F0A-4043-A22D-B8F26AE54140}" type="datetimeFigureOut">
              <a:rPr lang="pt-PT" smtClean="0"/>
              <a:t>27/11/2020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630AA1-AE6C-43F9-91A6-1A813C8C7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E897A7-D2B8-444C-BC68-3F4FC7FB5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C2A93-9711-493D-80E2-34F03D746DBD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471163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D9809BC-D2C0-4A3F-968F-7B96500174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E08487-09BF-426F-904F-00232FA941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AEB7B5-3891-4F0C-B9E2-FD46832ACF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39AE44-2F0A-4043-A22D-B8F26AE54140}" type="datetimeFigureOut">
              <a:rPr lang="pt-PT" smtClean="0"/>
              <a:t>27/11/2020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5BCCE6-22A1-49A7-84A0-DAF8B42FB3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A4F554-7EB4-4529-AB80-C7A3B45D67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9C2A93-9711-493D-80E2-34F03D746DBD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6944012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Rectangle 58">
            <a:extLst>
              <a:ext uri="{FF2B5EF4-FFF2-40B4-BE49-F238E27FC236}">
                <a16:creationId xmlns:a16="http://schemas.microsoft.com/office/drawing/2014/main" id="{3F3B4E15-9CBB-4733-A7DE-59D4A5477F65}"/>
              </a:ext>
            </a:extLst>
          </p:cNvPr>
          <p:cNvSpPr/>
          <p:nvPr/>
        </p:nvSpPr>
        <p:spPr>
          <a:xfrm>
            <a:off x="831185" y="-2559813"/>
            <a:ext cx="10529630" cy="10230613"/>
          </a:xfrm>
          <a:prstGeom prst="rect">
            <a:avLst/>
          </a:prstGeom>
          <a:solidFill>
            <a:srgbClr val="A6EEDB"/>
          </a:solidFill>
          <a:ln w="762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36DE89A3-863D-4A34-9856-6618555F0764}"/>
              </a:ext>
            </a:extLst>
          </p:cNvPr>
          <p:cNvSpPr/>
          <p:nvPr/>
        </p:nvSpPr>
        <p:spPr>
          <a:xfrm>
            <a:off x="6076602" y="6781236"/>
            <a:ext cx="5065066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endParaRPr lang="pt-PT" sz="300" i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/>
            <a:r>
              <a:rPr lang="en-US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#16 by Pedro PSI – 21</a:t>
            </a:r>
            <a:r>
              <a:rPr lang="en-US" b="1" baseline="300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</a:t>
            </a:r>
            <a:r>
              <a:rPr lang="en-US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of November 2020</a:t>
            </a:r>
          </a:p>
          <a:p>
            <a:pPr algn="r"/>
            <a:r>
              <a:rPr lang="pt-PT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pedropsi.github.io/star-battle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5B4A0A2-A69C-43C1-BECD-8D2EEAE24229}"/>
              </a:ext>
            </a:extLst>
          </p:cNvPr>
          <p:cNvSpPr txBox="1"/>
          <p:nvPr/>
        </p:nvSpPr>
        <p:spPr>
          <a:xfrm>
            <a:off x="1393445" y="-2222173"/>
            <a:ext cx="940510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5400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</a:t>
            </a:r>
            <a:r>
              <a:rPr lang="pt-PT" sz="5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PT" sz="5400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Morganing</a:t>
            </a:r>
            <a:r>
              <a:rPr lang="pt-PT" sz="5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2</a:t>
            </a:r>
            <a:r>
              <a:rPr lang="pt-PT" sz="5400" dirty="0">
                <a:solidFill>
                  <a:srgbClr val="002060"/>
                </a:solidFill>
              </a:rPr>
              <a:t> ★</a:t>
            </a:r>
            <a:endParaRPr lang="pt-PT" sz="54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A761143-01AB-4EAA-8826-DAB18A4EB6D2}"/>
              </a:ext>
            </a:extLst>
          </p:cNvPr>
          <p:cNvSpPr txBox="1"/>
          <p:nvPr/>
        </p:nvSpPr>
        <p:spPr>
          <a:xfrm>
            <a:off x="831184" y="-1393204"/>
            <a:ext cx="10529630" cy="95410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PT" sz="2800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Shade</a:t>
            </a:r>
            <a:r>
              <a:rPr lang="pt-PT" sz="28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PT" sz="2800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exactly</a:t>
            </a:r>
            <a:r>
              <a:rPr lang="pt-PT" sz="28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PT" sz="2800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two</a:t>
            </a:r>
            <a:r>
              <a:rPr lang="pt-PT" sz="28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PT" sz="2800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cells</a:t>
            </a:r>
            <a:r>
              <a:rPr lang="pt-PT" sz="28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per </a:t>
            </a:r>
            <a:r>
              <a:rPr lang="pt-PT" sz="2800" b="1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ellipse</a:t>
            </a:r>
            <a:r>
              <a:rPr lang="pt-PT" sz="2800" b="1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pt-PT" sz="2800" i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pt-PT" sz="2800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Shaded</a:t>
            </a:r>
            <a:r>
              <a:rPr lang="pt-PT" sz="28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PT" sz="2800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cells</a:t>
            </a:r>
            <a:r>
              <a:rPr lang="pt-PT" sz="28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share no </a:t>
            </a:r>
            <a:r>
              <a:rPr lang="pt-PT" sz="2800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edges</a:t>
            </a:r>
            <a:r>
              <a:rPr lang="pt-PT" sz="28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PT" sz="2800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</a:t>
            </a:r>
            <a:r>
              <a:rPr lang="pt-PT" sz="28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PT" sz="2800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points</a:t>
            </a:r>
            <a:r>
              <a:rPr lang="pt-PT" sz="28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6FF68D0-7B6F-4FE6-A53F-6B90FC08927B}"/>
              </a:ext>
            </a:extLst>
          </p:cNvPr>
          <p:cNvGrpSpPr/>
          <p:nvPr/>
        </p:nvGrpSpPr>
        <p:grpSpPr>
          <a:xfrm>
            <a:off x="1393446" y="-97276"/>
            <a:ext cx="9405108" cy="7329423"/>
            <a:chOff x="1393446" y="-97276"/>
            <a:chExt cx="9405108" cy="7329423"/>
          </a:xfrm>
        </p:grpSpPr>
        <p:grpSp>
          <p:nvGrpSpPr>
            <p:cNvPr id="99" name="Group 98">
              <a:extLst>
                <a:ext uri="{FF2B5EF4-FFF2-40B4-BE49-F238E27FC236}">
                  <a16:creationId xmlns:a16="http://schemas.microsoft.com/office/drawing/2014/main" id="{B4DA08BD-3A5B-46D4-93F8-DFC11A174B0C}"/>
                </a:ext>
              </a:extLst>
            </p:cNvPr>
            <p:cNvGrpSpPr/>
            <p:nvPr/>
          </p:nvGrpSpPr>
          <p:grpSpPr>
            <a:xfrm rot="9900000">
              <a:off x="4435327" y="2347076"/>
              <a:ext cx="5116391" cy="4885071"/>
              <a:chOff x="2079711" y="-496348"/>
              <a:chExt cx="7391664" cy="7057477"/>
            </a:xfrm>
          </p:grpSpPr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9949E857-85C4-42EF-A168-502C2CE4EC96}"/>
                  </a:ext>
                </a:extLst>
              </p:cNvPr>
              <p:cNvSpPr/>
              <p:nvPr/>
            </p:nvSpPr>
            <p:spPr>
              <a:xfrm rot="4500000">
                <a:off x="4776727" y="1987650"/>
                <a:ext cx="3546539" cy="760734"/>
              </a:xfrm>
              <a:prstGeom prst="ellipse">
                <a:avLst/>
              </a:prstGeom>
              <a:noFill/>
              <a:ln w="10160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4" name="Oval 113">
                <a:extLst>
                  <a:ext uri="{FF2B5EF4-FFF2-40B4-BE49-F238E27FC236}">
                    <a16:creationId xmlns:a16="http://schemas.microsoft.com/office/drawing/2014/main" id="{2A9F89C7-7094-47AB-85D8-8B50A2B61700}"/>
                  </a:ext>
                </a:extLst>
              </p:cNvPr>
              <p:cNvSpPr/>
              <p:nvPr/>
            </p:nvSpPr>
            <p:spPr>
              <a:xfrm rot="8100000">
                <a:off x="4114514" y="2026989"/>
                <a:ext cx="3822141" cy="911314"/>
              </a:xfrm>
              <a:prstGeom prst="ellipse">
                <a:avLst/>
              </a:prstGeom>
              <a:noFill/>
              <a:ln w="10160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5" name="Oval 114">
                <a:extLst>
                  <a:ext uri="{FF2B5EF4-FFF2-40B4-BE49-F238E27FC236}">
                    <a16:creationId xmlns:a16="http://schemas.microsoft.com/office/drawing/2014/main" id="{80D06AAC-DD89-4451-8E53-9A61496B526C}"/>
                  </a:ext>
                </a:extLst>
              </p:cNvPr>
              <p:cNvSpPr/>
              <p:nvPr/>
            </p:nvSpPr>
            <p:spPr>
              <a:xfrm rot="11631303">
                <a:off x="4283378" y="3164070"/>
                <a:ext cx="2802675" cy="1051210"/>
              </a:xfrm>
              <a:prstGeom prst="ellipse">
                <a:avLst/>
              </a:prstGeom>
              <a:noFill/>
              <a:ln w="10160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6" name="Oval 115">
                <a:extLst>
                  <a:ext uri="{FF2B5EF4-FFF2-40B4-BE49-F238E27FC236}">
                    <a16:creationId xmlns:a16="http://schemas.microsoft.com/office/drawing/2014/main" id="{892E437E-FE56-48EC-B9FB-277AA89E6307}"/>
                  </a:ext>
                </a:extLst>
              </p:cNvPr>
              <p:cNvSpPr/>
              <p:nvPr/>
            </p:nvSpPr>
            <p:spPr>
              <a:xfrm rot="11984027">
                <a:off x="2079711" y="542324"/>
                <a:ext cx="7391664" cy="1209532"/>
              </a:xfrm>
              <a:prstGeom prst="ellipse">
                <a:avLst/>
              </a:prstGeom>
              <a:noFill/>
              <a:ln w="10160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17" name="Oval 116">
                <a:extLst>
                  <a:ext uri="{FF2B5EF4-FFF2-40B4-BE49-F238E27FC236}">
                    <a16:creationId xmlns:a16="http://schemas.microsoft.com/office/drawing/2014/main" id="{8B00AE52-B27C-4489-9394-D14A04C11018}"/>
                  </a:ext>
                </a:extLst>
              </p:cNvPr>
              <p:cNvSpPr/>
              <p:nvPr/>
            </p:nvSpPr>
            <p:spPr>
              <a:xfrm rot="14775064">
                <a:off x="219767" y="1963218"/>
                <a:ext cx="7057477" cy="2138346"/>
              </a:xfrm>
              <a:prstGeom prst="ellipse">
                <a:avLst/>
              </a:prstGeom>
              <a:noFill/>
              <a:ln w="10160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  <p:grpSp>
          <p:nvGrpSpPr>
            <p:cNvPr id="100" name="Group 99">
              <a:extLst>
                <a:ext uri="{FF2B5EF4-FFF2-40B4-BE49-F238E27FC236}">
                  <a16:creationId xmlns:a16="http://schemas.microsoft.com/office/drawing/2014/main" id="{89A5E556-0CB2-4508-A551-72CD2A60BC57}"/>
                </a:ext>
              </a:extLst>
            </p:cNvPr>
            <p:cNvGrpSpPr/>
            <p:nvPr/>
          </p:nvGrpSpPr>
          <p:grpSpPr>
            <a:xfrm rot="20700000">
              <a:off x="1774482" y="1144032"/>
              <a:ext cx="5617897" cy="4742123"/>
              <a:chOff x="1999617" y="-487604"/>
              <a:chExt cx="8116191" cy="6850959"/>
            </a:xfrm>
          </p:grpSpPr>
          <p:sp>
            <p:nvSpPr>
              <p:cNvPr id="108" name="Oval 107">
                <a:extLst>
                  <a:ext uri="{FF2B5EF4-FFF2-40B4-BE49-F238E27FC236}">
                    <a16:creationId xmlns:a16="http://schemas.microsoft.com/office/drawing/2014/main" id="{D83F6160-9C6B-4DA3-9F09-54305EAB2646}"/>
                  </a:ext>
                </a:extLst>
              </p:cNvPr>
              <p:cNvSpPr/>
              <p:nvPr/>
            </p:nvSpPr>
            <p:spPr>
              <a:xfrm rot="4642395">
                <a:off x="5516962" y="2546090"/>
                <a:ext cx="2368254" cy="760734"/>
              </a:xfrm>
              <a:prstGeom prst="ellipse">
                <a:avLst/>
              </a:prstGeom>
              <a:noFill/>
              <a:ln w="10160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09" name="Oval 108">
                <a:extLst>
                  <a:ext uri="{FF2B5EF4-FFF2-40B4-BE49-F238E27FC236}">
                    <a16:creationId xmlns:a16="http://schemas.microsoft.com/office/drawing/2014/main" id="{FF009A19-DCE9-441E-8700-18B25F928C0D}"/>
                  </a:ext>
                </a:extLst>
              </p:cNvPr>
              <p:cNvSpPr/>
              <p:nvPr/>
            </p:nvSpPr>
            <p:spPr>
              <a:xfrm rot="8100000">
                <a:off x="2799988" y="2558110"/>
                <a:ext cx="5388959" cy="911314"/>
              </a:xfrm>
              <a:prstGeom prst="ellipse">
                <a:avLst/>
              </a:prstGeom>
              <a:noFill/>
              <a:ln w="10160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0" name="Oval 109">
                <a:extLst>
                  <a:ext uri="{FF2B5EF4-FFF2-40B4-BE49-F238E27FC236}">
                    <a16:creationId xmlns:a16="http://schemas.microsoft.com/office/drawing/2014/main" id="{1600D9C5-148B-4764-A67F-54F7F73CD61F}"/>
                  </a:ext>
                </a:extLst>
              </p:cNvPr>
              <p:cNvSpPr/>
              <p:nvPr/>
            </p:nvSpPr>
            <p:spPr>
              <a:xfrm rot="11631303">
                <a:off x="2442486" y="3025802"/>
                <a:ext cx="4719929" cy="771886"/>
              </a:xfrm>
              <a:prstGeom prst="ellipse">
                <a:avLst/>
              </a:prstGeom>
              <a:noFill/>
              <a:ln w="10160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1" name="Oval 110">
                <a:extLst>
                  <a:ext uri="{FF2B5EF4-FFF2-40B4-BE49-F238E27FC236}">
                    <a16:creationId xmlns:a16="http://schemas.microsoft.com/office/drawing/2014/main" id="{70F4E273-854F-44F4-81FB-86643F8EF21E}"/>
                  </a:ext>
                </a:extLst>
              </p:cNvPr>
              <p:cNvSpPr/>
              <p:nvPr/>
            </p:nvSpPr>
            <p:spPr>
              <a:xfrm rot="11984027">
                <a:off x="1999617" y="642528"/>
                <a:ext cx="8116191" cy="1210517"/>
              </a:xfrm>
              <a:prstGeom prst="ellipse">
                <a:avLst/>
              </a:prstGeom>
              <a:noFill/>
              <a:ln w="10160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2" name="Oval 111">
                <a:extLst>
                  <a:ext uri="{FF2B5EF4-FFF2-40B4-BE49-F238E27FC236}">
                    <a16:creationId xmlns:a16="http://schemas.microsoft.com/office/drawing/2014/main" id="{6AA0D681-7BCA-4CB5-8DF8-28B5BB02E95D}"/>
                  </a:ext>
                </a:extLst>
              </p:cNvPr>
              <p:cNvSpPr/>
              <p:nvPr/>
            </p:nvSpPr>
            <p:spPr>
              <a:xfrm rot="14775064">
                <a:off x="281440" y="1868703"/>
                <a:ext cx="6850959" cy="2138346"/>
              </a:xfrm>
              <a:prstGeom prst="ellipse">
                <a:avLst/>
              </a:prstGeom>
              <a:noFill/>
              <a:ln w="10160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  <p:sp>
          <p:nvSpPr>
            <p:cNvPr id="101" name="Oval 100">
              <a:extLst>
                <a:ext uri="{FF2B5EF4-FFF2-40B4-BE49-F238E27FC236}">
                  <a16:creationId xmlns:a16="http://schemas.microsoft.com/office/drawing/2014/main" id="{7C4D48EA-F0EA-4327-8708-0ED462B1D831}"/>
                </a:ext>
              </a:extLst>
            </p:cNvPr>
            <p:cNvSpPr/>
            <p:nvPr/>
          </p:nvSpPr>
          <p:spPr>
            <a:xfrm rot="7642703">
              <a:off x="4913751" y="3469645"/>
              <a:ext cx="1532687" cy="1545463"/>
            </a:xfrm>
            <a:prstGeom prst="ellipse">
              <a:avLst/>
            </a:prstGeom>
            <a:noFill/>
            <a:ln w="10160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02" name="Oval 101">
              <a:extLst>
                <a:ext uri="{FF2B5EF4-FFF2-40B4-BE49-F238E27FC236}">
                  <a16:creationId xmlns:a16="http://schemas.microsoft.com/office/drawing/2014/main" id="{6A3B5E6E-41E0-4C94-8A85-1A34F8E63DA7}"/>
                </a:ext>
              </a:extLst>
            </p:cNvPr>
            <p:cNvSpPr/>
            <p:nvPr/>
          </p:nvSpPr>
          <p:spPr>
            <a:xfrm rot="7642703">
              <a:off x="5081493" y="1581122"/>
              <a:ext cx="3827962" cy="1448095"/>
            </a:xfrm>
            <a:prstGeom prst="ellipse">
              <a:avLst/>
            </a:prstGeom>
            <a:noFill/>
            <a:ln w="10160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03" name="Oval 102">
              <a:extLst>
                <a:ext uri="{FF2B5EF4-FFF2-40B4-BE49-F238E27FC236}">
                  <a16:creationId xmlns:a16="http://schemas.microsoft.com/office/drawing/2014/main" id="{DBFE14B9-66A3-4FFD-80DC-D3BF2B226839}"/>
                </a:ext>
              </a:extLst>
            </p:cNvPr>
            <p:cNvSpPr/>
            <p:nvPr/>
          </p:nvSpPr>
          <p:spPr>
            <a:xfrm rot="5400000">
              <a:off x="3300444" y="583012"/>
              <a:ext cx="2650214" cy="1289638"/>
            </a:xfrm>
            <a:prstGeom prst="ellipse">
              <a:avLst/>
            </a:prstGeom>
            <a:noFill/>
            <a:ln w="10160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104" name="Oval 103">
              <a:extLst>
                <a:ext uri="{FF2B5EF4-FFF2-40B4-BE49-F238E27FC236}">
                  <a16:creationId xmlns:a16="http://schemas.microsoft.com/office/drawing/2014/main" id="{F3A079A2-09F8-4022-AD0C-E18F8D2385FD}"/>
                </a:ext>
              </a:extLst>
            </p:cNvPr>
            <p:cNvSpPr/>
            <p:nvPr/>
          </p:nvSpPr>
          <p:spPr>
            <a:xfrm rot="9405075">
              <a:off x="7256642" y="2560443"/>
              <a:ext cx="3406686" cy="1264261"/>
            </a:xfrm>
            <a:prstGeom prst="ellipse">
              <a:avLst/>
            </a:prstGeom>
            <a:noFill/>
            <a:ln w="10160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05" name="Oval 104">
              <a:extLst>
                <a:ext uri="{FF2B5EF4-FFF2-40B4-BE49-F238E27FC236}">
                  <a16:creationId xmlns:a16="http://schemas.microsoft.com/office/drawing/2014/main" id="{AE01DF3E-74FA-4BA6-B891-F2C4F0A1D16D}"/>
                </a:ext>
              </a:extLst>
            </p:cNvPr>
            <p:cNvSpPr/>
            <p:nvPr/>
          </p:nvSpPr>
          <p:spPr>
            <a:xfrm rot="6713205">
              <a:off x="6576652" y="-2000303"/>
              <a:ext cx="1693131" cy="6750672"/>
            </a:xfrm>
            <a:prstGeom prst="ellipse">
              <a:avLst/>
            </a:prstGeom>
            <a:noFill/>
            <a:ln w="10160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06" name="Oval 105">
              <a:extLst>
                <a:ext uri="{FF2B5EF4-FFF2-40B4-BE49-F238E27FC236}">
                  <a16:creationId xmlns:a16="http://schemas.microsoft.com/office/drawing/2014/main" id="{A610C4FA-C4F6-4A74-92DE-2074957A8D23}"/>
                </a:ext>
              </a:extLst>
            </p:cNvPr>
            <p:cNvSpPr/>
            <p:nvPr/>
          </p:nvSpPr>
          <p:spPr>
            <a:xfrm rot="7149909">
              <a:off x="3907424" y="4479593"/>
              <a:ext cx="2075447" cy="2118801"/>
            </a:xfrm>
            <a:prstGeom prst="ellipse">
              <a:avLst/>
            </a:prstGeom>
            <a:noFill/>
            <a:ln w="10160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07" name="Oval 106">
              <a:extLst>
                <a:ext uri="{FF2B5EF4-FFF2-40B4-BE49-F238E27FC236}">
                  <a16:creationId xmlns:a16="http://schemas.microsoft.com/office/drawing/2014/main" id="{FE7F7BB5-8995-47F4-A7C7-791AA35680F6}"/>
                </a:ext>
              </a:extLst>
            </p:cNvPr>
            <p:cNvSpPr/>
            <p:nvPr/>
          </p:nvSpPr>
          <p:spPr>
            <a:xfrm rot="6758370">
              <a:off x="2605880" y="1142437"/>
              <a:ext cx="729873" cy="3154742"/>
            </a:xfrm>
            <a:prstGeom prst="ellipse">
              <a:avLst/>
            </a:prstGeom>
            <a:noFill/>
            <a:ln w="10160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E9E42662-DC13-4FF1-BE44-67B454B4A956}"/>
              </a:ext>
            </a:extLst>
          </p:cNvPr>
          <p:cNvGrpSpPr/>
          <p:nvPr/>
        </p:nvGrpSpPr>
        <p:grpSpPr>
          <a:xfrm>
            <a:off x="1393446" y="-97276"/>
            <a:ext cx="9405108" cy="7329423"/>
            <a:chOff x="1393446" y="-97276"/>
            <a:chExt cx="9405108" cy="7329423"/>
          </a:xfrm>
        </p:grpSpPr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76A592D6-99B1-4CCE-842E-B45FDDA622EB}"/>
                </a:ext>
              </a:extLst>
            </p:cNvPr>
            <p:cNvGrpSpPr/>
            <p:nvPr/>
          </p:nvGrpSpPr>
          <p:grpSpPr>
            <a:xfrm rot="9900000">
              <a:off x="4435327" y="2347076"/>
              <a:ext cx="5116391" cy="4885071"/>
              <a:chOff x="2079711" y="-496348"/>
              <a:chExt cx="7391663" cy="7057477"/>
            </a:xfrm>
            <a:solidFill>
              <a:schemeClr val="bg1"/>
            </a:solidFill>
          </p:grpSpPr>
          <p:sp>
            <p:nvSpPr>
              <p:cNvPr id="94" name="Oval 93">
                <a:extLst>
                  <a:ext uri="{FF2B5EF4-FFF2-40B4-BE49-F238E27FC236}">
                    <a16:creationId xmlns:a16="http://schemas.microsoft.com/office/drawing/2014/main" id="{53049738-997C-4686-801C-9FF8048862E1}"/>
                  </a:ext>
                </a:extLst>
              </p:cNvPr>
              <p:cNvSpPr/>
              <p:nvPr/>
            </p:nvSpPr>
            <p:spPr>
              <a:xfrm rot="4500000">
                <a:off x="4776725" y="1987650"/>
                <a:ext cx="3546539" cy="760734"/>
              </a:xfrm>
              <a:prstGeom prst="ellipse">
                <a:avLst/>
              </a:prstGeom>
              <a:grpFill/>
              <a:ln w="762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5" name="Oval 94">
                <a:extLst>
                  <a:ext uri="{FF2B5EF4-FFF2-40B4-BE49-F238E27FC236}">
                    <a16:creationId xmlns:a16="http://schemas.microsoft.com/office/drawing/2014/main" id="{33999444-745D-4EEE-B74F-9CC5A9666F41}"/>
                  </a:ext>
                </a:extLst>
              </p:cNvPr>
              <p:cNvSpPr/>
              <p:nvPr/>
            </p:nvSpPr>
            <p:spPr>
              <a:xfrm rot="8100000">
                <a:off x="4114513" y="2026989"/>
                <a:ext cx="3822141" cy="911314"/>
              </a:xfrm>
              <a:prstGeom prst="ellipse">
                <a:avLst/>
              </a:prstGeom>
              <a:grpFill/>
              <a:ln w="762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6" name="Oval 95">
                <a:extLst>
                  <a:ext uri="{FF2B5EF4-FFF2-40B4-BE49-F238E27FC236}">
                    <a16:creationId xmlns:a16="http://schemas.microsoft.com/office/drawing/2014/main" id="{E941D066-4E52-4EB6-BF73-63A74A559DB5}"/>
                  </a:ext>
                </a:extLst>
              </p:cNvPr>
              <p:cNvSpPr/>
              <p:nvPr/>
            </p:nvSpPr>
            <p:spPr>
              <a:xfrm rot="11631303">
                <a:off x="4283376" y="3164071"/>
                <a:ext cx="2802675" cy="1051209"/>
              </a:xfrm>
              <a:prstGeom prst="ellipse">
                <a:avLst/>
              </a:prstGeom>
              <a:grpFill/>
              <a:ln w="762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7" name="Oval 96">
                <a:extLst>
                  <a:ext uri="{FF2B5EF4-FFF2-40B4-BE49-F238E27FC236}">
                    <a16:creationId xmlns:a16="http://schemas.microsoft.com/office/drawing/2014/main" id="{E41E06FA-1FAE-4D1A-AC16-678EF915AB8C}"/>
                  </a:ext>
                </a:extLst>
              </p:cNvPr>
              <p:cNvSpPr/>
              <p:nvPr/>
            </p:nvSpPr>
            <p:spPr>
              <a:xfrm rot="11984027">
                <a:off x="2079711" y="542324"/>
                <a:ext cx="7391663" cy="1209531"/>
              </a:xfrm>
              <a:prstGeom prst="ellipse">
                <a:avLst/>
              </a:prstGeom>
              <a:grpFill/>
              <a:ln w="762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98" name="Oval 97">
                <a:extLst>
                  <a:ext uri="{FF2B5EF4-FFF2-40B4-BE49-F238E27FC236}">
                    <a16:creationId xmlns:a16="http://schemas.microsoft.com/office/drawing/2014/main" id="{78B9ECE0-04C7-4BF9-952D-18FC42BBD80D}"/>
                  </a:ext>
                </a:extLst>
              </p:cNvPr>
              <p:cNvSpPr/>
              <p:nvPr/>
            </p:nvSpPr>
            <p:spPr>
              <a:xfrm rot="14775064">
                <a:off x="219766" y="1963218"/>
                <a:ext cx="7057477" cy="2138346"/>
              </a:xfrm>
              <a:prstGeom prst="ellipse">
                <a:avLst/>
              </a:prstGeom>
              <a:grpFill/>
              <a:ln w="762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  <p:grpSp>
          <p:nvGrpSpPr>
            <p:cNvPr id="81" name="Group 80">
              <a:extLst>
                <a:ext uri="{FF2B5EF4-FFF2-40B4-BE49-F238E27FC236}">
                  <a16:creationId xmlns:a16="http://schemas.microsoft.com/office/drawing/2014/main" id="{4144B734-C271-4FEF-8CD0-B64DF1F2BD41}"/>
                </a:ext>
              </a:extLst>
            </p:cNvPr>
            <p:cNvGrpSpPr/>
            <p:nvPr/>
          </p:nvGrpSpPr>
          <p:grpSpPr>
            <a:xfrm rot="20700000">
              <a:off x="1774482" y="1144032"/>
              <a:ext cx="5617897" cy="4742123"/>
              <a:chOff x="1999617" y="-487604"/>
              <a:chExt cx="8116190" cy="6850959"/>
            </a:xfrm>
            <a:solidFill>
              <a:schemeClr val="bg1"/>
            </a:solidFill>
          </p:grpSpPr>
          <p:sp>
            <p:nvSpPr>
              <p:cNvPr id="89" name="Oval 88">
                <a:extLst>
                  <a:ext uri="{FF2B5EF4-FFF2-40B4-BE49-F238E27FC236}">
                    <a16:creationId xmlns:a16="http://schemas.microsoft.com/office/drawing/2014/main" id="{EDB6CDA9-576D-4ACA-98BC-7A6D584CCA6A}"/>
                  </a:ext>
                </a:extLst>
              </p:cNvPr>
              <p:cNvSpPr/>
              <p:nvPr/>
            </p:nvSpPr>
            <p:spPr>
              <a:xfrm rot="4642395">
                <a:off x="5516962" y="2546090"/>
                <a:ext cx="2368254" cy="760734"/>
              </a:xfrm>
              <a:prstGeom prst="ellipse">
                <a:avLst/>
              </a:prstGeom>
              <a:grpFill/>
              <a:ln w="762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90" name="Oval 89">
                <a:extLst>
                  <a:ext uri="{FF2B5EF4-FFF2-40B4-BE49-F238E27FC236}">
                    <a16:creationId xmlns:a16="http://schemas.microsoft.com/office/drawing/2014/main" id="{8DA35B73-966E-45B4-82DF-0A02A6E4E834}"/>
                  </a:ext>
                </a:extLst>
              </p:cNvPr>
              <p:cNvSpPr/>
              <p:nvPr/>
            </p:nvSpPr>
            <p:spPr>
              <a:xfrm rot="8100000">
                <a:off x="2799987" y="2558110"/>
                <a:ext cx="5388959" cy="911314"/>
              </a:xfrm>
              <a:prstGeom prst="ellipse">
                <a:avLst/>
              </a:prstGeom>
              <a:grpFill/>
              <a:ln w="762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1" name="Oval 90">
                <a:extLst>
                  <a:ext uri="{FF2B5EF4-FFF2-40B4-BE49-F238E27FC236}">
                    <a16:creationId xmlns:a16="http://schemas.microsoft.com/office/drawing/2014/main" id="{E7174A3F-F34B-4F00-BC60-F6C97D5D7C50}"/>
                  </a:ext>
                </a:extLst>
              </p:cNvPr>
              <p:cNvSpPr/>
              <p:nvPr/>
            </p:nvSpPr>
            <p:spPr>
              <a:xfrm rot="11631303">
                <a:off x="2442486" y="3025802"/>
                <a:ext cx="4719928" cy="771886"/>
              </a:xfrm>
              <a:prstGeom prst="ellipse">
                <a:avLst/>
              </a:prstGeom>
              <a:grpFill/>
              <a:ln w="762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2" name="Oval 91">
                <a:extLst>
                  <a:ext uri="{FF2B5EF4-FFF2-40B4-BE49-F238E27FC236}">
                    <a16:creationId xmlns:a16="http://schemas.microsoft.com/office/drawing/2014/main" id="{3FDA6B57-C54C-40F7-B502-821ABE6285A9}"/>
                  </a:ext>
                </a:extLst>
              </p:cNvPr>
              <p:cNvSpPr/>
              <p:nvPr/>
            </p:nvSpPr>
            <p:spPr>
              <a:xfrm rot="11984027">
                <a:off x="1999617" y="642530"/>
                <a:ext cx="8116190" cy="1210517"/>
              </a:xfrm>
              <a:prstGeom prst="ellipse">
                <a:avLst/>
              </a:prstGeom>
              <a:grpFill/>
              <a:ln w="762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3" name="Oval 92">
                <a:extLst>
                  <a:ext uri="{FF2B5EF4-FFF2-40B4-BE49-F238E27FC236}">
                    <a16:creationId xmlns:a16="http://schemas.microsoft.com/office/drawing/2014/main" id="{67D294CC-6B32-437B-B0BD-802C9731ECB0}"/>
                  </a:ext>
                </a:extLst>
              </p:cNvPr>
              <p:cNvSpPr/>
              <p:nvPr/>
            </p:nvSpPr>
            <p:spPr>
              <a:xfrm rot="14775064">
                <a:off x="281440" y="1868703"/>
                <a:ext cx="6850959" cy="2138346"/>
              </a:xfrm>
              <a:prstGeom prst="ellipse">
                <a:avLst/>
              </a:prstGeom>
              <a:grpFill/>
              <a:ln w="762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  <p:sp>
          <p:nvSpPr>
            <p:cNvPr id="82" name="Oval 81">
              <a:extLst>
                <a:ext uri="{FF2B5EF4-FFF2-40B4-BE49-F238E27FC236}">
                  <a16:creationId xmlns:a16="http://schemas.microsoft.com/office/drawing/2014/main" id="{62137834-ED7D-4C8C-9D8B-156642963730}"/>
                </a:ext>
              </a:extLst>
            </p:cNvPr>
            <p:cNvSpPr/>
            <p:nvPr/>
          </p:nvSpPr>
          <p:spPr>
            <a:xfrm rot="7642703">
              <a:off x="4913751" y="3469645"/>
              <a:ext cx="1532687" cy="1545463"/>
            </a:xfrm>
            <a:prstGeom prst="ellipse">
              <a:avLst/>
            </a:prstGeom>
            <a:solidFill>
              <a:schemeClr val="bg1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FAD91E35-2D59-4432-8244-54B2266B9DE5}"/>
                </a:ext>
              </a:extLst>
            </p:cNvPr>
            <p:cNvSpPr/>
            <p:nvPr/>
          </p:nvSpPr>
          <p:spPr>
            <a:xfrm rot="7642703">
              <a:off x="5078822" y="1582444"/>
              <a:ext cx="3831286" cy="1448095"/>
            </a:xfrm>
            <a:prstGeom prst="ellipse">
              <a:avLst/>
            </a:prstGeom>
            <a:solidFill>
              <a:schemeClr val="bg1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4FA023E3-F215-4545-9B9F-80C633103AD4}"/>
                </a:ext>
              </a:extLst>
            </p:cNvPr>
            <p:cNvSpPr/>
            <p:nvPr/>
          </p:nvSpPr>
          <p:spPr>
            <a:xfrm rot="5400000">
              <a:off x="3300444" y="583012"/>
              <a:ext cx="2650214" cy="1289638"/>
            </a:xfrm>
            <a:prstGeom prst="ellipse">
              <a:avLst/>
            </a:prstGeom>
            <a:solidFill>
              <a:schemeClr val="bg1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9C7FDD2E-6255-4AFE-81B2-E675B551974C}"/>
                </a:ext>
              </a:extLst>
            </p:cNvPr>
            <p:cNvSpPr/>
            <p:nvPr/>
          </p:nvSpPr>
          <p:spPr>
            <a:xfrm rot="9405075">
              <a:off x="7256642" y="2560443"/>
              <a:ext cx="3406686" cy="1264261"/>
            </a:xfrm>
            <a:prstGeom prst="ellipse">
              <a:avLst/>
            </a:prstGeom>
            <a:solidFill>
              <a:schemeClr val="bg1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A83D1856-C40A-4B85-A9C8-F707D26EC2E8}"/>
                </a:ext>
              </a:extLst>
            </p:cNvPr>
            <p:cNvSpPr/>
            <p:nvPr/>
          </p:nvSpPr>
          <p:spPr>
            <a:xfrm rot="6713205">
              <a:off x="6576652" y="-2000303"/>
              <a:ext cx="1693131" cy="6750672"/>
            </a:xfrm>
            <a:prstGeom prst="ellipse">
              <a:avLst/>
            </a:prstGeom>
            <a:solidFill>
              <a:schemeClr val="bg1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7" name="Oval 86">
              <a:extLst>
                <a:ext uri="{FF2B5EF4-FFF2-40B4-BE49-F238E27FC236}">
                  <a16:creationId xmlns:a16="http://schemas.microsoft.com/office/drawing/2014/main" id="{19D90ED4-0C50-45A9-8A14-703D12AEF4E6}"/>
                </a:ext>
              </a:extLst>
            </p:cNvPr>
            <p:cNvSpPr/>
            <p:nvPr/>
          </p:nvSpPr>
          <p:spPr>
            <a:xfrm rot="7149909">
              <a:off x="3907424" y="4479593"/>
              <a:ext cx="2075447" cy="2118801"/>
            </a:xfrm>
            <a:prstGeom prst="ellipse">
              <a:avLst/>
            </a:prstGeom>
            <a:solidFill>
              <a:schemeClr val="bg1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8" name="Oval 87">
              <a:extLst>
                <a:ext uri="{FF2B5EF4-FFF2-40B4-BE49-F238E27FC236}">
                  <a16:creationId xmlns:a16="http://schemas.microsoft.com/office/drawing/2014/main" id="{920482A4-C598-41A8-A149-8BC2014D4CA5}"/>
                </a:ext>
              </a:extLst>
            </p:cNvPr>
            <p:cNvSpPr/>
            <p:nvPr/>
          </p:nvSpPr>
          <p:spPr>
            <a:xfrm rot="6758370">
              <a:off x="2605880" y="1142437"/>
              <a:ext cx="729873" cy="3154742"/>
            </a:xfrm>
            <a:prstGeom prst="ellipse">
              <a:avLst/>
            </a:prstGeom>
            <a:solidFill>
              <a:schemeClr val="bg1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5291EF77-88E2-46B1-B1F5-75E16C62DB5A}"/>
              </a:ext>
            </a:extLst>
          </p:cNvPr>
          <p:cNvGrpSpPr/>
          <p:nvPr/>
        </p:nvGrpSpPr>
        <p:grpSpPr>
          <a:xfrm>
            <a:off x="1393446" y="-97276"/>
            <a:ext cx="9405108" cy="7329423"/>
            <a:chOff x="1393446" y="-97276"/>
            <a:chExt cx="9405108" cy="7329423"/>
          </a:xfrm>
        </p:grpSpPr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6215E600-7C66-44F5-85C5-99F1EB3145B3}"/>
                </a:ext>
              </a:extLst>
            </p:cNvPr>
            <p:cNvGrpSpPr/>
            <p:nvPr/>
          </p:nvGrpSpPr>
          <p:grpSpPr>
            <a:xfrm rot="9900000">
              <a:off x="4435327" y="2347076"/>
              <a:ext cx="5116391" cy="4885071"/>
              <a:chOff x="2079711" y="-496348"/>
              <a:chExt cx="7391664" cy="7057477"/>
            </a:xfrm>
          </p:grpSpPr>
          <p:sp>
            <p:nvSpPr>
              <p:cNvPr id="55" name="Oval 54">
                <a:extLst>
                  <a:ext uri="{FF2B5EF4-FFF2-40B4-BE49-F238E27FC236}">
                    <a16:creationId xmlns:a16="http://schemas.microsoft.com/office/drawing/2014/main" id="{A2E7F486-5C1E-4F4E-92C6-E3DADAF16574}"/>
                  </a:ext>
                </a:extLst>
              </p:cNvPr>
              <p:cNvSpPr/>
              <p:nvPr/>
            </p:nvSpPr>
            <p:spPr>
              <a:xfrm rot="4500000">
                <a:off x="4776727" y="1987650"/>
                <a:ext cx="3546539" cy="760734"/>
              </a:xfrm>
              <a:prstGeom prst="ellipse">
                <a:avLst/>
              </a:prstGeom>
              <a:noFill/>
              <a:ln w="5080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6" name="Oval 55">
                <a:extLst>
                  <a:ext uri="{FF2B5EF4-FFF2-40B4-BE49-F238E27FC236}">
                    <a16:creationId xmlns:a16="http://schemas.microsoft.com/office/drawing/2014/main" id="{526B99CC-919C-42B7-ABEF-F7EDAA1BD4D7}"/>
                  </a:ext>
                </a:extLst>
              </p:cNvPr>
              <p:cNvSpPr/>
              <p:nvPr/>
            </p:nvSpPr>
            <p:spPr>
              <a:xfrm rot="8100000">
                <a:off x="4114514" y="2026989"/>
                <a:ext cx="3822141" cy="911314"/>
              </a:xfrm>
              <a:prstGeom prst="ellipse">
                <a:avLst/>
              </a:prstGeom>
              <a:noFill/>
              <a:ln w="5080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E2B7ED61-86D5-459A-B174-4A52DCD45015}"/>
                  </a:ext>
                </a:extLst>
              </p:cNvPr>
              <p:cNvSpPr/>
              <p:nvPr/>
            </p:nvSpPr>
            <p:spPr>
              <a:xfrm rot="11631303">
                <a:off x="4283378" y="3164070"/>
                <a:ext cx="2802675" cy="1051210"/>
              </a:xfrm>
              <a:prstGeom prst="ellipse">
                <a:avLst/>
              </a:prstGeom>
              <a:noFill/>
              <a:ln w="5080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6" name="Oval 75">
                <a:extLst>
                  <a:ext uri="{FF2B5EF4-FFF2-40B4-BE49-F238E27FC236}">
                    <a16:creationId xmlns:a16="http://schemas.microsoft.com/office/drawing/2014/main" id="{37E7F168-768E-486E-BF44-BFACCB08B33F}"/>
                  </a:ext>
                </a:extLst>
              </p:cNvPr>
              <p:cNvSpPr/>
              <p:nvPr/>
            </p:nvSpPr>
            <p:spPr>
              <a:xfrm rot="11984027">
                <a:off x="2079711" y="542324"/>
                <a:ext cx="7391664" cy="1209532"/>
              </a:xfrm>
              <a:prstGeom prst="ellipse">
                <a:avLst/>
              </a:prstGeom>
              <a:noFill/>
              <a:ln w="5080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78" name="Oval 77">
                <a:extLst>
                  <a:ext uri="{FF2B5EF4-FFF2-40B4-BE49-F238E27FC236}">
                    <a16:creationId xmlns:a16="http://schemas.microsoft.com/office/drawing/2014/main" id="{1F3A9DE7-7D7A-442A-B799-2509AD62ECF8}"/>
                  </a:ext>
                </a:extLst>
              </p:cNvPr>
              <p:cNvSpPr/>
              <p:nvPr/>
            </p:nvSpPr>
            <p:spPr>
              <a:xfrm rot="14775064">
                <a:off x="219767" y="1963218"/>
                <a:ext cx="7057477" cy="2138346"/>
              </a:xfrm>
              <a:prstGeom prst="ellipse">
                <a:avLst/>
              </a:prstGeom>
              <a:noFill/>
              <a:ln w="5080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68225E0B-A370-4B91-9F92-FA284B50C120}"/>
                </a:ext>
              </a:extLst>
            </p:cNvPr>
            <p:cNvGrpSpPr/>
            <p:nvPr/>
          </p:nvGrpSpPr>
          <p:grpSpPr>
            <a:xfrm rot="20700000">
              <a:off x="1774482" y="1144032"/>
              <a:ext cx="5617897" cy="4742123"/>
              <a:chOff x="1999617" y="-487604"/>
              <a:chExt cx="8116191" cy="6850959"/>
            </a:xfrm>
          </p:grpSpPr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4D701582-1C53-4398-B5F6-084E459C1505}"/>
                  </a:ext>
                </a:extLst>
              </p:cNvPr>
              <p:cNvSpPr/>
              <p:nvPr/>
            </p:nvSpPr>
            <p:spPr>
              <a:xfrm rot="4642395">
                <a:off x="5516962" y="2546090"/>
                <a:ext cx="2368254" cy="760734"/>
              </a:xfrm>
              <a:prstGeom prst="ellipse">
                <a:avLst/>
              </a:prstGeom>
              <a:noFill/>
              <a:ln w="5080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64AE28B5-199F-44B9-8D47-CBA7BA5B84C3}"/>
                  </a:ext>
                </a:extLst>
              </p:cNvPr>
              <p:cNvSpPr/>
              <p:nvPr/>
            </p:nvSpPr>
            <p:spPr>
              <a:xfrm rot="8100000">
                <a:off x="2799988" y="2558110"/>
                <a:ext cx="5388959" cy="911314"/>
              </a:xfrm>
              <a:prstGeom prst="ellipse">
                <a:avLst/>
              </a:prstGeom>
              <a:noFill/>
              <a:ln w="5080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BBCDB445-A9A0-4663-ABB9-1F0288B7EC58}"/>
                  </a:ext>
                </a:extLst>
              </p:cNvPr>
              <p:cNvSpPr/>
              <p:nvPr/>
            </p:nvSpPr>
            <p:spPr>
              <a:xfrm rot="11631303">
                <a:off x="2442486" y="3025802"/>
                <a:ext cx="4719929" cy="771886"/>
              </a:xfrm>
              <a:prstGeom prst="ellipse">
                <a:avLst/>
              </a:prstGeom>
              <a:noFill/>
              <a:ln w="5080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3" name="Oval 52">
                <a:extLst>
                  <a:ext uri="{FF2B5EF4-FFF2-40B4-BE49-F238E27FC236}">
                    <a16:creationId xmlns:a16="http://schemas.microsoft.com/office/drawing/2014/main" id="{E2A9E492-6DC0-4655-9A1A-5A287A0C863A}"/>
                  </a:ext>
                </a:extLst>
              </p:cNvPr>
              <p:cNvSpPr/>
              <p:nvPr/>
            </p:nvSpPr>
            <p:spPr>
              <a:xfrm rot="11984027">
                <a:off x="1999617" y="642528"/>
                <a:ext cx="8116191" cy="1210517"/>
              </a:xfrm>
              <a:prstGeom prst="ellipse">
                <a:avLst/>
              </a:prstGeom>
              <a:noFill/>
              <a:ln w="5080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4" name="Oval 53">
                <a:extLst>
                  <a:ext uri="{FF2B5EF4-FFF2-40B4-BE49-F238E27FC236}">
                    <a16:creationId xmlns:a16="http://schemas.microsoft.com/office/drawing/2014/main" id="{C5C22552-A306-41FC-A51F-FE76E9326235}"/>
                  </a:ext>
                </a:extLst>
              </p:cNvPr>
              <p:cNvSpPr/>
              <p:nvPr/>
            </p:nvSpPr>
            <p:spPr>
              <a:xfrm rot="14775064">
                <a:off x="281440" y="1868703"/>
                <a:ext cx="6850959" cy="2138346"/>
              </a:xfrm>
              <a:prstGeom prst="ellipse">
                <a:avLst/>
              </a:prstGeom>
              <a:noFill/>
              <a:ln w="5080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68CA404A-E476-4572-A6AD-50C6CE5227FB}"/>
                </a:ext>
              </a:extLst>
            </p:cNvPr>
            <p:cNvSpPr/>
            <p:nvPr/>
          </p:nvSpPr>
          <p:spPr>
            <a:xfrm rot="7642703">
              <a:off x="4913751" y="3469645"/>
              <a:ext cx="1532687" cy="1545463"/>
            </a:xfrm>
            <a:prstGeom prst="ellipse">
              <a:avLst/>
            </a:prstGeom>
            <a:noFill/>
            <a:ln w="5080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8CEFB67A-A611-4830-8BCA-D7F7C4BAEC1C}"/>
                </a:ext>
              </a:extLst>
            </p:cNvPr>
            <p:cNvSpPr/>
            <p:nvPr/>
          </p:nvSpPr>
          <p:spPr>
            <a:xfrm rot="7642703">
              <a:off x="5078822" y="1582444"/>
              <a:ext cx="3831286" cy="1448095"/>
            </a:xfrm>
            <a:prstGeom prst="ellipse">
              <a:avLst/>
            </a:prstGeom>
            <a:noFill/>
            <a:ln w="5080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C9E710C3-61AE-4AF0-B2CB-4C39AC209C26}"/>
                </a:ext>
              </a:extLst>
            </p:cNvPr>
            <p:cNvSpPr/>
            <p:nvPr/>
          </p:nvSpPr>
          <p:spPr>
            <a:xfrm rot="5400000">
              <a:off x="3300444" y="583012"/>
              <a:ext cx="2650214" cy="1289638"/>
            </a:xfrm>
            <a:prstGeom prst="ellipse">
              <a:avLst/>
            </a:prstGeom>
            <a:noFill/>
            <a:ln w="5080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51ECF458-D4B1-4B96-8EDF-9CDE8768B563}"/>
                </a:ext>
              </a:extLst>
            </p:cNvPr>
            <p:cNvSpPr/>
            <p:nvPr/>
          </p:nvSpPr>
          <p:spPr>
            <a:xfrm rot="9405075">
              <a:off x="7256642" y="2560443"/>
              <a:ext cx="3406686" cy="1264261"/>
            </a:xfrm>
            <a:prstGeom prst="ellipse">
              <a:avLst/>
            </a:prstGeom>
            <a:noFill/>
            <a:ln w="5080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7FBA3246-6D28-4DEE-9F61-B78BDB5D46B2}"/>
                </a:ext>
              </a:extLst>
            </p:cNvPr>
            <p:cNvSpPr/>
            <p:nvPr/>
          </p:nvSpPr>
          <p:spPr>
            <a:xfrm rot="6713205">
              <a:off x="6576652" y="-2000303"/>
              <a:ext cx="1693131" cy="6750672"/>
            </a:xfrm>
            <a:prstGeom prst="ellipse">
              <a:avLst/>
            </a:prstGeom>
            <a:noFill/>
            <a:ln w="5080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D575BE13-109F-44E4-85E6-344B7AC5A9D9}"/>
                </a:ext>
              </a:extLst>
            </p:cNvPr>
            <p:cNvSpPr/>
            <p:nvPr/>
          </p:nvSpPr>
          <p:spPr>
            <a:xfrm rot="7149909">
              <a:off x="3907424" y="4479593"/>
              <a:ext cx="2075447" cy="2118801"/>
            </a:xfrm>
            <a:prstGeom prst="ellipse">
              <a:avLst/>
            </a:prstGeom>
            <a:noFill/>
            <a:ln w="5080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609E8C9D-FE02-4A01-AB0B-1121D59F2984}"/>
                </a:ext>
              </a:extLst>
            </p:cNvPr>
            <p:cNvSpPr/>
            <p:nvPr/>
          </p:nvSpPr>
          <p:spPr>
            <a:xfrm rot="6758370">
              <a:off x="2605880" y="1142437"/>
              <a:ext cx="729873" cy="3154742"/>
            </a:xfrm>
            <a:prstGeom prst="ellipse">
              <a:avLst/>
            </a:prstGeom>
            <a:noFill/>
            <a:ln w="5080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</p:spTree>
    <p:extLst>
      <p:ext uri="{BB962C8B-B14F-4D97-AF65-F5344CB8AC3E}">
        <p14:creationId xmlns:p14="http://schemas.microsoft.com/office/powerpoint/2010/main" val="14553281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D7292CA-3C83-4379-8A42-16543C43A2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965717" y="-3709196"/>
            <a:ext cx="5569236" cy="3924502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BB04B0FD-583B-4232-B245-8759D0C93A39}"/>
              </a:ext>
            </a:extLst>
          </p:cNvPr>
          <p:cNvGrpSpPr/>
          <p:nvPr/>
        </p:nvGrpSpPr>
        <p:grpSpPr>
          <a:xfrm>
            <a:off x="-452059" y="-2742179"/>
            <a:ext cx="13587587" cy="10588839"/>
            <a:chOff x="-452059" y="-2742179"/>
            <a:chExt cx="13587587" cy="10588839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FB4FEC83-F46A-4121-A049-E160681BD0AC}"/>
                </a:ext>
              </a:extLst>
            </p:cNvPr>
            <p:cNvGrpSpPr/>
            <p:nvPr/>
          </p:nvGrpSpPr>
          <p:grpSpPr>
            <a:xfrm>
              <a:off x="-452059" y="-2742179"/>
              <a:ext cx="13587587" cy="10588839"/>
              <a:chOff x="-506729" y="-2876465"/>
              <a:chExt cx="13587587" cy="10588839"/>
            </a:xfrm>
          </p:grpSpPr>
          <p:grpSp>
            <p:nvGrpSpPr>
              <p:cNvPr id="2" name="Group 1">
                <a:extLst>
                  <a:ext uri="{FF2B5EF4-FFF2-40B4-BE49-F238E27FC236}">
                    <a16:creationId xmlns:a16="http://schemas.microsoft.com/office/drawing/2014/main" id="{D97EC532-302B-4012-91B5-D4DC1D8A7946}"/>
                  </a:ext>
                </a:extLst>
              </p:cNvPr>
              <p:cNvGrpSpPr/>
              <p:nvPr/>
            </p:nvGrpSpPr>
            <p:grpSpPr>
              <a:xfrm rot="9900000">
                <a:off x="3887886" y="654897"/>
                <a:ext cx="7391664" cy="7057477"/>
                <a:chOff x="2079711" y="-496348"/>
                <a:chExt cx="7391664" cy="7057477"/>
              </a:xfrm>
            </p:grpSpPr>
            <p:sp>
              <p:nvSpPr>
                <p:cNvPr id="17" name="Oval 16">
                  <a:extLst>
                    <a:ext uri="{FF2B5EF4-FFF2-40B4-BE49-F238E27FC236}">
                      <a16:creationId xmlns:a16="http://schemas.microsoft.com/office/drawing/2014/main" id="{51E6D6C7-DE11-41C3-B4D4-1C46B718867F}"/>
                    </a:ext>
                  </a:extLst>
                </p:cNvPr>
                <p:cNvSpPr/>
                <p:nvPr/>
              </p:nvSpPr>
              <p:spPr>
                <a:xfrm rot="4500000">
                  <a:off x="4776727" y="1987650"/>
                  <a:ext cx="3546539" cy="760734"/>
                </a:xfrm>
                <a:prstGeom prst="ellipse">
                  <a:avLst/>
                </a:prstGeom>
                <a:noFill/>
                <a:ln w="127000"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5" name="Oval 14">
                  <a:extLst>
                    <a:ext uri="{FF2B5EF4-FFF2-40B4-BE49-F238E27FC236}">
                      <a16:creationId xmlns:a16="http://schemas.microsoft.com/office/drawing/2014/main" id="{06CA860A-4CF5-411D-AE3B-091592722296}"/>
                    </a:ext>
                  </a:extLst>
                </p:cNvPr>
                <p:cNvSpPr/>
                <p:nvPr/>
              </p:nvSpPr>
              <p:spPr>
                <a:xfrm rot="8100000">
                  <a:off x="4114514" y="2026989"/>
                  <a:ext cx="3822141" cy="911314"/>
                </a:xfrm>
                <a:prstGeom prst="ellipse">
                  <a:avLst/>
                </a:prstGeom>
                <a:noFill/>
                <a:ln w="127000"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20" name="Oval 19">
                  <a:extLst>
                    <a:ext uri="{FF2B5EF4-FFF2-40B4-BE49-F238E27FC236}">
                      <a16:creationId xmlns:a16="http://schemas.microsoft.com/office/drawing/2014/main" id="{DCF57E99-5115-4771-BBB3-3FBFFFDEEFA4}"/>
                    </a:ext>
                  </a:extLst>
                </p:cNvPr>
                <p:cNvSpPr/>
                <p:nvPr/>
              </p:nvSpPr>
              <p:spPr>
                <a:xfrm rot="11631303">
                  <a:off x="4283378" y="3164070"/>
                  <a:ext cx="2802675" cy="1051210"/>
                </a:xfrm>
                <a:prstGeom prst="ellipse">
                  <a:avLst/>
                </a:prstGeom>
                <a:noFill/>
                <a:ln w="127000"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23" name="Oval 22">
                  <a:extLst>
                    <a:ext uri="{FF2B5EF4-FFF2-40B4-BE49-F238E27FC236}">
                      <a16:creationId xmlns:a16="http://schemas.microsoft.com/office/drawing/2014/main" id="{A0ECA93F-B3DF-4A59-A2DB-FD92ADBDDBA0}"/>
                    </a:ext>
                  </a:extLst>
                </p:cNvPr>
                <p:cNvSpPr/>
                <p:nvPr/>
              </p:nvSpPr>
              <p:spPr>
                <a:xfrm rot="11984027">
                  <a:off x="2079711" y="542324"/>
                  <a:ext cx="7391664" cy="1209532"/>
                </a:xfrm>
                <a:prstGeom prst="ellipse">
                  <a:avLst/>
                </a:prstGeom>
                <a:noFill/>
                <a:ln w="127000"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 dirty="0"/>
                </a:p>
              </p:txBody>
            </p:sp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3A828A39-8E2A-43F1-BE80-EF67C222D5E8}"/>
                    </a:ext>
                  </a:extLst>
                </p:cNvPr>
                <p:cNvSpPr/>
                <p:nvPr/>
              </p:nvSpPr>
              <p:spPr>
                <a:xfrm rot="14775064">
                  <a:off x="219767" y="1963218"/>
                  <a:ext cx="7057477" cy="2138346"/>
                </a:xfrm>
                <a:prstGeom prst="ellipse">
                  <a:avLst/>
                </a:prstGeom>
                <a:noFill/>
                <a:ln w="127000"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</p:grpSp>
          <p:grpSp>
            <p:nvGrpSpPr>
              <p:cNvPr id="37" name="Group 36">
                <a:extLst>
                  <a:ext uri="{FF2B5EF4-FFF2-40B4-BE49-F238E27FC236}">
                    <a16:creationId xmlns:a16="http://schemas.microsoft.com/office/drawing/2014/main" id="{F56C8030-67FC-4DA6-BFE7-171742E152DC}"/>
                  </a:ext>
                </a:extLst>
              </p:cNvPr>
              <p:cNvGrpSpPr/>
              <p:nvPr/>
            </p:nvGrpSpPr>
            <p:grpSpPr>
              <a:xfrm rot="20700000">
                <a:off x="43756" y="-1083144"/>
                <a:ext cx="8116191" cy="6850959"/>
                <a:chOff x="1999617" y="-487604"/>
                <a:chExt cx="8116191" cy="6850959"/>
              </a:xfrm>
            </p:grpSpPr>
            <p:sp>
              <p:nvSpPr>
                <p:cNvPr id="38" name="Oval 37">
                  <a:extLst>
                    <a:ext uri="{FF2B5EF4-FFF2-40B4-BE49-F238E27FC236}">
                      <a16:creationId xmlns:a16="http://schemas.microsoft.com/office/drawing/2014/main" id="{63E8A5C6-D8CF-4FB9-A490-4F715106953D}"/>
                    </a:ext>
                  </a:extLst>
                </p:cNvPr>
                <p:cNvSpPr/>
                <p:nvPr/>
              </p:nvSpPr>
              <p:spPr>
                <a:xfrm rot="4642395">
                  <a:off x="5516962" y="2546090"/>
                  <a:ext cx="2368254" cy="760734"/>
                </a:xfrm>
                <a:prstGeom prst="ellipse">
                  <a:avLst/>
                </a:prstGeom>
                <a:noFill/>
                <a:ln w="127000"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 dirty="0"/>
                </a:p>
              </p:txBody>
            </p:sp>
            <p:sp>
              <p:nvSpPr>
                <p:cNvPr id="39" name="Oval 38">
                  <a:extLst>
                    <a:ext uri="{FF2B5EF4-FFF2-40B4-BE49-F238E27FC236}">
                      <a16:creationId xmlns:a16="http://schemas.microsoft.com/office/drawing/2014/main" id="{6CA4B467-8A49-47A4-A669-94FA901E2174}"/>
                    </a:ext>
                  </a:extLst>
                </p:cNvPr>
                <p:cNvSpPr/>
                <p:nvPr/>
              </p:nvSpPr>
              <p:spPr>
                <a:xfrm rot="8100000">
                  <a:off x="2799988" y="2558110"/>
                  <a:ext cx="5388959" cy="911314"/>
                </a:xfrm>
                <a:prstGeom prst="ellipse">
                  <a:avLst/>
                </a:prstGeom>
                <a:noFill/>
                <a:ln w="127000"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40" name="Oval 39">
                  <a:extLst>
                    <a:ext uri="{FF2B5EF4-FFF2-40B4-BE49-F238E27FC236}">
                      <a16:creationId xmlns:a16="http://schemas.microsoft.com/office/drawing/2014/main" id="{63A3ADCB-845D-4B5A-AA6F-E79D6611C8AA}"/>
                    </a:ext>
                  </a:extLst>
                </p:cNvPr>
                <p:cNvSpPr/>
                <p:nvPr/>
              </p:nvSpPr>
              <p:spPr>
                <a:xfrm rot="11631303">
                  <a:off x="2442486" y="3025802"/>
                  <a:ext cx="4719929" cy="771886"/>
                </a:xfrm>
                <a:prstGeom prst="ellipse">
                  <a:avLst/>
                </a:prstGeom>
                <a:noFill/>
                <a:ln w="127000"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41" name="Oval 40">
                  <a:extLst>
                    <a:ext uri="{FF2B5EF4-FFF2-40B4-BE49-F238E27FC236}">
                      <a16:creationId xmlns:a16="http://schemas.microsoft.com/office/drawing/2014/main" id="{6AFF44D2-EF88-407F-B5E8-C027AA2376FE}"/>
                    </a:ext>
                  </a:extLst>
                </p:cNvPr>
                <p:cNvSpPr/>
                <p:nvPr/>
              </p:nvSpPr>
              <p:spPr>
                <a:xfrm rot="11984027">
                  <a:off x="1999617" y="642528"/>
                  <a:ext cx="8116191" cy="1210517"/>
                </a:xfrm>
                <a:prstGeom prst="ellipse">
                  <a:avLst/>
                </a:prstGeom>
                <a:noFill/>
                <a:ln w="127000"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43" name="Oval 42">
                  <a:extLst>
                    <a:ext uri="{FF2B5EF4-FFF2-40B4-BE49-F238E27FC236}">
                      <a16:creationId xmlns:a16="http://schemas.microsoft.com/office/drawing/2014/main" id="{D35D15E3-0AD4-4710-8D5E-B55F29354A52}"/>
                    </a:ext>
                  </a:extLst>
                </p:cNvPr>
                <p:cNvSpPr/>
                <p:nvPr/>
              </p:nvSpPr>
              <p:spPr>
                <a:xfrm rot="14775064">
                  <a:off x="281440" y="1868703"/>
                  <a:ext cx="6850959" cy="2138346"/>
                </a:xfrm>
                <a:prstGeom prst="ellipse">
                  <a:avLst/>
                </a:prstGeom>
                <a:noFill/>
                <a:ln w="127000"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</p:grpSp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637A7A3A-17A7-4062-BC47-C68F09D97164}"/>
                  </a:ext>
                </a:extLst>
              </p:cNvPr>
              <p:cNvSpPr/>
              <p:nvPr/>
            </p:nvSpPr>
            <p:spPr>
              <a:xfrm rot="7642703">
                <a:off x="4579066" y="2276677"/>
                <a:ext cx="2214278" cy="2232734"/>
              </a:xfrm>
              <a:prstGeom prst="ellipse">
                <a:avLst/>
              </a:prstGeom>
              <a:noFill/>
              <a:ln w="12700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C69514BD-4341-4487-B6EE-E848631DF168}"/>
                  </a:ext>
                </a:extLst>
              </p:cNvPr>
              <p:cNvSpPr/>
              <p:nvPr/>
            </p:nvSpPr>
            <p:spPr>
              <a:xfrm rot="7642703">
                <a:off x="5730236" y="-901061"/>
                <a:ext cx="4468786" cy="2232734"/>
              </a:xfrm>
              <a:prstGeom prst="ellipse">
                <a:avLst/>
              </a:prstGeom>
              <a:noFill/>
              <a:ln w="12700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1" name="Oval 60">
                <a:extLst>
                  <a:ext uri="{FF2B5EF4-FFF2-40B4-BE49-F238E27FC236}">
                    <a16:creationId xmlns:a16="http://schemas.microsoft.com/office/drawing/2014/main" id="{32436EB2-79DD-4353-8A4E-1A9798156F1D}"/>
                  </a:ext>
                </a:extLst>
              </p:cNvPr>
              <p:cNvSpPr/>
              <p:nvPr/>
            </p:nvSpPr>
            <p:spPr>
              <a:xfrm rot="5400000">
                <a:off x="2248318" y="-1893651"/>
                <a:ext cx="3828772" cy="1863143"/>
              </a:xfrm>
              <a:prstGeom prst="ellipse">
                <a:avLst/>
              </a:prstGeom>
              <a:noFill/>
              <a:ln w="12700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654E5A13-F6E9-44F8-897A-C6CA42118862}"/>
                  </a:ext>
                </a:extLst>
              </p:cNvPr>
              <p:cNvSpPr/>
              <p:nvPr/>
            </p:nvSpPr>
            <p:spPr>
              <a:xfrm rot="9405075">
                <a:off x="7963848" y="963150"/>
                <a:ext cx="4921648" cy="1826481"/>
              </a:xfrm>
              <a:prstGeom prst="ellipse">
                <a:avLst/>
              </a:prstGeom>
              <a:noFill/>
              <a:ln w="12700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4" name="Oval 63">
                <a:extLst>
                  <a:ext uri="{FF2B5EF4-FFF2-40B4-BE49-F238E27FC236}">
                    <a16:creationId xmlns:a16="http://schemas.microsoft.com/office/drawing/2014/main" id="{1EA43F95-68B2-4579-9D48-72A962DC3CC9}"/>
                  </a:ext>
                </a:extLst>
              </p:cNvPr>
              <p:cNvSpPr/>
              <p:nvPr/>
            </p:nvSpPr>
            <p:spPr>
              <a:xfrm rot="6713205">
                <a:off x="6981465" y="-5625773"/>
                <a:ext cx="2446071" cy="9752715"/>
              </a:xfrm>
              <a:prstGeom prst="ellipse">
                <a:avLst/>
              </a:prstGeom>
              <a:noFill/>
              <a:ln w="12700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5" name="Oval 84">
                <a:extLst>
                  <a:ext uri="{FF2B5EF4-FFF2-40B4-BE49-F238E27FC236}">
                    <a16:creationId xmlns:a16="http://schemas.microsoft.com/office/drawing/2014/main" id="{FF5B5292-0EAF-452F-839B-8DF6799DC754}"/>
                  </a:ext>
                </a:extLst>
              </p:cNvPr>
              <p:cNvSpPr/>
              <p:nvPr/>
            </p:nvSpPr>
            <p:spPr>
              <a:xfrm rot="7149909">
                <a:off x="3125223" y="3735751"/>
                <a:ext cx="2998404" cy="3061038"/>
              </a:xfrm>
              <a:prstGeom prst="ellipse">
                <a:avLst/>
              </a:prstGeom>
              <a:noFill/>
              <a:ln w="12700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FA99AF2F-085B-4991-B17B-67A7F6C0D745}"/>
                  </a:ext>
                </a:extLst>
              </p:cNvPr>
              <p:cNvSpPr/>
              <p:nvPr/>
            </p:nvSpPr>
            <p:spPr>
              <a:xfrm rot="6758370">
                <a:off x="1244879" y="-1085448"/>
                <a:ext cx="1054450" cy="4557665"/>
              </a:xfrm>
              <a:prstGeom prst="ellipse">
                <a:avLst/>
              </a:prstGeom>
              <a:noFill/>
              <a:ln w="12700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5AC230BA-35E9-4948-8114-78B2001426F1}"/>
                </a:ext>
              </a:extLst>
            </p:cNvPr>
            <p:cNvGrpSpPr/>
            <p:nvPr/>
          </p:nvGrpSpPr>
          <p:grpSpPr>
            <a:xfrm>
              <a:off x="-452059" y="-2742179"/>
              <a:ext cx="13587587" cy="10588839"/>
              <a:chOff x="-506729" y="-2876465"/>
              <a:chExt cx="13587587" cy="10588839"/>
            </a:xfrm>
            <a:solidFill>
              <a:schemeClr val="bg1"/>
            </a:solidFill>
          </p:grpSpPr>
          <p:grpSp>
            <p:nvGrpSpPr>
              <p:cNvPr id="26" name="Group 25">
                <a:extLst>
                  <a:ext uri="{FF2B5EF4-FFF2-40B4-BE49-F238E27FC236}">
                    <a16:creationId xmlns:a16="http://schemas.microsoft.com/office/drawing/2014/main" id="{2233048E-9ED4-4156-9689-46695526724B}"/>
                  </a:ext>
                </a:extLst>
              </p:cNvPr>
              <p:cNvGrpSpPr/>
              <p:nvPr/>
            </p:nvGrpSpPr>
            <p:grpSpPr>
              <a:xfrm rot="9900000">
                <a:off x="3887886" y="654897"/>
                <a:ext cx="7391664" cy="7057477"/>
                <a:chOff x="2079711" y="-496348"/>
                <a:chExt cx="7391664" cy="7057477"/>
              </a:xfrm>
              <a:grpFill/>
            </p:grpSpPr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CF115549-4433-4FCF-95DD-F204FFDB486A}"/>
                    </a:ext>
                  </a:extLst>
                </p:cNvPr>
                <p:cNvSpPr/>
                <p:nvPr/>
              </p:nvSpPr>
              <p:spPr>
                <a:xfrm rot="4500000">
                  <a:off x="4776727" y="1987650"/>
                  <a:ext cx="3546539" cy="760734"/>
                </a:xfrm>
                <a:prstGeom prst="ellipse">
                  <a:avLst/>
                </a:prstGeom>
                <a:grpFill/>
                <a:ln w="762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A58A6EA2-3984-493A-879F-A40EE2ABF4B9}"/>
                    </a:ext>
                  </a:extLst>
                </p:cNvPr>
                <p:cNvSpPr/>
                <p:nvPr/>
              </p:nvSpPr>
              <p:spPr>
                <a:xfrm rot="8100000">
                  <a:off x="4114514" y="2026989"/>
                  <a:ext cx="3822141" cy="911314"/>
                </a:xfrm>
                <a:prstGeom prst="ellipse">
                  <a:avLst/>
                </a:prstGeom>
                <a:grpFill/>
                <a:ln w="762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AADE1355-8C29-4208-8C9C-03E40D840F4F}"/>
                    </a:ext>
                  </a:extLst>
                </p:cNvPr>
                <p:cNvSpPr/>
                <p:nvPr/>
              </p:nvSpPr>
              <p:spPr>
                <a:xfrm rot="11631303">
                  <a:off x="4283378" y="3164070"/>
                  <a:ext cx="2802675" cy="1051210"/>
                </a:xfrm>
                <a:prstGeom prst="ellipse">
                  <a:avLst/>
                </a:prstGeom>
                <a:grpFill/>
                <a:ln w="762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51" name="Oval 50">
                  <a:extLst>
                    <a:ext uri="{FF2B5EF4-FFF2-40B4-BE49-F238E27FC236}">
                      <a16:creationId xmlns:a16="http://schemas.microsoft.com/office/drawing/2014/main" id="{D533CEF3-10A9-4667-91B9-4B4F84932C50}"/>
                    </a:ext>
                  </a:extLst>
                </p:cNvPr>
                <p:cNvSpPr/>
                <p:nvPr/>
              </p:nvSpPr>
              <p:spPr>
                <a:xfrm rot="11984027">
                  <a:off x="2079711" y="542324"/>
                  <a:ext cx="7391664" cy="1209532"/>
                </a:xfrm>
                <a:prstGeom prst="ellipse">
                  <a:avLst/>
                </a:prstGeom>
                <a:grpFill/>
                <a:ln w="762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 dirty="0"/>
                </a:p>
              </p:txBody>
            </p:sp>
            <p:sp>
              <p:nvSpPr>
                <p:cNvPr id="53" name="Oval 52">
                  <a:extLst>
                    <a:ext uri="{FF2B5EF4-FFF2-40B4-BE49-F238E27FC236}">
                      <a16:creationId xmlns:a16="http://schemas.microsoft.com/office/drawing/2014/main" id="{3B774F4A-8C11-4627-A1ED-B647BF598B89}"/>
                    </a:ext>
                  </a:extLst>
                </p:cNvPr>
                <p:cNvSpPr/>
                <p:nvPr/>
              </p:nvSpPr>
              <p:spPr>
                <a:xfrm rot="14775064">
                  <a:off x="219767" y="1963218"/>
                  <a:ext cx="7057477" cy="2138346"/>
                </a:xfrm>
                <a:prstGeom prst="ellipse">
                  <a:avLst/>
                </a:prstGeom>
                <a:grpFill/>
                <a:ln w="762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</p:grpSp>
          <p:grpSp>
            <p:nvGrpSpPr>
              <p:cNvPr id="27" name="Group 26">
                <a:extLst>
                  <a:ext uri="{FF2B5EF4-FFF2-40B4-BE49-F238E27FC236}">
                    <a16:creationId xmlns:a16="http://schemas.microsoft.com/office/drawing/2014/main" id="{2D347138-AB98-46F8-947A-7CB2BEE241DE}"/>
                  </a:ext>
                </a:extLst>
              </p:cNvPr>
              <p:cNvGrpSpPr/>
              <p:nvPr/>
            </p:nvGrpSpPr>
            <p:grpSpPr>
              <a:xfrm rot="20700000">
                <a:off x="43756" y="-1083144"/>
                <a:ext cx="8116191" cy="6850959"/>
                <a:chOff x="1999617" y="-487604"/>
                <a:chExt cx="8116191" cy="6850959"/>
              </a:xfrm>
              <a:grpFill/>
            </p:grpSpPr>
            <p:sp>
              <p:nvSpPr>
                <p:cNvPr id="36" name="Oval 35">
                  <a:extLst>
                    <a:ext uri="{FF2B5EF4-FFF2-40B4-BE49-F238E27FC236}">
                      <a16:creationId xmlns:a16="http://schemas.microsoft.com/office/drawing/2014/main" id="{A26E9F03-4D2C-49FE-B7BB-20765D9B84F0}"/>
                    </a:ext>
                  </a:extLst>
                </p:cNvPr>
                <p:cNvSpPr/>
                <p:nvPr/>
              </p:nvSpPr>
              <p:spPr>
                <a:xfrm rot="4642395">
                  <a:off x="5516962" y="2546090"/>
                  <a:ext cx="2368254" cy="760734"/>
                </a:xfrm>
                <a:prstGeom prst="ellipse">
                  <a:avLst/>
                </a:prstGeom>
                <a:grpFill/>
                <a:ln w="762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 dirty="0"/>
                </a:p>
              </p:txBody>
            </p:sp>
            <p:sp>
              <p:nvSpPr>
                <p:cNvPr id="42" name="Oval 41">
                  <a:extLst>
                    <a:ext uri="{FF2B5EF4-FFF2-40B4-BE49-F238E27FC236}">
                      <a16:creationId xmlns:a16="http://schemas.microsoft.com/office/drawing/2014/main" id="{AC6CA3E2-2225-4053-A4E2-46118297F3E4}"/>
                    </a:ext>
                  </a:extLst>
                </p:cNvPr>
                <p:cNvSpPr/>
                <p:nvPr/>
              </p:nvSpPr>
              <p:spPr>
                <a:xfrm rot="8100000">
                  <a:off x="2799988" y="2558110"/>
                  <a:ext cx="5388959" cy="911314"/>
                </a:xfrm>
                <a:prstGeom prst="ellipse">
                  <a:avLst/>
                </a:prstGeom>
                <a:grpFill/>
                <a:ln w="762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45" name="Oval 44">
                  <a:extLst>
                    <a:ext uri="{FF2B5EF4-FFF2-40B4-BE49-F238E27FC236}">
                      <a16:creationId xmlns:a16="http://schemas.microsoft.com/office/drawing/2014/main" id="{4B1A6B5B-267C-42B4-8D20-2D0C8C158315}"/>
                    </a:ext>
                  </a:extLst>
                </p:cNvPr>
                <p:cNvSpPr/>
                <p:nvPr/>
              </p:nvSpPr>
              <p:spPr>
                <a:xfrm rot="11631303">
                  <a:off x="2442486" y="3025802"/>
                  <a:ext cx="4719929" cy="771886"/>
                </a:xfrm>
                <a:prstGeom prst="ellipse">
                  <a:avLst/>
                </a:prstGeom>
                <a:grpFill/>
                <a:ln w="762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46" name="Oval 45">
                  <a:extLst>
                    <a:ext uri="{FF2B5EF4-FFF2-40B4-BE49-F238E27FC236}">
                      <a16:creationId xmlns:a16="http://schemas.microsoft.com/office/drawing/2014/main" id="{8D6F63AD-B5CB-4723-BB2E-D7E6B9424F4D}"/>
                    </a:ext>
                  </a:extLst>
                </p:cNvPr>
                <p:cNvSpPr/>
                <p:nvPr/>
              </p:nvSpPr>
              <p:spPr>
                <a:xfrm rot="11984027">
                  <a:off x="1999617" y="642528"/>
                  <a:ext cx="8116191" cy="1210517"/>
                </a:xfrm>
                <a:prstGeom prst="ellipse">
                  <a:avLst/>
                </a:prstGeom>
                <a:grpFill/>
                <a:ln w="762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09864951-32F7-4148-A475-4FCD13E058B4}"/>
                    </a:ext>
                  </a:extLst>
                </p:cNvPr>
                <p:cNvSpPr/>
                <p:nvPr/>
              </p:nvSpPr>
              <p:spPr>
                <a:xfrm rot="14775064">
                  <a:off x="281440" y="1868703"/>
                  <a:ext cx="6850959" cy="2138346"/>
                </a:xfrm>
                <a:prstGeom prst="ellipse">
                  <a:avLst/>
                </a:prstGeom>
                <a:grpFill/>
                <a:ln w="762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</p:grp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A45B18EF-C3D7-4A2B-AED5-04750D00BCC5}"/>
                  </a:ext>
                </a:extLst>
              </p:cNvPr>
              <p:cNvSpPr/>
              <p:nvPr/>
            </p:nvSpPr>
            <p:spPr>
              <a:xfrm rot="7642703">
                <a:off x="4579066" y="2276677"/>
                <a:ext cx="2214278" cy="2232734"/>
              </a:xfrm>
              <a:prstGeom prst="ellipse">
                <a:avLst/>
              </a:prstGeom>
              <a:grpFill/>
              <a:ln w="762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9409B566-DCEB-4F27-A68C-AF5DBA603F8A}"/>
                  </a:ext>
                </a:extLst>
              </p:cNvPr>
              <p:cNvSpPr/>
              <p:nvPr/>
            </p:nvSpPr>
            <p:spPr>
              <a:xfrm rot="7642703">
                <a:off x="5730236" y="-901061"/>
                <a:ext cx="4468786" cy="2232734"/>
              </a:xfrm>
              <a:prstGeom prst="ellipse">
                <a:avLst/>
              </a:prstGeom>
              <a:grpFill/>
              <a:ln w="762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8F6A64F0-D71A-425D-8511-F8FB1BCFE024}"/>
                  </a:ext>
                </a:extLst>
              </p:cNvPr>
              <p:cNvSpPr/>
              <p:nvPr/>
            </p:nvSpPr>
            <p:spPr>
              <a:xfrm rot="5400000">
                <a:off x="2248318" y="-1893651"/>
                <a:ext cx="3828772" cy="1863143"/>
              </a:xfrm>
              <a:prstGeom prst="ellipse">
                <a:avLst/>
              </a:prstGeom>
              <a:grpFill/>
              <a:ln w="762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6B8B7235-E0A8-4593-AB13-355019EC6846}"/>
                  </a:ext>
                </a:extLst>
              </p:cNvPr>
              <p:cNvSpPr/>
              <p:nvPr/>
            </p:nvSpPr>
            <p:spPr>
              <a:xfrm rot="9405075">
                <a:off x="7963848" y="963150"/>
                <a:ext cx="4921648" cy="1826481"/>
              </a:xfrm>
              <a:prstGeom prst="ellipse">
                <a:avLst/>
              </a:prstGeom>
              <a:grpFill/>
              <a:ln w="762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E30469D8-FD02-4692-A5BC-573882D6E27A}"/>
                  </a:ext>
                </a:extLst>
              </p:cNvPr>
              <p:cNvSpPr/>
              <p:nvPr/>
            </p:nvSpPr>
            <p:spPr>
              <a:xfrm rot="6713205">
                <a:off x="6981465" y="-5625773"/>
                <a:ext cx="2446071" cy="9752715"/>
              </a:xfrm>
              <a:prstGeom prst="ellipse">
                <a:avLst/>
              </a:prstGeom>
              <a:grpFill/>
              <a:ln w="762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6A12F2CC-540B-4D69-9CC3-77ECE63154E6}"/>
                  </a:ext>
                </a:extLst>
              </p:cNvPr>
              <p:cNvSpPr/>
              <p:nvPr/>
            </p:nvSpPr>
            <p:spPr>
              <a:xfrm rot="7149909">
                <a:off x="3125223" y="3735751"/>
                <a:ext cx="2998404" cy="3061038"/>
              </a:xfrm>
              <a:prstGeom prst="ellipse">
                <a:avLst/>
              </a:prstGeom>
              <a:grpFill/>
              <a:ln w="762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B2014337-B310-4B9B-A02A-BA7DE087A4E1}"/>
                  </a:ext>
                </a:extLst>
              </p:cNvPr>
              <p:cNvSpPr/>
              <p:nvPr/>
            </p:nvSpPr>
            <p:spPr>
              <a:xfrm rot="6758370">
                <a:off x="1244879" y="-1085448"/>
                <a:ext cx="1054450" cy="4557665"/>
              </a:xfrm>
              <a:prstGeom prst="ellipse">
                <a:avLst/>
              </a:prstGeom>
              <a:grpFill/>
              <a:ln w="762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6020A947-7699-412D-B57F-F5A03B1ECED8}"/>
                </a:ext>
              </a:extLst>
            </p:cNvPr>
            <p:cNvGrpSpPr/>
            <p:nvPr/>
          </p:nvGrpSpPr>
          <p:grpSpPr>
            <a:xfrm>
              <a:off x="-452059" y="-2742179"/>
              <a:ext cx="13587587" cy="10588839"/>
              <a:chOff x="-506729" y="-2876465"/>
              <a:chExt cx="13587587" cy="10588839"/>
            </a:xfrm>
          </p:grpSpPr>
          <p:grpSp>
            <p:nvGrpSpPr>
              <p:cNvPr id="55" name="Group 54">
                <a:extLst>
                  <a:ext uri="{FF2B5EF4-FFF2-40B4-BE49-F238E27FC236}">
                    <a16:creationId xmlns:a16="http://schemas.microsoft.com/office/drawing/2014/main" id="{6FC9B60F-431A-4E95-BABA-8FE1FB61258F}"/>
                  </a:ext>
                </a:extLst>
              </p:cNvPr>
              <p:cNvGrpSpPr/>
              <p:nvPr/>
            </p:nvGrpSpPr>
            <p:grpSpPr>
              <a:xfrm rot="9900000">
                <a:off x="3887886" y="654897"/>
                <a:ext cx="7391664" cy="7057477"/>
                <a:chOff x="2079711" y="-496348"/>
                <a:chExt cx="7391664" cy="7057477"/>
              </a:xfrm>
            </p:grpSpPr>
            <p:sp>
              <p:nvSpPr>
                <p:cNvPr id="72" name="Oval 71">
                  <a:extLst>
                    <a:ext uri="{FF2B5EF4-FFF2-40B4-BE49-F238E27FC236}">
                      <a16:creationId xmlns:a16="http://schemas.microsoft.com/office/drawing/2014/main" id="{A6590B9A-5077-4C83-8EE7-8BC6E8453A81}"/>
                    </a:ext>
                  </a:extLst>
                </p:cNvPr>
                <p:cNvSpPr/>
                <p:nvPr/>
              </p:nvSpPr>
              <p:spPr>
                <a:xfrm rot="4500000">
                  <a:off x="4776727" y="1987650"/>
                  <a:ext cx="3546539" cy="760734"/>
                </a:xfrm>
                <a:prstGeom prst="ellipse">
                  <a:avLst/>
                </a:prstGeom>
                <a:noFill/>
                <a:ln w="63500"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73" name="Oval 72">
                  <a:extLst>
                    <a:ext uri="{FF2B5EF4-FFF2-40B4-BE49-F238E27FC236}">
                      <a16:creationId xmlns:a16="http://schemas.microsoft.com/office/drawing/2014/main" id="{4051E4E7-6775-42CD-9B2C-B8704FFCB8F4}"/>
                    </a:ext>
                  </a:extLst>
                </p:cNvPr>
                <p:cNvSpPr/>
                <p:nvPr/>
              </p:nvSpPr>
              <p:spPr>
                <a:xfrm rot="8100000">
                  <a:off x="4114514" y="2026989"/>
                  <a:ext cx="3822141" cy="911314"/>
                </a:xfrm>
                <a:prstGeom prst="ellipse">
                  <a:avLst/>
                </a:prstGeom>
                <a:noFill/>
                <a:ln w="63500"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74" name="Oval 73">
                  <a:extLst>
                    <a:ext uri="{FF2B5EF4-FFF2-40B4-BE49-F238E27FC236}">
                      <a16:creationId xmlns:a16="http://schemas.microsoft.com/office/drawing/2014/main" id="{A67187AA-F26F-4EDB-BC30-8ECEFAD6EA8F}"/>
                    </a:ext>
                  </a:extLst>
                </p:cNvPr>
                <p:cNvSpPr/>
                <p:nvPr/>
              </p:nvSpPr>
              <p:spPr>
                <a:xfrm rot="11631303">
                  <a:off x="4283378" y="3164070"/>
                  <a:ext cx="2802675" cy="1051210"/>
                </a:xfrm>
                <a:prstGeom prst="ellipse">
                  <a:avLst/>
                </a:prstGeom>
                <a:noFill/>
                <a:ln w="63500"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75" name="Oval 74">
                  <a:extLst>
                    <a:ext uri="{FF2B5EF4-FFF2-40B4-BE49-F238E27FC236}">
                      <a16:creationId xmlns:a16="http://schemas.microsoft.com/office/drawing/2014/main" id="{CB4C5A44-982D-426F-9905-5A6257001936}"/>
                    </a:ext>
                  </a:extLst>
                </p:cNvPr>
                <p:cNvSpPr/>
                <p:nvPr/>
              </p:nvSpPr>
              <p:spPr>
                <a:xfrm rot="11984027">
                  <a:off x="2079711" y="542324"/>
                  <a:ext cx="7391664" cy="1209532"/>
                </a:xfrm>
                <a:prstGeom prst="ellipse">
                  <a:avLst/>
                </a:prstGeom>
                <a:noFill/>
                <a:ln w="63500"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 dirty="0"/>
                </a:p>
              </p:txBody>
            </p:sp>
            <p:sp>
              <p:nvSpPr>
                <p:cNvPr id="76" name="Oval 75">
                  <a:extLst>
                    <a:ext uri="{FF2B5EF4-FFF2-40B4-BE49-F238E27FC236}">
                      <a16:creationId xmlns:a16="http://schemas.microsoft.com/office/drawing/2014/main" id="{C1866BCE-FA5C-4832-95F7-E134C4694DA2}"/>
                    </a:ext>
                  </a:extLst>
                </p:cNvPr>
                <p:cNvSpPr/>
                <p:nvPr/>
              </p:nvSpPr>
              <p:spPr>
                <a:xfrm rot="14775064">
                  <a:off x="219767" y="1963218"/>
                  <a:ext cx="7057477" cy="2138346"/>
                </a:xfrm>
                <a:prstGeom prst="ellipse">
                  <a:avLst/>
                </a:prstGeom>
                <a:noFill/>
                <a:ln w="63500"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</p:grpSp>
          <p:grpSp>
            <p:nvGrpSpPr>
              <p:cNvPr id="56" name="Group 55">
                <a:extLst>
                  <a:ext uri="{FF2B5EF4-FFF2-40B4-BE49-F238E27FC236}">
                    <a16:creationId xmlns:a16="http://schemas.microsoft.com/office/drawing/2014/main" id="{44FF559A-F77B-4FB6-90D7-96FF9D4D3A15}"/>
                  </a:ext>
                </a:extLst>
              </p:cNvPr>
              <p:cNvGrpSpPr/>
              <p:nvPr/>
            </p:nvGrpSpPr>
            <p:grpSpPr>
              <a:xfrm rot="20700000">
                <a:off x="43756" y="-1083144"/>
                <a:ext cx="8116191" cy="6850959"/>
                <a:chOff x="1999617" y="-487604"/>
                <a:chExt cx="8116191" cy="6850959"/>
              </a:xfrm>
            </p:grpSpPr>
            <p:sp>
              <p:nvSpPr>
                <p:cNvPr id="67" name="Oval 66">
                  <a:extLst>
                    <a:ext uri="{FF2B5EF4-FFF2-40B4-BE49-F238E27FC236}">
                      <a16:creationId xmlns:a16="http://schemas.microsoft.com/office/drawing/2014/main" id="{57C55BC4-F013-4C4F-A0D7-B87643BB17C3}"/>
                    </a:ext>
                  </a:extLst>
                </p:cNvPr>
                <p:cNvSpPr/>
                <p:nvPr/>
              </p:nvSpPr>
              <p:spPr>
                <a:xfrm rot="4642395">
                  <a:off x="5516962" y="2546090"/>
                  <a:ext cx="2368254" cy="760734"/>
                </a:xfrm>
                <a:prstGeom prst="ellipse">
                  <a:avLst/>
                </a:prstGeom>
                <a:noFill/>
                <a:ln w="63500"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 dirty="0"/>
                </a:p>
              </p:txBody>
            </p:sp>
            <p:sp>
              <p:nvSpPr>
                <p:cNvPr id="68" name="Oval 67">
                  <a:extLst>
                    <a:ext uri="{FF2B5EF4-FFF2-40B4-BE49-F238E27FC236}">
                      <a16:creationId xmlns:a16="http://schemas.microsoft.com/office/drawing/2014/main" id="{76DDF8BC-5133-4D27-AF5B-9255F7E777A7}"/>
                    </a:ext>
                  </a:extLst>
                </p:cNvPr>
                <p:cNvSpPr/>
                <p:nvPr/>
              </p:nvSpPr>
              <p:spPr>
                <a:xfrm rot="8100000">
                  <a:off x="2799988" y="2558110"/>
                  <a:ext cx="5388959" cy="911314"/>
                </a:xfrm>
                <a:prstGeom prst="ellipse">
                  <a:avLst/>
                </a:prstGeom>
                <a:noFill/>
                <a:ln w="63500"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69" name="Oval 68">
                  <a:extLst>
                    <a:ext uri="{FF2B5EF4-FFF2-40B4-BE49-F238E27FC236}">
                      <a16:creationId xmlns:a16="http://schemas.microsoft.com/office/drawing/2014/main" id="{8A71D07A-1DCF-4D61-962F-25637AB0E362}"/>
                    </a:ext>
                  </a:extLst>
                </p:cNvPr>
                <p:cNvSpPr/>
                <p:nvPr/>
              </p:nvSpPr>
              <p:spPr>
                <a:xfrm rot="11631303">
                  <a:off x="2442486" y="3025802"/>
                  <a:ext cx="4719929" cy="771886"/>
                </a:xfrm>
                <a:prstGeom prst="ellipse">
                  <a:avLst/>
                </a:prstGeom>
                <a:noFill/>
                <a:ln w="63500"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70" name="Oval 69">
                  <a:extLst>
                    <a:ext uri="{FF2B5EF4-FFF2-40B4-BE49-F238E27FC236}">
                      <a16:creationId xmlns:a16="http://schemas.microsoft.com/office/drawing/2014/main" id="{EFB8A54B-EFEF-475C-A112-B912F336B897}"/>
                    </a:ext>
                  </a:extLst>
                </p:cNvPr>
                <p:cNvSpPr/>
                <p:nvPr/>
              </p:nvSpPr>
              <p:spPr>
                <a:xfrm rot="11984027">
                  <a:off x="1999617" y="642528"/>
                  <a:ext cx="8116191" cy="1210517"/>
                </a:xfrm>
                <a:prstGeom prst="ellipse">
                  <a:avLst/>
                </a:prstGeom>
                <a:noFill/>
                <a:ln w="63500"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71" name="Oval 70">
                  <a:extLst>
                    <a:ext uri="{FF2B5EF4-FFF2-40B4-BE49-F238E27FC236}">
                      <a16:creationId xmlns:a16="http://schemas.microsoft.com/office/drawing/2014/main" id="{2092F2E7-7A6D-4102-8C4E-B51CB454B061}"/>
                    </a:ext>
                  </a:extLst>
                </p:cNvPr>
                <p:cNvSpPr/>
                <p:nvPr/>
              </p:nvSpPr>
              <p:spPr>
                <a:xfrm rot="14775064">
                  <a:off x="281440" y="1868703"/>
                  <a:ext cx="6850959" cy="2138346"/>
                </a:xfrm>
                <a:prstGeom prst="ellipse">
                  <a:avLst/>
                </a:prstGeom>
                <a:noFill/>
                <a:ln w="63500"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</p:grpSp>
          <p:sp>
            <p:nvSpPr>
              <p:cNvPr id="57" name="Oval 56">
                <a:extLst>
                  <a:ext uri="{FF2B5EF4-FFF2-40B4-BE49-F238E27FC236}">
                    <a16:creationId xmlns:a16="http://schemas.microsoft.com/office/drawing/2014/main" id="{099F1C7F-AB47-4430-A86E-068A7195A413}"/>
                  </a:ext>
                </a:extLst>
              </p:cNvPr>
              <p:cNvSpPr/>
              <p:nvPr/>
            </p:nvSpPr>
            <p:spPr>
              <a:xfrm rot="7642703">
                <a:off x="4579066" y="2276677"/>
                <a:ext cx="2214278" cy="2232734"/>
              </a:xfrm>
              <a:prstGeom prst="ellipse">
                <a:avLst/>
              </a:prstGeom>
              <a:noFill/>
              <a:ln w="6350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76ADBF30-E517-4786-BB72-6945D094140E}"/>
                  </a:ext>
                </a:extLst>
              </p:cNvPr>
              <p:cNvSpPr/>
              <p:nvPr/>
            </p:nvSpPr>
            <p:spPr>
              <a:xfrm rot="7642703">
                <a:off x="5730236" y="-901061"/>
                <a:ext cx="4468786" cy="2232734"/>
              </a:xfrm>
              <a:prstGeom prst="ellipse">
                <a:avLst/>
              </a:prstGeom>
              <a:noFill/>
              <a:ln w="6350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35907F3B-D84E-4059-B0A3-6CF334435367}"/>
                  </a:ext>
                </a:extLst>
              </p:cNvPr>
              <p:cNvSpPr/>
              <p:nvPr/>
            </p:nvSpPr>
            <p:spPr>
              <a:xfrm rot="5400000">
                <a:off x="2248318" y="-1893651"/>
                <a:ext cx="3828772" cy="1863143"/>
              </a:xfrm>
              <a:prstGeom prst="ellipse">
                <a:avLst/>
              </a:prstGeom>
              <a:noFill/>
              <a:ln w="6350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60" name="Oval 59">
                <a:extLst>
                  <a:ext uri="{FF2B5EF4-FFF2-40B4-BE49-F238E27FC236}">
                    <a16:creationId xmlns:a16="http://schemas.microsoft.com/office/drawing/2014/main" id="{C9CBEBD1-F770-4D43-B8B8-134D252DB550}"/>
                  </a:ext>
                </a:extLst>
              </p:cNvPr>
              <p:cNvSpPr/>
              <p:nvPr/>
            </p:nvSpPr>
            <p:spPr>
              <a:xfrm rot="9405075">
                <a:off x="7963848" y="963150"/>
                <a:ext cx="4921648" cy="1826481"/>
              </a:xfrm>
              <a:prstGeom prst="ellipse">
                <a:avLst/>
              </a:prstGeom>
              <a:noFill/>
              <a:ln w="6350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2" name="Oval 61">
                <a:extLst>
                  <a:ext uri="{FF2B5EF4-FFF2-40B4-BE49-F238E27FC236}">
                    <a16:creationId xmlns:a16="http://schemas.microsoft.com/office/drawing/2014/main" id="{23A17843-6586-47E3-A0F7-0B4C3EAAB4B1}"/>
                  </a:ext>
                </a:extLst>
              </p:cNvPr>
              <p:cNvSpPr/>
              <p:nvPr/>
            </p:nvSpPr>
            <p:spPr>
              <a:xfrm rot="6713205">
                <a:off x="6981465" y="-5625773"/>
                <a:ext cx="2446071" cy="9752715"/>
              </a:xfrm>
              <a:prstGeom prst="ellipse">
                <a:avLst/>
              </a:prstGeom>
              <a:noFill/>
              <a:ln w="6350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5" name="Oval 64">
                <a:extLst>
                  <a:ext uri="{FF2B5EF4-FFF2-40B4-BE49-F238E27FC236}">
                    <a16:creationId xmlns:a16="http://schemas.microsoft.com/office/drawing/2014/main" id="{9B70330E-E543-4744-95AB-E898EADB2E22}"/>
                  </a:ext>
                </a:extLst>
              </p:cNvPr>
              <p:cNvSpPr/>
              <p:nvPr/>
            </p:nvSpPr>
            <p:spPr>
              <a:xfrm rot="7149909">
                <a:off x="3125223" y="3735751"/>
                <a:ext cx="2998404" cy="3061038"/>
              </a:xfrm>
              <a:prstGeom prst="ellipse">
                <a:avLst/>
              </a:prstGeom>
              <a:noFill/>
              <a:ln w="6350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6" name="Oval 65">
                <a:extLst>
                  <a:ext uri="{FF2B5EF4-FFF2-40B4-BE49-F238E27FC236}">
                    <a16:creationId xmlns:a16="http://schemas.microsoft.com/office/drawing/2014/main" id="{7A06CE51-21DB-4961-9DB2-15FBCD9D930B}"/>
                  </a:ext>
                </a:extLst>
              </p:cNvPr>
              <p:cNvSpPr/>
              <p:nvPr/>
            </p:nvSpPr>
            <p:spPr>
              <a:xfrm rot="6758370">
                <a:off x="1244879" y="-1085448"/>
                <a:ext cx="1054450" cy="4557665"/>
              </a:xfrm>
              <a:prstGeom prst="ellipse">
                <a:avLst/>
              </a:prstGeom>
              <a:noFill/>
              <a:ln w="6350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051139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475</TotalTime>
  <Words>36</Words>
  <Application>Microsoft Office PowerPoint</Application>
  <PresentationFormat>Widescreen</PresentationFormat>
  <Paragraphs>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Pedro</dc:creator>
  <cp:lastModifiedBy>Pedro</cp:lastModifiedBy>
  <cp:revision>54</cp:revision>
  <dcterms:created xsi:type="dcterms:W3CDTF">2020-11-20T09:35:21Z</dcterms:created>
  <dcterms:modified xsi:type="dcterms:W3CDTF">2020-11-27T00:11:37Z</dcterms:modified>
</cp:coreProperties>
</file>