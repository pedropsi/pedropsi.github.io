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61" r:id="rId5"/>
    <p:sldId id="262" r:id="rId6"/>
    <p:sldId id="264" r:id="rId7"/>
    <p:sldId id="265" r:id="rId8"/>
    <p:sldId id="266" r:id="rId9"/>
    <p:sldId id="263" r:id="rId10"/>
    <p:sldId id="256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>
        <p:scale>
          <a:sx n="33" d="100"/>
          <a:sy n="33" d="100"/>
        </p:scale>
        <p:origin x="125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A9B7-1ADC-4E25-B6E0-BA99FE2D1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178FB-88D7-4789-BC28-D0F7A1B2C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9A17C-C8B3-4C90-BFD6-A086631C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9BCE2-F52B-4B98-9BA7-90BC24E7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02AA6-30E8-43D8-8B29-B16F2472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981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1C0F-02DD-4895-B03C-5C151757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E589-E046-4103-A9FD-52644ECA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4A98C-18AA-4315-90B5-FCDA8FF1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228DA-5531-4D99-B842-8CC5FA97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57C7D-4714-456E-B1A1-56196422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484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A2CF-4A50-461D-B3DC-EC31EBEA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654C0-D588-474A-85BC-6127F6A4F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C4CB-818A-4305-AD0A-23CE2BA9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5B594-995D-444D-AE0F-CBA761C1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9B1ED-5815-4DE0-BD57-EC7B1714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489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E340A-00AC-4809-B123-984475A4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10FF2-D18A-42A9-BAD8-8B7C34549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0CD94-0BEA-44B0-B69A-C0174D11A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9C4AE-BD40-4B69-9B7A-CBFACF8B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C7C26-2B3C-4904-9525-12223A54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77E0A-B539-4F0B-9F43-9B886946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0409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46D3-DE11-4D42-B195-F3049BD03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87442-A0F4-455D-97C8-165F9F26D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99CC1-E109-493C-8F4D-F329018C5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1F8EF-F973-4871-928B-9DBDA82E6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99D11-5E21-45FD-8B41-8C37F944C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EE774-7952-4C16-8677-7FF60CFDA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80B7E-28B1-4E55-BAFD-AFD8C2C36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24277-3A95-4857-8EF5-D67C6244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933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0395-A733-4548-9510-3A7ACE5D2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326AB-B7C4-4F33-9543-4B26E34F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677BA-805B-4657-8E42-5F7A30131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A6955-59CF-4333-ACF5-65D6DA4F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335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B2D96-BB28-4F89-901A-F2EDD32E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D654B-7614-4F17-A078-BCA4B2FCC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1C4C9-B490-4B67-9762-D4410F6E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9348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0661-C50E-4C2A-AA63-8C33FBB6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52E4C-C32A-4294-9E67-6EDE3911D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CF92F-6502-4850-B4DC-6ED051EC9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61665-641C-4B4F-8102-D302B70D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2D2DE-E23D-4F6E-9996-24CF5EC7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A73D0-E67F-45CD-96AC-754C0E3EF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9601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38BD-1CFD-45FB-8F23-D557AF11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8EF54-67A9-4C66-8F51-A201F5F13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94C47-FE76-4911-9CB2-FDF321A22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4DDB4-D67C-4929-8ECC-973F34EF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03DE5-0751-4C66-9DCC-85C59589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8C2FD-1BEC-4D33-8D6F-65565D6D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1304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B97A0-08B1-4081-96BD-B956096D2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B8C5C-8C77-4D39-8B9A-913682CDF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75FF1-6276-4DC3-8ADE-FAF55275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70DC8-FB36-4833-83DE-30600901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ED277-46F4-4E5E-A83F-C8BD0B04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123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16BDF-DBF7-454E-BBB5-2D6C92DC5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2EA11-F623-4B80-B955-B06A3E190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3FD57-34FC-4609-80E4-65257175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D7384-3067-4616-94B0-3915CDD2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F09E5-0A95-4968-B952-57B12216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516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CBBD1-FFB3-462E-B793-DFCE607E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AFE85-FCFD-4B3A-91DC-914316A3B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10D82-3ED6-4582-A67A-9BFEBD9C9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86F79-6699-4D9A-9989-CE5818FD001A}" type="datetimeFigureOut">
              <a:rPr lang="pt-PT" smtClean="0"/>
              <a:t>25/08/2020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B3D3-FF57-4B49-A777-13C592166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DCED-BE22-4418-832A-AFF06466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ADB08-DB6E-4382-BEE2-95DB255F57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540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D5BEBD3-2C1B-449D-946C-49387571CDFD}"/>
              </a:ext>
            </a:extLst>
          </p:cNvPr>
          <p:cNvGrpSpPr/>
          <p:nvPr/>
        </p:nvGrpSpPr>
        <p:grpSpPr>
          <a:xfrm>
            <a:off x="1257258" y="-953311"/>
            <a:ext cx="9405109" cy="9280187"/>
            <a:chOff x="1389337" y="-778213"/>
            <a:chExt cx="9405109" cy="928018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8538FC-FA83-4B8C-A8CC-C2EBADC10E99}"/>
                </a:ext>
              </a:extLst>
            </p:cNvPr>
            <p:cNvSpPr/>
            <p:nvPr/>
          </p:nvSpPr>
          <p:spPr>
            <a:xfrm>
              <a:off x="1397554" y="-778213"/>
              <a:ext cx="9396892" cy="92801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F03E43F-C848-4F8D-BBC1-BAF8446731DD}"/>
                </a:ext>
              </a:extLst>
            </p:cNvPr>
            <p:cNvGrpSpPr/>
            <p:nvPr/>
          </p:nvGrpSpPr>
          <p:grpSpPr>
            <a:xfrm>
              <a:off x="1389337" y="-449406"/>
              <a:ext cx="9405109" cy="8599305"/>
              <a:chOff x="1686318" y="4313747"/>
              <a:chExt cx="9405109" cy="8599305"/>
            </a:xfrm>
          </p:grpSpPr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951AA24E-2FD7-46B7-83C9-08A2AEDADD35}"/>
                  </a:ext>
                </a:extLst>
              </p:cNvPr>
              <p:cNvGrpSpPr/>
              <p:nvPr/>
            </p:nvGrpSpPr>
            <p:grpSpPr>
              <a:xfrm>
                <a:off x="2809730" y="6774844"/>
                <a:ext cx="7139488" cy="6138208"/>
                <a:chOff x="1771934" y="-940154"/>
                <a:chExt cx="9177836" cy="7890689"/>
              </a:xfrm>
            </p:grpSpPr>
            <p:sp>
              <p:nvSpPr>
                <p:cNvPr id="4" name="Isosceles Triangle 3">
                  <a:extLst>
                    <a:ext uri="{FF2B5EF4-FFF2-40B4-BE49-F238E27FC236}">
                      <a16:creationId xmlns:a16="http://schemas.microsoft.com/office/drawing/2014/main" id="{C60F8B6E-0B49-4659-9400-6C56D2E08DBD}"/>
                    </a:ext>
                  </a:extLst>
                </p:cNvPr>
                <p:cNvSpPr/>
                <p:nvPr/>
              </p:nvSpPr>
              <p:spPr>
                <a:xfrm>
                  <a:off x="5581934" y="1652926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8D3E5CA3-A559-4FAC-826D-C7ABCB304239}"/>
                    </a:ext>
                  </a:extLst>
                </p:cNvPr>
                <p:cNvSpPr/>
                <p:nvPr/>
              </p:nvSpPr>
              <p:spPr>
                <a:xfrm>
                  <a:off x="4819934" y="35437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" name="Isosceles Triangle 7">
                  <a:extLst>
                    <a:ext uri="{FF2B5EF4-FFF2-40B4-BE49-F238E27FC236}">
                      <a16:creationId xmlns:a16="http://schemas.microsoft.com/office/drawing/2014/main" id="{733E649C-3F56-42D0-A306-D583EC53089A}"/>
                    </a:ext>
                  </a:extLst>
                </p:cNvPr>
                <p:cNvSpPr/>
                <p:nvPr/>
              </p:nvSpPr>
              <p:spPr>
                <a:xfrm>
                  <a:off x="6343934" y="35437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" name="Isosceles Triangle 9">
                  <a:extLst>
                    <a:ext uri="{FF2B5EF4-FFF2-40B4-BE49-F238E27FC236}">
                      <a16:creationId xmlns:a16="http://schemas.microsoft.com/office/drawing/2014/main" id="{9791A647-B43D-4075-8BB3-D95D73CDEC0F}"/>
                    </a:ext>
                  </a:extLst>
                </p:cNvPr>
                <p:cNvSpPr/>
                <p:nvPr/>
              </p:nvSpPr>
              <p:spPr>
                <a:xfrm>
                  <a:off x="4057934" y="1707578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" name="Isosceles Triangle 10">
                  <a:extLst>
                    <a:ext uri="{FF2B5EF4-FFF2-40B4-BE49-F238E27FC236}">
                      <a16:creationId xmlns:a16="http://schemas.microsoft.com/office/drawing/2014/main" id="{2B0DC58B-F4A1-4F96-A73E-68195804BDAF}"/>
                    </a:ext>
                  </a:extLst>
                </p:cNvPr>
                <p:cNvSpPr/>
                <p:nvPr/>
              </p:nvSpPr>
              <p:spPr>
                <a:xfrm>
                  <a:off x="3295934" y="302137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" name="Isosceles Triangle 11">
                  <a:extLst>
                    <a:ext uri="{FF2B5EF4-FFF2-40B4-BE49-F238E27FC236}">
                      <a16:creationId xmlns:a16="http://schemas.microsoft.com/office/drawing/2014/main" id="{1BF55D40-BCCF-4E2F-A4ED-C8DDF58E96D5}"/>
                    </a:ext>
                  </a:extLst>
                </p:cNvPr>
                <p:cNvSpPr/>
                <p:nvPr/>
              </p:nvSpPr>
              <p:spPr>
                <a:xfrm>
                  <a:off x="4819934" y="302137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" name="Isosceles Triangle 12">
                  <a:extLst>
                    <a:ext uri="{FF2B5EF4-FFF2-40B4-BE49-F238E27FC236}">
                      <a16:creationId xmlns:a16="http://schemas.microsoft.com/office/drawing/2014/main" id="{863D5454-34AC-4DC4-B5CF-09F3BEC7E5F4}"/>
                    </a:ext>
                  </a:extLst>
                </p:cNvPr>
                <p:cNvSpPr/>
                <p:nvPr/>
              </p:nvSpPr>
              <p:spPr>
                <a:xfrm>
                  <a:off x="7105934" y="1707578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" name="Isosceles Triangle 13">
                  <a:extLst>
                    <a:ext uri="{FF2B5EF4-FFF2-40B4-BE49-F238E27FC236}">
                      <a16:creationId xmlns:a16="http://schemas.microsoft.com/office/drawing/2014/main" id="{0E3CD2A7-7CB9-4F6C-ABAA-E6A5D2C63B61}"/>
                    </a:ext>
                  </a:extLst>
                </p:cNvPr>
                <p:cNvSpPr/>
                <p:nvPr/>
              </p:nvSpPr>
              <p:spPr>
                <a:xfrm>
                  <a:off x="6343934" y="302137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" name="Isosceles Triangle 14">
                  <a:extLst>
                    <a:ext uri="{FF2B5EF4-FFF2-40B4-BE49-F238E27FC236}">
                      <a16:creationId xmlns:a16="http://schemas.microsoft.com/office/drawing/2014/main" id="{9430A2DE-312F-472D-A30F-E7558A2B8960}"/>
                    </a:ext>
                  </a:extLst>
                </p:cNvPr>
                <p:cNvSpPr/>
                <p:nvPr/>
              </p:nvSpPr>
              <p:spPr>
                <a:xfrm>
                  <a:off x="7867934" y="302137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4" name="Isosceles Triangle 63">
                  <a:extLst>
                    <a:ext uri="{FF2B5EF4-FFF2-40B4-BE49-F238E27FC236}">
                      <a16:creationId xmlns:a16="http://schemas.microsoft.com/office/drawing/2014/main" id="{73E17E59-C387-442F-A703-377D783B3449}"/>
                    </a:ext>
                  </a:extLst>
                </p:cNvPr>
                <p:cNvSpPr/>
                <p:nvPr/>
              </p:nvSpPr>
              <p:spPr>
                <a:xfrm>
                  <a:off x="5581934" y="437011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5" name="Isosceles Triangle 64">
                  <a:extLst>
                    <a:ext uri="{FF2B5EF4-FFF2-40B4-BE49-F238E27FC236}">
                      <a16:creationId xmlns:a16="http://schemas.microsoft.com/office/drawing/2014/main" id="{F3D01B28-2809-4767-81D1-459F520CF2A4}"/>
                    </a:ext>
                  </a:extLst>
                </p:cNvPr>
                <p:cNvSpPr/>
                <p:nvPr/>
              </p:nvSpPr>
              <p:spPr>
                <a:xfrm>
                  <a:off x="7105934" y="437011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6" name="Isosceles Triangle 65">
                  <a:extLst>
                    <a:ext uri="{FF2B5EF4-FFF2-40B4-BE49-F238E27FC236}">
                      <a16:creationId xmlns:a16="http://schemas.microsoft.com/office/drawing/2014/main" id="{5AA1F757-9B98-44B9-B527-8F6814370199}"/>
                    </a:ext>
                  </a:extLst>
                </p:cNvPr>
                <p:cNvSpPr/>
                <p:nvPr/>
              </p:nvSpPr>
              <p:spPr>
                <a:xfrm>
                  <a:off x="8629934" y="437011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" name="Isosceles Triangle 66">
                  <a:extLst>
                    <a:ext uri="{FF2B5EF4-FFF2-40B4-BE49-F238E27FC236}">
                      <a16:creationId xmlns:a16="http://schemas.microsoft.com/office/drawing/2014/main" id="{DF454BFE-BB57-4988-9E88-B1223404FC46}"/>
                    </a:ext>
                  </a:extLst>
                </p:cNvPr>
                <p:cNvSpPr/>
                <p:nvPr/>
              </p:nvSpPr>
              <p:spPr>
                <a:xfrm>
                  <a:off x="2533934" y="437011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" name="Isosceles Triangle 67">
                  <a:extLst>
                    <a:ext uri="{FF2B5EF4-FFF2-40B4-BE49-F238E27FC236}">
                      <a16:creationId xmlns:a16="http://schemas.microsoft.com/office/drawing/2014/main" id="{AEBF8538-A882-4955-A093-20DB77214FD8}"/>
                    </a:ext>
                  </a:extLst>
                </p:cNvPr>
                <p:cNvSpPr/>
                <p:nvPr/>
              </p:nvSpPr>
              <p:spPr>
                <a:xfrm>
                  <a:off x="4057934" y="4370112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3" name="Isosceles Triangle 162">
                  <a:extLst>
                    <a:ext uri="{FF2B5EF4-FFF2-40B4-BE49-F238E27FC236}">
                      <a16:creationId xmlns:a16="http://schemas.microsoft.com/office/drawing/2014/main" id="{70E53BA0-2C4A-47CF-9A4C-C9CBD40A9012}"/>
                    </a:ext>
                  </a:extLst>
                </p:cNvPr>
                <p:cNvSpPr/>
                <p:nvPr/>
              </p:nvSpPr>
              <p:spPr>
                <a:xfrm>
                  <a:off x="5610934" y="-940154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0" name="Isosceles Triangle 259">
                  <a:extLst>
                    <a:ext uri="{FF2B5EF4-FFF2-40B4-BE49-F238E27FC236}">
                      <a16:creationId xmlns:a16="http://schemas.microsoft.com/office/drawing/2014/main" id="{E8092E16-1D3B-44E1-A1C2-9CB5B059E539}"/>
                    </a:ext>
                  </a:extLst>
                </p:cNvPr>
                <p:cNvSpPr/>
                <p:nvPr/>
              </p:nvSpPr>
              <p:spPr>
                <a:xfrm>
                  <a:off x="4819934" y="5636741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1" name="Isosceles Triangle 260">
                  <a:extLst>
                    <a:ext uri="{FF2B5EF4-FFF2-40B4-BE49-F238E27FC236}">
                      <a16:creationId xmlns:a16="http://schemas.microsoft.com/office/drawing/2014/main" id="{8F321981-9827-4FFD-8F1D-C939FE670C5F}"/>
                    </a:ext>
                  </a:extLst>
                </p:cNvPr>
                <p:cNvSpPr/>
                <p:nvPr/>
              </p:nvSpPr>
              <p:spPr>
                <a:xfrm>
                  <a:off x="6343934" y="5636741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2" name="Isosceles Triangle 261">
                  <a:extLst>
                    <a:ext uri="{FF2B5EF4-FFF2-40B4-BE49-F238E27FC236}">
                      <a16:creationId xmlns:a16="http://schemas.microsoft.com/office/drawing/2014/main" id="{601C09DF-D430-4B29-B35B-C121EA70BF7C}"/>
                    </a:ext>
                  </a:extLst>
                </p:cNvPr>
                <p:cNvSpPr/>
                <p:nvPr/>
              </p:nvSpPr>
              <p:spPr>
                <a:xfrm>
                  <a:off x="7867934" y="5636741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3" name="Isosceles Triangle 262">
                  <a:extLst>
                    <a:ext uri="{FF2B5EF4-FFF2-40B4-BE49-F238E27FC236}">
                      <a16:creationId xmlns:a16="http://schemas.microsoft.com/office/drawing/2014/main" id="{6ABFDABC-52A0-4AC6-AE71-3DE0DA886A24}"/>
                    </a:ext>
                  </a:extLst>
                </p:cNvPr>
                <p:cNvSpPr/>
                <p:nvPr/>
              </p:nvSpPr>
              <p:spPr>
                <a:xfrm>
                  <a:off x="1771934" y="5636741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4" name="Isosceles Triangle 263">
                  <a:extLst>
                    <a:ext uri="{FF2B5EF4-FFF2-40B4-BE49-F238E27FC236}">
                      <a16:creationId xmlns:a16="http://schemas.microsoft.com/office/drawing/2014/main" id="{F416C430-1FB4-49FB-B7D0-44535873BFC6}"/>
                    </a:ext>
                  </a:extLst>
                </p:cNvPr>
                <p:cNvSpPr/>
                <p:nvPr/>
              </p:nvSpPr>
              <p:spPr>
                <a:xfrm>
                  <a:off x="3295934" y="5636741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5" name="Isosceles Triangle 264">
                  <a:extLst>
                    <a:ext uri="{FF2B5EF4-FFF2-40B4-BE49-F238E27FC236}">
                      <a16:creationId xmlns:a16="http://schemas.microsoft.com/office/drawing/2014/main" id="{59A99689-155F-489A-BCE4-0AEF2F20DBDE}"/>
                    </a:ext>
                  </a:extLst>
                </p:cNvPr>
                <p:cNvSpPr/>
                <p:nvPr/>
              </p:nvSpPr>
              <p:spPr>
                <a:xfrm>
                  <a:off x="9425770" y="5636741"/>
                  <a:ext cx="1524000" cy="1313794"/>
                </a:xfrm>
                <a:prstGeom prst="triangle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EE98D22-F86C-4083-8AD8-D9634B603FA7}"/>
                  </a:ext>
                </a:extLst>
              </p:cNvPr>
              <p:cNvCxnSpPr>
                <a:cxnSpLocks/>
                <a:stCxn id="8" idx="2"/>
                <a:endCxn id="262" idx="0"/>
              </p:cNvCxnSpPr>
              <p:nvPr/>
            </p:nvCxnSpPr>
            <p:spPr>
              <a:xfrm>
                <a:off x="6366313" y="8803870"/>
                <a:ext cx="1778292" cy="308717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7AE6DBE-F2B9-4E4F-B8B2-B2F30E361031}"/>
                  </a:ext>
                </a:extLst>
              </p:cNvPr>
              <p:cNvCxnSpPr>
                <a:cxnSpLocks/>
                <a:stCxn id="8" idx="2"/>
                <a:endCxn id="264" idx="0"/>
              </p:cNvCxnSpPr>
              <p:nvPr/>
            </p:nvCxnSpPr>
            <p:spPr>
              <a:xfrm flipH="1">
                <a:off x="4588022" y="8803870"/>
                <a:ext cx="1778291" cy="308717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CC733E1-C5E4-451E-B7F8-19D4FEF65F91}"/>
                  </a:ext>
                </a:extLst>
              </p:cNvPr>
              <p:cNvCxnSpPr>
                <a:cxnSpLocks/>
                <a:endCxn id="163" idx="0"/>
              </p:cNvCxnSpPr>
              <p:nvPr/>
            </p:nvCxnSpPr>
            <p:spPr>
              <a:xfrm flipH="1" flipV="1">
                <a:off x="6388873" y="6774844"/>
                <a:ext cx="3556580" cy="610585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D4B1D81D-1245-4064-A7CB-05B875E18B07}"/>
                  </a:ext>
                </a:extLst>
              </p:cNvPr>
              <p:cNvCxnSpPr>
                <a:cxnSpLocks/>
                <a:stCxn id="163" idx="0"/>
              </p:cNvCxnSpPr>
              <p:nvPr/>
            </p:nvCxnSpPr>
            <p:spPr>
              <a:xfrm flipH="1">
                <a:off x="2832287" y="6774844"/>
                <a:ext cx="3556586" cy="610585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F114A60B-2077-430F-A673-BFDCE0FD29CF}"/>
                  </a:ext>
                </a:extLst>
              </p:cNvPr>
              <p:cNvCxnSpPr>
                <a:cxnSpLocks/>
                <a:stCxn id="66" idx="2"/>
              </p:cNvCxnSpPr>
              <p:nvPr/>
            </p:nvCxnSpPr>
            <p:spPr>
              <a:xfrm flipV="1">
                <a:off x="8144605" y="10862365"/>
                <a:ext cx="615320" cy="106537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BEDDEC9B-DE1B-4E3A-ABB2-790063C92965}"/>
                  </a:ext>
                </a:extLst>
              </p:cNvPr>
              <p:cNvCxnSpPr>
                <a:cxnSpLocks/>
                <a:stCxn id="262" idx="0"/>
                <a:endCxn id="263" idx="0"/>
              </p:cNvCxnSpPr>
              <p:nvPr/>
            </p:nvCxnSpPr>
            <p:spPr>
              <a:xfrm flipH="1">
                <a:off x="3402494" y="11891045"/>
                <a:ext cx="4742111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335F0C02-52F7-4457-921D-44C5191B27DD}"/>
                  </a:ext>
                </a:extLst>
              </p:cNvPr>
              <p:cNvCxnSpPr>
                <a:cxnSpLocks/>
                <a:stCxn id="260" idx="2"/>
                <a:endCxn id="264" idx="0"/>
              </p:cNvCxnSpPr>
              <p:nvPr/>
            </p:nvCxnSpPr>
            <p:spPr>
              <a:xfrm flipH="1" flipV="1">
                <a:off x="4588022" y="11891045"/>
                <a:ext cx="592764" cy="102200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0E2EE3E0-3F5A-4CAC-AC41-425F2E11BF64}"/>
                  </a:ext>
                </a:extLst>
              </p:cNvPr>
              <p:cNvCxnSpPr>
                <a:cxnSpLocks/>
                <a:endCxn id="265" idx="4"/>
              </p:cNvCxnSpPr>
              <p:nvPr/>
            </p:nvCxnSpPr>
            <p:spPr>
              <a:xfrm>
                <a:off x="2832287" y="12880694"/>
                <a:ext cx="7116931" cy="3235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814524D-2268-44F0-BC05-268EB281D2B7}"/>
                  </a:ext>
                </a:extLst>
              </p:cNvPr>
              <p:cNvSpPr txBox="1"/>
              <p:nvPr/>
            </p:nvSpPr>
            <p:spPr>
              <a:xfrm>
                <a:off x="1686318" y="4313747"/>
                <a:ext cx="940510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Triangular Star </a:t>
                </a:r>
                <a:r>
                  <a:rPr lang="pt-PT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Battle</a:t>
                </a:r>
                <a:endParaRPr lang="pt-PT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#1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easy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Pedro PSI – 17</a:t>
                </a:r>
                <a:r>
                  <a:rPr lang="pt-PT" sz="24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2020, v.2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2F620B-560F-4A8C-A85B-9BCABCBD3EFB}"/>
                  </a:ext>
                </a:extLst>
              </p:cNvPr>
              <p:cNvSpPr txBox="1"/>
              <p:nvPr/>
            </p:nvSpPr>
            <p:spPr>
              <a:xfrm>
                <a:off x="2393785" y="5281431"/>
                <a:ext cx="8063196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Place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one</a:t>
                </a:r>
                <a:r>
                  <a:rPr lang="pt-PT" sz="32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3200" dirty="0">
                    <a:solidFill>
                      <a:schemeClr val="bg1">
                        <a:lumMod val="50000"/>
                      </a:schemeClr>
                    </a:solidFill>
                  </a:rPr>
                  <a:t>★ 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region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ctr"/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Every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row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(3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directions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can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have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most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one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star.</a:t>
                </a:r>
              </a:p>
              <a:p>
                <a:pPr algn="ctr"/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Triangles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containing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stars share no </a:t>
                </a:r>
                <a:r>
                  <a:rPr lang="pt-PT" sz="2400" b="1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r>
                  <a:rPr lang="pt-PT" sz="2400" b="1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ctr"/>
                <a:endParaRPr lang="pt-PT" sz="2400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6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552556" y="-1021920"/>
            <a:ext cx="7620000" cy="6624060"/>
            <a:chOff x="2533934" y="-940154"/>
            <a:chExt cx="7620000" cy="6624060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C60F8B6E-0B49-4659-9400-6C56D2E08DBD}"/>
                </a:ext>
              </a:extLst>
            </p:cNvPr>
            <p:cNvSpPr/>
            <p:nvPr/>
          </p:nvSpPr>
          <p:spPr>
            <a:xfrm>
              <a:off x="5581934" y="1652926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D3E5CA3-A559-4FAC-826D-C7ABCB304239}"/>
                </a:ext>
              </a:extLst>
            </p:cNvPr>
            <p:cNvSpPr/>
            <p:nvPr/>
          </p:nvSpPr>
          <p:spPr>
            <a:xfrm>
              <a:off x="4819934" y="354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33E649C-3F56-42D0-A306-D583EC53089A}"/>
                </a:ext>
              </a:extLst>
            </p:cNvPr>
            <p:cNvSpPr/>
            <p:nvPr/>
          </p:nvSpPr>
          <p:spPr>
            <a:xfrm>
              <a:off x="6343934" y="354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9791A647-B43D-4075-8BB3-D95D73CDEC0F}"/>
                </a:ext>
              </a:extLst>
            </p:cNvPr>
            <p:cNvSpPr/>
            <p:nvPr/>
          </p:nvSpPr>
          <p:spPr>
            <a:xfrm>
              <a:off x="4057934" y="1707578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63D5454-34AC-4DC4-B5CF-09F3BEC7E5F4}"/>
                </a:ext>
              </a:extLst>
            </p:cNvPr>
            <p:cNvSpPr/>
            <p:nvPr/>
          </p:nvSpPr>
          <p:spPr>
            <a:xfrm>
              <a:off x="7105934" y="1707578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6F619A2-B96A-4A31-B60B-2D306CFC2186}"/>
                </a:ext>
              </a:extLst>
            </p:cNvPr>
            <p:cNvCxnSpPr>
              <a:cxnSpLocks/>
              <a:stCxn id="11" idx="4"/>
              <a:endCxn id="14" idx="2"/>
            </p:cNvCxnSpPr>
            <p:nvPr/>
          </p:nvCxnSpPr>
          <p:spPr>
            <a:xfrm>
              <a:off x="4819934" y="4335166"/>
              <a:ext cx="1524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70E53BA0-2C4A-47CF-9A4C-C9CBD40A9012}"/>
                </a:ext>
              </a:extLst>
            </p:cNvPr>
            <p:cNvSpPr/>
            <p:nvPr/>
          </p:nvSpPr>
          <p:spPr>
            <a:xfrm>
              <a:off x="5610934" y="-940154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5115FCE-1CB6-460E-8F8B-792DDA680688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 flipV="1">
              <a:off x="4819934" y="3021372"/>
              <a:ext cx="762000" cy="13137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E98D22-F86C-4083-8AD8-D9634B603FA7}"/>
              </a:ext>
            </a:extLst>
          </p:cNvPr>
          <p:cNvCxnSpPr>
            <a:cxnSpLocks/>
          </p:cNvCxnSpPr>
          <p:nvPr/>
        </p:nvCxnSpPr>
        <p:spPr>
          <a:xfrm>
            <a:off x="1845005" y="410491"/>
            <a:ext cx="762000" cy="13487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AE6DBE-F2B9-4E4F-B8B2-B2F30E361031}"/>
              </a:ext>
            </a:extLst>
          </p:cNvPr>
          <p:cNvCxnSpPr>
            <a:cxnSpLocks/>
          </p:cNvCxnSpPr>
          <p:nvPr/>
        </p:nvCxnSpPr>
        <p:spPr>
          <a:xfrm>
            <a:off x="1676400" y="1584168"/>
            <a:ext cx="762000" cy="1353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01FE77-715E-451E-AF0C-741E3DD88337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flipV="1">
            <a:off x="5600556" y="1586400"/>
            <a:ext cx="762000" cy="135320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stCxn id="66" idx="4"/>
            <a:endCxn id="163" idx="0"/>
          </p:cNvCxnSpPr>
          <p:nvPr/>
        </p:nvCxnSpPr>
        <p:spPr>
          <a:xfrm flipH="1" flipV="1">
            <a:off x="6391556" y="-1021920"/>
            <a:ext cx="3781000" cy="66240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63" idx="0"/>
            <a:endCxn id="67" idx="2"/>
          </p:cNvCxnSpPr>
          <p:nvPr/>
        </p:nvCxnSpPr>
        <p:spPr>
          <a:xfrm flipH="1">
            <a:off x="2552556" y="-1021920"/>
            <a:ext cx="3839000" cy="66240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D726035-9AA0-4E31-A324-C09CC8D2A95A}"/>
              </a:ext>
            </a:extLst>
          </p:cNvPr>
          <p:cNvCxnSpPr>
            <a:cxnSpLocks/>
            <a:stCxn id="68" idx="4"/>
            <a:endCxn id="14" idx="2"/>
          </p:cNvCxnSpPr>
          <p:nvPr/>
        </p:nvCxnSpPr>
        <p:spPr>
          <a:xfrm flipV="1">
            <a:off x="5600556" y="4253400"/>
            <a:ext cx="762000" cy="13487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5B933C6-422C-4887-A3EA-4E1BEBBC1E6B}"/>
              </a:ext>
            </a:extLst>
          </p:cNvPr>
          <p:cNvCxnSpPr>
            <a:cxnSpLocks/>
            <a:stCxn id="12" idx="0"/>
            <a:endCxn id="10" idx="0"/>
          </p:cNvCxnSpPr>
          <p:nvPr/>
        </p:nvCxnSpPr>
        <p:spPr>
          <a:xfrm flipH="1" flipV="1">
            <a:off x="4838556" y="1625812"/>
            <a:ext cx="762000" cy="13137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 flipH="1">
            <a:off x="7024046" y="-404216"/>
            <a:ext cx="457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66" idx="4"/>
          </p:cNvCxnSpPr>
          <p:nvPr/>
        </p:nvCxnSpPr>
        <p:spPr>
          <a:xfrm flipH="1">
            <a:off x="2586392" y="5602140"/>
            <a:ext cx="75861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6A6BF34D-7422-42C4-A1EF-0CD7B21ADD3C}"/>
              </a:ext>
            </a:extLst>
          </p:cNvPr>
          <p:cNvSpPr/>
          <p:nvPr/>
        </p:nvSpPr>
        <p:spPr>
          <a:xfrm>
            <a:off x="5368687" y="936395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60D8B40D-076C-43AB-86B1-1906D2A371B0}"/>
              </a:ext>
            </a:extLst>
          </p:cNvPr>
          <p:cNvSpPr/>
          <p:nvPr/>
        </p:nvSpPr>
        <p:spPr>
          <a:xfrm>
            <a:off x="1013345" y="3584638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A2C7EEDF-031C-4A47-802A-959E6CF25B6A}"/>
              </a:ext>
            </a:extLst>
          </p:cNvPr>
          <p:cNvCxnSpPr>
            <a:cxnSpLocks/>
            <a:stCxn id="8" idx="2"/>
            <a:endCxn id="163" idx="2"/>
          </p:cNvCxnSpPr>
          <p:nvPr/>
        </p:nvCxnSpPr>
        <p:spPr>
          <a:xfrm flipH="1" flipV="1">
            <a:off x="5629556" y="291874"/>
            <a:ext cx="733000" cy="129452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Star: 5 Points 216">
            <a:extLst>
              <a:ext uri="{FF2B5EF4-FFF2-40B4-BE49-F238E27FC236}">
                <a16:creationId xmlns:a16="http://schemas.microsoft.com/office/drawing/2014/main" id="{3409B18C-5A40-462C-8E46-B135ECCD8940}"/>
              </a:ext>
            </a:extLst>
          </p:cNvPr>
          <p:cNvSpPr/>
          <p:nvPr/>
        </p:nvSpPr>
        <p:spPr>
          <a:xfrm>
            <a:off x="8360602" y="3501064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9" name="Star: 5 Points 218">
            <a:extLst>
              <a:ext uri="{FF2B5EF4-FFF2-40B4-BE49-F238E27FC236}">
                <a16:creationId xmlns:a16="http://schemas.microsoft.com/office/drawing/2014/main" id="{31A7F73D-7FE2-4417-ABA4-5B6E12EAE450}"/>
              </a:ext>
            </a:extLst>
          </p:cNvPr>
          <p:cNvSpPr/>
          <p:nvPr/>
        </p:nvSpPr>
        <p:spPr>
          <a:xfrm>
            <a:off x="4622820" y="4860144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1F451F-AAC4-4DD6-83BF-C7DC10052E8D}"/>
              </a:ext>
            </a:extLst>
          </p:cNvPr>
          <p:cNvCxnSpPr>
            <a:cxnSpLocks/>
          </p:cNvCxnSpPr>
          <p:nvPr/>
        </p:nvCxnSpPr>
        <p:spPr>
          <a:xfrm flipH="1">
            <a:off x="3314556" y="-365023"/>
            <a:ext cx="3076576" cy="5462865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350837B-C61B-4EA5-B386-2C66A911F2DE}"/>
              </a:ext>
            </a:extLst>
          </p:cNvPr>
          <p:cNvCxnSpPr>
            <a:cxnSpLocks/>
          </p:cNvCxnSpPr>
          <p:nvPr/>
        </p:nvCxnSpPr>
        <p:spPr>
          <a:xfrm>
            <a:off x="5061150" y="614149"/>
            <a:ext cx="3461822" cy="534378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3CCA263-B079-4AA8-955C-0716CE43D745}"/>
              </a:ext>
            </a:extLst>
          </p:cNvPr>
          <p:cNvCxnSpPr>
            <a:cxnSpLocks/>
          </p:cNvCxnSpPr>
          <p:nvPr/>
        </p:nvCxnSpPr>
        <p:spPr>
          <a:xfrm flipH="1">
            <a:off x="2226005" y="4757698"/>
            <a:ext cx="8452231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48680CB-83AB-4460-B784-C5793B76A124}"/>
              </a:ext>
            </a:extLst>
          </p:cNvPr>
          <p:cNvCxnSpPr>
            <a:cxnSpLocks/>
          </p:cNvCxnSpPr>
          <p:nvPr/>
        </p:nvCxnSpPr>
        <p:spPr>
          <a:xfrm flipH="1">
            <a:off x="4841186" y="218765"/>
            <a:ext cx="3076576" cy="5462865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357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809730" y="-145679"/>
            <a:ext cx="7139488" cy="6138208"/>
            <a:chOff x="1771934" y="-940154"/>
            <a:chExt cx="9177836" cy="7890689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C60F8B6E-0B49-4659-9400-6C56D2E08DBD}"/>
                </a:ext>
              </a:extLst>
            </p:cNvPr>
            <p:cNvSpPr/>
            <p:nvPr/>
          </p:nvSpPr>
          <p:spPr>
            <a:xfrm>
              <a:off x="5581934" y="1652926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D3E5CA3-A559-4FAC-826D-C7ABCB304239}"/>
                </a:ext>
              </a:extLst>
            </p:cNvPr>
            <p:cNvSpPr/>
            <p:nvPr/>
          </p:nvSpPr>
          <p:spPr>
            <a:xfrm>
              <a:off x="4819934" y="354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33E649C-3F56-42D0-A306-D583EC53089A}"/>
                </a:ext>
              </a:extLst>
            </p:cNvPr>
            <p:cNvSpPr/>
            <p:nvPr/>
          </p:nvSpPr>
          <p:spPr>
            <a:xfrm>
              <a:off x="6343934" y="354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9791A647-B43D-4075-8BB3-D95D73CDEC0F}"/>
                </a:ext>
              </a:extLst>
            </p:cNvPr>
            <p:cNvSpPr/>
            <p:nvPr/>
          </p:nvSpPr>
          <p:spPr>
            <a:xfrm>
              <a:off x="4057934" y="1707578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63D5454-34AC-4DC4-B5CF-09F3BEC7E5F4}"/>
                </a:ext>
              </a:extLst>
            </p:cNvPr>
            <p:cNvSpPr/>
            <p:nvPr/>
          </p:nvSpPr>
          <p:spPr>
            <a:xfrm>
              <a:off x="7105934" y="1707578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6F619A2-B96A-4A31-B60B-2D306CFC2186}"/>
                </a:ext>
              </a:extLst>
            </p:cNvPr>
            <p:cNvCxnSpPr>
              <a:cxnSpLocks/>
              <a:stCxn id="8" idx="2"/>
              <a:endCxn id="12" idx="0"/>
            </p:cNvCxnSpPr>
            <p:nvPr/>
          </p:nvCxnSpPr>
          <p:spPr>
            <a:xfrm flipH="1">
              <a:off x="5581935" y="1668165"/>
              <a:ext cx="761999" cy="135320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70E53BA0-2C4A-47CF-9A4C-C9CBD40A9012}"/>
                </a:ext>
              </a:extLst>
            </p:cNvPr>
            <p:cNvSpPr/>
            <p:nvPr/>
          </p:nvSpPr>
          <p:spPr>
            <a:xfrm>
              <a:off x="5610934" y="-940154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70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E98D22-F86C-4083-8AD8-D9634B603FA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6366313" y="1883346"/>
            <a:ext cx="2419934" cy="40768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AE6DBE-F2B9-4E4F-B8B2-B2F30E361031}"/>
              </a:ext>
            </a:extLst>
          </p:cNvPr>
          <p:cNvCxnSpPr>
            <a:cxnSpLocks/>
            <a:stCxn id="12" idx="0"/>
            <a:endCxn id="264" idx="0"/>
          </p:cNvCxnSpPr>
          <p:nvPr/>
        </p:nvCxnSpPr>
        <p:spPr>
          <a:xfrm flipH="1">
            <a:off x="4588022" y="2936012"/>
            <a:ext cx="1185528" cy="20345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63" idx="0"/>
          </p:cNvCxnSpPr>
          <p:nvPr/>
        </p:nvCxnSpPr>
        <p:spPr>
          <a:xfrm flipH="1" flipV="1">
            <a:off x="6388873" y="-145679"/>
            <a:ext cx="3556580" cy="61058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63" idx="0"/>
          </p:cNvCxnSpPr>
          <p:nvPr/>
        </p:nvCxnSpPr>
        <p:spPr>
          <a:xfrm flipH="1">
            <a:off x="2832287" y="-145679"/>
            <a:ext cx="3556586" cy="61058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 flipH="1">
            <a:off x="7911151" y="-145680"/>
            <a:ext cx="457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6A6BF34D-7422-42C4-A1EF-0CD7B21ADD3C}"/>
              </a:ext>
            </a:extLst>
          </p:cNvPr>
          <p:cNvSpPr/>
          <p:nvPr/>
        </p:nvSpPr>
        <p:spPr>
          <a:xfrm>
            <a:off x="4970343" y="2336706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60D8B40D-076C-43AB-86B1-1906D2A371B0}"/>
              </a:ext>
            </a:extLst>
          </p:cNvPr>
          <p:cNvSpPr/>
          <p:nvPr/>
        </p:nvSpPr>
        <p:spPr>
          <a:xfrm>
            <a:off x="6732658" y="3311328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7" name="Star: 5 Points 216">
            <a:extLst>
              <a:ext uri="{FF2B5EF4-FFF2-40B4-BE49-F238E27FC236}">
                <a16:creationId xmlns:a16="http://schemas.microsoft.com/office/drawing/2014/main" id="{3409B18C-5A40-462C-8E46-B135ECCD8940}"/>
              </a:ext>
            </a:extLst>
          </p:cNvPr>
          <p:cNvSpPr/>
          <p:nvPr/>
        </p:nvSpPr>
        <p:spPr>
          <a:xfrm>
            <a:off x="8531396" y="4297676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9" name="Star: 5 Points 218">
            <a:extLst>
              <a:ext uri="{FF2B5EF4-FFF2-40B4-BE49-F238E27FC236}">
                <a16:creationId xmlns:a16="http://schemas.microsoft.com/office/drawing/2014/main" id="{31A7F73D-7FE2-4417-ABA4-5B6E12EAE450}"/>
              </a:ext>
            </a:extLst>
          </p:cNvPr>
          <p:cNvSpPr/>
          <p:nvPr/>
        </p:nvSpPr>
        <p:spPr>
          <a:xfrm>
            <a:off x="4381937" y="541347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A4A8F5B-42A6-4082-8806-A479B2121017}"/>
              </a:ext>
            </a:extLst>
          </p:cNvPr>
          <p:cNvCxnSpPr>
            <a:cxnSpLocks/>
          </p:cNvCxnSpPr>
          <p:nvPr/>
        </p:nvCxnSpPr>
        <p:spPr>
          <a:xfrm flipH="1" flipV="1">
            <a:off x="1714985" y="4456972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F114A60B-2077-430F-A673-BFDCE0FD29CF}"/>
              </a:ext>
            </a:extLst>
          </p:cNvPr>
          <p:cNvCxnSpPr>
            <a:cxnSpLocks/>
          </p:cNvCxnSpPr>
          <p:nvPr/>
        </p:nvCxnSpPr>
        <p:spPr>
          <a:xfrm flipV="1">
            <a:off x="8217922" y="3932335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BEDDEC9B-DE1B-4E3A-ABB2-790063C92965}"/>
              </a:ext>
            </a:extLst>
          </p:cNvPr>
          <p:cNvCxnSpPr>
            <a:cxnSpLocks/>
            <a:stCxn id="262" idx="0"/>
            <a:endCxn id="263" idx="0"/>
          </p:cNvCxnSpPr>
          <p:nvPr/>
        </p:nvCxnSpPr>
        <p:spPr>
          <a:xfrm flipH="1">
            <a:off x="3402494" y="4970522"/>
            <a:ext cx="474211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260" idx="2"/>
            <a:endCxn id="264" idx="0"/>
          </p:cNvCxnSpPr>
          <p:nvPr/>
        </p:nvCxnSpPr>
        <p:spPr>
          <a:xfrm flipH="1" flipV="1">
            <a:off x="4588022" y="4970522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0E2EE3E0-3F5A-4CAC-AC41-425F2E11BF64}"/>
              </a:ext>
            </a:extLst>
          </p:cNvPr>
          <p:cNvCxnSpPr>
            <a:cxnSpLocks/>
            <a:endCxn id="265" idx="4"/>
          </p:cNvCxnSpPr>
          <p:nvPr/>
        </p:nvCxnSpPr>
        <p:spPr>
          <a:xfrm>
            <a:off x="2832287" y="5960171"/>
            <a:ext cx="7116931" cy="323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EF7CCC9A-39E6-4778-AE7B-F1C4C4416CA8}"/>
              </a:ext>
            </a:extLst>
          </p:cNvPr>
          <p:cNvCxnSpPr>
            <a:cxnSpLocks/>
          </p:cNvCxnSpPr>
          <p:nvPr/>
        </p:nvCxnSpPr>
        <p:spPr>
          <a:xfrm flipH="1">
            <a:off x="1837733" y="5392643"/>
            <a:ext cx="9393397" cy="17267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5220496" y="-97756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C4EA62DC-F80C-4CBD-8BD0-A4F97EC23594}"/>
              </a:ext>
            </a:extLst>
          </p:cNvPr>
          <p:cNvCxnSpPr>
            <a:cxnSpLocks/>
          </p:cNvCxnSpPr>
          <p:nvPr/>
        </p:nvCxnSpPr>
        <p:spPr>
          <a:xfrm flipH="1">
            <a:off x="3840926" y="-288273"/>
            <a:ext cx="4265500" cy="727045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2ADBBE80-A201-4297-9816-1AA6001ACF13}"/>
              </a:ext>
            </a:extLst>
          </p:cNvPr>
          <p:cNvSpPr/>
          <p:nvPr/>
        </p:nvSpPr>
        <p:spPr>
          <a:xfrm>
            <a:off x="4045212" y="2522996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D154E23-4EA1-442F-A979-AE7A09FAB69C}"/>
              </a:ext>
            </a:extLst>
          </p:cNvPr>
          <p:cNvCxnSpPr>
            <a:cxnSpLocks/>
          </p:cNvCxnSpPr>
          <p:nvPr/>
        </p:nvCxnSpPr>
        <p:spPr>
          <a:xfrm>
            <a:off x="4282910" y="-81246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AAF32D-C64B-4364-9601-6C51FEDAEF7F}"/>
              </a:ext>
            </a:extLst>
          </p:cNvPr>
          <p:cNvCxnSpPr>
            <a:cxnSpLocks/>
          </p:cNvCxnSpPr>
          <p:nvPr/>
        </p:nvCxnSpPr>
        <p:spPr>
          <a:xfrm flipH="1" flipV="1">
            <a:off x="1714985" y="3517369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61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239523" y="-145679"/>
            <a:ext cx="8298694" cy="7127857"/>
            <a:chOff x="1038931" y="-940154"/>
            <a:chExt cx="10667999" cy="9162887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C60F8B6E-0B49-4659-9400-6C56D2E08DBD}"/>
                </a:ext>
              </a:extLst>
            </p:cNvPr>
            <p:cNvSpPr/>
            <p:nvPr/>
          </p:nvSpPr>
          <p:spPr>
            <a:xfrm>
              <a:off x="5581934" y="1652926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D3E5CA3-A559-4FAC-826D-C7ABCB304239}"/>
                </a:ext>
              </a:extLst>
            </p:cNvPr>
            <p:cNvSpPr/>
            <p:nvPr/>
          </p:nvSpPr>
          <p:spPr>
            <a:xfrm>
              <a:off x="4819934" y="354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33E649C-3F56-42D0-A306-D583EC53089A}"/>
                </a:ext>
              </a:extLst>
            </p:cNvPr>
            <p:cNvSpPr/>
            <p:nvPr/>
          </p:nvSpPr>
          <p:spPr>
            <a:xfrm>
              <a:off x="6343934" y="354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9791A647-B43D-4075-8BB3-D95D73CDEC0F}"/>
                </a:ext>
              </a:extLst>
            </p:cNvPr>
            <p:cNvSpPr/>
            <p:nvPr/>
          </p:nvSpPr>
          <p:spPr>
            <a:xfrm>
              <a:off x="4057934" y="1707578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63D5454-34AC-4DC4-B5CF-09F3BEC7E5F4}"/>
                </a:ext>
              </a:extLst>
            </p:cNvPr>
            <p:cNvSpPr/>
            <p:nvPr/>
          </p:nvSpPr>
          <p:spPr>
            <a:xfrm>
              <a:off x="7105934" y="1707578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6F619A2-B96A-4A31-B60B-2D306CFC2186}"/>
                </a:ext>
              </a:extLst>
            </p:cNvPr>
            <p:cNvCxnSpPr>
              <a:cxnSpLocks/>
              <a:stCxn id="8" idx="2"/>
              <a:endCxn id="12" idx="0"/>
            </p:cNvCxnSpPr>
            <p:nvPr/>
          </p:nvCxnSpPr>
          <p:spPr>
            <a:xfrm flipH="1">
              <a:off x="5581935" y="1668165"/>
              <a:ext cx="761999" cy="135320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70E53BA0-2C4A-47CF-9A4C-C9CBD40A9012}"/>
                </a:ext>
              </a:extLst>
            </p:cNvPr>
            <p:cNvSpPr/>
            <p:nvPr/>
          </p:nvSpPr>
          <p:spPr>
            <a:xfrm>
              <a:off x="5610934" y="-940154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70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3" name="Isosceles Triangle 272">
              <a:extLst>
                <a:ext uri="{FF2B5EF4-FFF2-40B4-BE49-F238E27FC236}">
                  <a16:creationId xmlns:a16="http://schemas.microsoft.com/office/drawing/2014/main" id="{50A843FA-657B-4D55-89DC-C92084A424AC}"/>
                </a:ext>
              </a:extLst>
            </p:cNvPr>
            <p:cNvSpPr/>
            <p:nvPr/>
          </p:nvSpPr>
          <p:spPr>
            <a:xfrm>
              <a:off x="1038931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7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6" name="Isosceles Triangle 275">
              <a:extLst>
                <a:ext uri="{FF2B5EF4-FFF2-40B4-BE49-F238E27FC236}">
                  <a16:creationId xmlns:a16="http://schemas.microsoft.com/office/drawing/2014/main" id="{36F3AA72-F29D-4146-9FD3-9662DA3BF4F3}"/>
                </a:ext>
              </a:extLst>
            </p:cNvPr>
            <p:cNvSpPr/>
            <p:nvPr/>
          </p:nvSpPr>
          <p:spPr>
            <a:xfrm>
              <a:off x="10182930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E98D22-F86C-4083-8AD8-D9634B603FA7}"/>
              </a:ext>
            </a:extLst>
          </p:cNvPr>
          <p:cNvCxnSpPr>
            <a:cxnSpLocks/>
            <a:stCxn id="8" idx="2"/>
            <a:endCxn id="275" idx="0"/>
          </p:cNvCxnSpPr>
          <p:nvPr/>
        </p:nvCxnSpPr>
        <p:spPr>
          <a:xfrm>
            <a:off x="6366313" y="1883346"/>
            <a:ext cx="2419934" cy="40768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AE6DBE-F2B9-4E4F-B8B2-B2F30E361031}"/>
              </a:ext>
            </a:extLst>
          </p:cNvPr>
          <p:cNvCxnSpPr>
            <a:cxnSpLocks/>
            <a:stCxn id="12" idx="0"/>
            <a:endCxn id="274" idx="0"/>
          </p:cNvCxnSpPr>
          <p:nvPr/>
        </p:nvCxnSpPr>
        <p:spPr>
          <a:xfrm flipH="1">
            <a:off x="4017815" y="2936012"/>
            <a:ext cx="1755735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stCxn id="276" idx="4"/>
            <a:endCxn id="163" idx="0"/>
          </p:cNvCxnSpPr>
          <p:nvPr/>
        </p:nvCxnSpPr>
        <p:spPr>
          <a:xfrm flipH="1" flipV="1">
            <a:off x="6388873" y="-145679"/>
            <a:ext cx="4149344" cy="71278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63" idx="0"/>
            <a:endCxn id="273" idx="2"/>
          </p:cNvCxnSpPr>
          <p:nvPr/>
        </p:nvCxnSpPr>
        <p:spPr>
          <a:xfrm flipH="1">
            <a:off x="2239523" y="-145679"/>
            <a:ext cx="4149350" cy="71278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 flipH="1">
            <a:off x="7911151" y="-145680"/>
            <a:ext cx="4572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76" idx="4"/>
            <a:endCxn id="273" idx="2"/>
          </p:cNvCxnSpPr>
          <p:nvPr/>
        </p:nvCxnSpPr>
        <p:spPr>
          <a:xfrm flipH="1">
            <a:off x="2239523" y="6982178"/>
            <a:ext cx="829869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6A6BF34D-7422-42C4-A1EF-0CD7B21ADD3C}"/>
              </a:ext>
            </a:extLst>
          </p:cNvPr>
          <p:cNvSpPr/>
          <p:nvPr/>
        </p:nvSpPr>
        <p:spPr>
          <a:xfrm>
            <a:off x="5558409" y="1170251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60D8B40D-076C-43AB-86B1-1906D2A371B0}"/>
              </a:ext>
            </a:extLst>
          </p:cNvPr>
          <p:cNvSpPr/>
          <p:nvPr/>
        </p:nvSpPr>
        <p:spPr>
          <a:xfrm>
            <a:off x="6145767" y="4348568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7" name="Star: 5 Points 216">
            <a:extLst>
              <a:ext uri="{FF2B5EF4-FFF2-40B4-BE49-F238E27FC236}">
                <a16:creationId xmlns:a16="http://schemas.microsoft.com/office/drawing/2014/main" id="{3409B18C-5A40-462C-8E46-B135ECCD8940}"/>
              </a:ext>
            </a:extLst>
          </p:cNvPr>
          <p:cNvSpPr/>
          <p:nvPr/>
        </p:nvSpPr>
        <p:spPr>
          <a:xfrm>
            <a:off x="9172870" y="5307632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9" name="Star: 5 Points 218">
            <a:extLst>
              <a:ext uri="{FF2B5EF4-FFF2-40B4-BE49-F238E27FC236}">
                <a16:creationId xmlns:a16="http://schemas.microsoft.com/office/drawing/2014/main" id="{31A7F73D-7FE2-4417-ABA4-5B6E12EAE450}"/>
              </a:ext>
            </a:extLst>
          </p:cNvPr>
          <p:cNvSpPr/>
          <p:nvPr/>
        </p:nvSpPr>
        <p:spPr>
          <a:xfrm>
            <a:off x="3798513" y="6364188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A4A8F5B-42A6-4082-8806-A479B2121017}"/>
              </a:ext>
            </a:extLst>
          </p:cNvPr>
          <p:cNvCxnSpPr>
            <a:cxnSpLocks/>
          </p:cNvCxnSpPr>
          <p:nvPr/>
        </p:nvCxnSpPr>
        <p:spPr>
          <a:xfrm flipH="1" flipV="1">
            <a:off x="2494983" y="5307632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F114A60B-2077-430F-A673-BFDCE0FD29CF}"/>
              </a:ext>
            </a:extLst>
          </p:cNvPr>
          <p:cNvCxnSpPr>
            <a:cxnSpLocks/>
            <a:stCxn id="265" idx="2"/>
            <a:endCxn id="265" idx="0"/>
          </p:cNvCxnSpPr>
          <p:nvPr/>
        </p:nvCxnSpPr>
        <p:spPr>
          <a:xfrm flipV="1">
            <a:off x="8763690" y="4970522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BEDDEC9B-DE1B-4E3A-ABB2-790063C92965}"/>
              </a:ext>
            </a:extLst>
          </p:cNvPr>
          <p:cNvCxnSpPr>
            <a:cxnSpLocks/>
            <a:stCxn id="275" idx="0"/>
            <a:endCxn id="264" idx="2"/>
          </p:cNvCxnSpPr>
          <p:nvPr/>
        </p:nvCxnSpPr>
        <p:spPr>
          <a:xfrm flipH="1">
            <a:off x="3995258" y="5960171"/>
            <a:ext cx="4790989" cy="323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endCxn id="274" idx="0"/>
          </p:cNvCxnSpPr>
          <p:nvPr/>
        </p:nvCxnSpPr>
        <p:spPr>
          <a:xfrm flipH="1" flipV="1">
            <a:off x="4017815" y="5960171"/>
            <a:ext cx="648280" cy="10220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0E2EE3E0-3F5A-4CAC-AC41-425F2E11BF64}"/>
              </a:ext>
            </a:extLst>
          </p:cNvPr>
          <p:cNvCxnSpPr>
            <a:cxnSpLocks/>
            <a:stCxn id="273" idx="0"/>
            <a:endCxn id="264" idx="2"/>
          </p:cNvCxnSpPr>
          <p:nvPr/>
        </p:nvCxnSpPr>
        <p:spPr>
          <a:xfrm>
            <a:off x="2832287" y="5960171"/>
            <a:ext cx="1162971" cy="323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EF7CCC9A-39E6-4778-AE7B-F1C4C4416CA8}"/>
              </a:ext>
            </a:extLst>
          </p:cNvPr>
          <p:cNvCxnSpPr>
            <a:cxnSpLocks/>
          </p:cNvCxnSpPr>
          <p:nvPr/>
        </p:nvCxnSpPr>
        <p:spPr>
          <a:xfrm flipH="1">
            <a:off x="1812333" y="6351667"/>
            <a:ext cx="9393397" cy="172672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5220496" y="-97756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C4EA62DC-F80C-4CBD-8BD0-A4F97EC23594}"/>
              </a:ext>
            </a:extLst>
          </p:cNvPr>
          <p:cNvCxnSpPr>
            <a:cxnSpLocks/>
          </p:cNvCxnSpPr>
          <p:nvPr/>
        </p:nvCxnSpPr>
        <p:spPr>
          <a:xfrm flipH="1">
            <a:off x="3562868" y="322793"/>
            <a:ext cx="4265500" cy="727045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74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786217" y="842586"/>
            <a:ext cx="7139489" cy="6100853"/>
            <a:chOff x="1771934" y="2350340"/>
            <a:chExt cx="9177835" cy="6100853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69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6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235520-86F3-42C3-B1ED-62FCC15E64C4}"/>
                </a:ext>
              </a:extLst>
            </p:cNvPr>
            <p:cNvCxnSpPr>
              <a:cxnSpLocks/>
              <a:stCxn id="15" idx="0"/>
              <a:endCxn id="11" idx="0"/>
            </p:cNvCxnSpPr>
            <p:nvPr/>
          </p:nvCxnSpPr>
          <p:spPr>
            <a:xfrm flipH="1">
              <a:off x="4057934" y="2350340"/>
              <a:ext cx="457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369E95A-FADB-4BC7-85C9-C86BD45D0A3C}"/>
                </a:ext>
              </a:extLst>
            </p:cNvPr>
            <p:cNvSpPr/>
            <p:nvPr/>
          </p:nvSpPr>
          <p:spPr>
            <a:xfrm>
              <a:off x="3295937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F20559F-BC9E-4C4E-9B2F-6BEEA71F3E8C}"/>
                </a:ext>
              </a:extLst>
            </p:cNvPr>
            <p:cNvSpPr/>
            <p:nvPr/>
          </p:nvSpPr>
          <p:spPr>
            <a:xfrm>
              <a:off x="4819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54D1868-290F-4FAD-8D97-1CA991C21794}"/>
                </a:ext>
              </a:extLst>
            </p:cNvPr>
            <p:cNvSpPr/>
            <p:nvPr/>
          </p:nvSpPr>
          <p:spPr>
            <a:xfrm>
              <a:off x="6343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36505343-614E-47EB-AA3B-F89D6A14874E}"/>
                </a:ext>
              </a:extLst>
            </p:cNvPr>
            <p:cNvSpPr/>
            <p:nvPr/>
          </p:nvSpPr>
          <p:spPr>
            <a:xfrm>
              <a:off x="7901771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E76C4A5D-F5A4-4A67-A536-6E400794BE86}"/>
                </a:ext>
              </a:extLst>
            </p:cNvPr>
            <p:cNvSpPr/>
            <p:nvPr/>
          </p:nvSpPr>
          <p:spPr>
            <a:xfrm>
              <a:off x="4057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021B7F33-70EA-432F-A34C-15C797761B37}"/>
                </a:ext>
              </a:extLst>
            </p:cNvPr>
            <p:cNvSpPr/>
            <p:nvPr/>
          </p:nvSpPr>
          <p:spPr>
            <a:xfrm>
              <a:off x="5581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928113B8-3CFF-4A71-B31E-198AA29391A4}"/>
                </a:ext>
              </a:extLst>
            </p:cNvPr>
            <p:cNvSpPr/>
            <p:nvPr/>
          </p:nvSpPr>
          <p:spPr>
            <a:xfrm>
              <a:off x="7139771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1E84FAE-B315-400C-A8ED-1D332F2FCBD1}"/>
                </a:ext>
              </a:extLst>
            </p:cNvPr>
            <p:cNvCxnSpPr>
              <a:cxnSpLocks/>
              <a:stCxn id="274" idx="0"/>
            </p:cNvCxnSpPr>
            <p:nvPr/>
          </p:nvCxnSpPr>
          <p:spPr>
            <a:xfrm flipH="1">
              <a:off x="2562931" y="5374499"/>
              <a:ext cx="762000" cy="1022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5A3187A-AA9B-483C-B5A6-504661E87508}"/>
                </a:ext>
              </a:extLst>
            </p:cNvPr>
            <p:cNvCxnSpPr>
              <a:cxnSpLocks/>
              <a:stCxn id="274" idx="0"/>
              <a:endCxn id="270" idx="2"/>
            </p:cNvCxnSpPr>
            <p:nvPr/>
          </p:nvCxnSpPr>
          <p:spPr>
            <a:xfrm>
              <a:off x="3324932" y="5374499"/>
              <a:ext cx="762001" cy="1022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D27DDD-2BD2-4CA5-A57C-6EE831FD9010}"/>
                </a:ext>
              </a:extLst>
            </p:cNvPr>
            <p:cNvCxnSpPr>
              <a:cxnSpLocks/>
              <a:stCxn id="64" idx="0"/>
              <a:endCxn id="270" idx="2"/>
            </p:cNvCxnSpPr>
            <p:nvPr/>
          </p:nvCxnSpPr>
          <p:spPr>
            <a:xfrm flipH="1">
              <a:off x="4086932" y="3399532"/>
              <a:ext cx="2257001" cy="299697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121093" y="842586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endCxn id="263" idx="2"/>
          </p:cNvCxnSpPr>
          <p:nvPr/>
        </p:nvCxnSpPr>
        <p:spPr>
          <a:xfrm flipH="1">
            <a:off x="2786217" y="842586"/>
            <a:ext cx="1778294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121093" y="2877095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A4A8F5B-42A6-4082-8806-A479B2121017}"/>
              </a:ext>
            </a:extLst>
          </p:cNvPr>
          <p:cNvCxnSpPr>
            <a:cxnSpLocks/>
          </p:cNvCxnSpPr>
          <p:nvPr/>
        </p:nvCxnSpPr>
        <p:spPr>
          <a:xfrm flipH="1" flipV="1">
            <a:off x="1335313" y="5325134"/>
            <a:ext cx="9812357" cy="17389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786217" y="3899102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C4EA62DC-F80C-4CBD-8BD0-A4F97EC23594}"/>
              </a:ext>
            </a:extLst>
          </p:cNvPr>
          <p:cNvCxnSpPr>
            <a:cxnSpLocks/>
          </p:cNvCxnSpPr>
          <p:nvPr/>
        </p:nvCxnSpPr>
        <p:spPr>
          <a:xfrm flipH="1">
            <a:off x="4586331" y="621079"/>
            <a:ext cx="4265500" cy="7270451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8455093" y="2979798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CAEA6065-9D43-4CEC-8B48-E327FE12DC1A}"/>
              </a:ext>
            </a:extLst>
          </p:cNvPr>
          <p:cNvSpPr/>
          <p:nvPr/>
        </p:nvSpPr>
        <p:spPr>
          <a:xfrm>
            <a:off x="3756602" y="4256305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5512340" y="5268892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endCxn id="125" idx="2"/>
          </p:cNvCxnSpPr>
          <p:nvPr/>
        </p:nvCxnSpPr>
        <p:spPr>
          <a:xfrm flipH="1">
            <a:off x="4564510" y="6943439"/>
            <a:ext cx="355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121093" y="3866745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7929248" y="6015414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6FC9546-D17B-4608-B7C7-C88DFD0724DD}"/>
              </a:ext>
            </a:extLst>
          </p:cNvPr>
          <p:cNvCxnSpPr>
            <a:cxnSpLocks/>
            <a:stCxn id="265" idx="2"/>
            <a:endCxn id="66" idx="2"/>
          </p:cNvCxnSpPr>
          <p:nvPr/>
        </p:nvCxnSpPr>
        <p:spPr>
          <a:xfrm flipH="1" flipV="1">
            <a:off x="8121093" y="2913785"/>
            <a:ext cx="619085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F90C3C-E7DC-42EE-807E-9F4BBA1437D0}"/>
              </a:ext>
            </a:extLst>
          </p:cNvPr>
          <p:cNvCxnSpPr>
            <a:cxnSpLocks/>
            <a:stCxn id="275" idx="0"/>
            <a:endCxn id="129" idx="0"/>
          </p:cNvCxnSpPr>
          <p:nvPr/>
        </p:nvCxnSpPr>
        <p:spPr>
          <a:xfrm flipH="1">
            <a:off x="7554651" y="3866745"/>
            <a:ext cx="1208084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105" idx="2"/>
            <a:endCxn id="129" idx="2"/>
          </p:cNvCxnSpPr>
          <p:nvPr/>
        </p:nvCxnSpPr>
        <p:spPr>
          <a:xfrm>
            <a:off x="6342802" y="5914234"/>
            <a:ext cx="619085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D9D6589-6155-4C5A-AC30-FC56C4CC55B1}"/>
              </a:ext>
            </a:extLst>
          </p:cNvPr>
          <p:cNvCxnSpPr>
            <a:cxnSpLocks/>
            <a:stCxn id="129" idx="0"/>
            <a:endCxn id="105" idx="2"/>
          </p:cNvCxnSpPr>
          <p:nvPr/>
        </p:nvCxnSpPr>
        <p:spPr>
          <a:xfrm flipH="1" flipV="1">
            <a:off x="6342802" y="5914234"/>
            <a:ext cx="1211849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B436E00-3F82-4B87-AF61-84F82F4736FE}"/>
              </a:ext>
            </a:extLst>
          </p:cNvPr>
          <p:cNvCxnSpPr>
            <a:cxnSpLocks/>
            <a:stCxn id="108" idx="4"/>
            <a:endCxn id="275" idx="2"/>
          </p:cNvCxnSpPr>
          <p:nvPr/>
        </p:nvCxnSpPr>
        <p:spPr>
          <a:xfrm flipH="1" flipV="1">
            <a:off x="8169971" y="4888752"/>
            <a:ext cx="57020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756BC82-F6E4-42CF-BFC0-C99DC90047E1}"/>
              </a:ext>
            </a:extLst>
          </p:cNvPr>
          <p:cNvCxnSpPr>
            <a:cxnSpLocks/>
            <a:stCxn id="104" idx="2"/>
            <a:endCxn id="126" idx="0"/>
          </p:cNvCxnSpPr>
          <p:nvPr/>
        </p:nvCxnSpPr>
        <p:spPr>
          <a:xfrm>
            <a:off x="5157274" y="5914234"/>
            <a:ext cx="1185528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EA26F9-91FB-48FF-836A-CF2F2DD86B28}"/>
              </a:ext>
            </a:extLst>
          </p:cNvPr>
          <p:cNvCxnSpPr>
            <a:cxnSpLocks/>
            <a:stCxn id="125" idx="0"/>
            <a:endCxn id="104" idx="0"/>
          </p:cNvCxnSpPr>
          <p:nvPr/>
        </p:nvCxnSpPr>
        <p:spPr>
          <a:xfrm flipV="1">
            <a:off x="5157274" y="4892227"/>
            <a:ext cx="59276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1DE8D-50ED-44BA-830B-BAE30152C1DC}"/>
              </a:ext>
            </a:extLst>
          </p:cNvPr>
          <p:cNvCxnSpPr>
            <a:cxnSpLocks/>
            <a:stCxn id="105" idx="0"/>
            <a:endCxn id="262" idx="0"/>
          </p:cNvCxnSpPr>
          <p:nvPr/>
        </p:nvCxnSpPr>
        <p:spPr>
          <a:xfrm flipV="1">
            <a:off x="6935566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4313F85-00FB-4E07-AEA9-F327BAA28098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>
            <a:off x="5750038" y="489222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8517312" y="-2610232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39DF066-AC40-471E-B7BF-632A66ECD4D9}"/>
              </a:ext>
            </a:extLst>
          </p:cNvPr>
          <p:cNvCxnSpPr>
            <a:cxnSpLocks/>
            <a:stCxn id="261" idx="0"/>
            <a:endCxn id="64" idx="0"/>
          </p:cNvCxnSpPr>
          <p:nvPr/>
        </p:nvCxnSpPr>
        <p:spPr>
          <a:xfrm flipH="1" flipV="1">
            <a:off x="6342801" y="1891778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A070E7C-548A-440A-B371-E588D7D9316E}"/>
              </a:ext>
            </a:extLst>
          </p:cNvPr>
          <p:cNvCxnSpPr>
            <a:cxnSpLocks/>
            <a:stCxn id="64" idx="0"/>
            <a:endCxn id="15" idx="2"/>
          </p:cNvCxnSpPr>
          <p:nvPr/>
        </p:nvCxnSpPr>
        <p:spPr>
          <a:xfrm flipV="1">
            <a:off x="6342801" y="1864593"/>
            <a:ext cx="1185528" cy="27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C0854CA-4924-43CF-8940-16D27CDFD135}"/>
              </a:ext>
            </a:extLst>
          </p:cNvPr>
          <p:cNvCxnSpPr>
            <a:cxnSpLocks/>
            <a:stCxn id="261" idx="0"/>
            <a:endCxn id="104" idx="0"/>
          </p:cNvCxnSpPr>
          <p:nvPr/>
        </p:nvCxnSpPr>
        <p:spPr>
          <a:xfrm flipH="1">
            <a:off x="5750038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1FD9C43-D0F3-4E3E-AF5C-4BA44E4E8B81}"/>
              </a:ext>
            </a:extLst>
          </p:cNvPr>
          <p:cNvCxnSpPr>
            <a:cxnSpLocks/>
          </p:cNvCxnSpPr>
          <p:nvPr/>
        </p:nvCxnSpPr>
        <p:spPr>
          <a:xfrm flipH="1">
            <a:off x="3769085" y="-81684"/>
            <a:ext cx="4265500" cy="727045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1355842" y="4486192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2729645" y="-412451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5942770" y="-1624915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4977170" y="-1290032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902802" y="-583316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F156D4FD-CED1-4E2F-A82D-E6D5D56D408A}"/>
              </a:ext>
            </a:extLst>
          </p:cNvPr>
          <p:cNvSpPr/>
          <p:nvPr/>
        </p:nvSpPr>
        <p:spPr>
          <a:xfrm>
            <a:off x="9117800" y="3242889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58490897-C6E2-49C3-A07B-53936160E7F7}"/>
              </a:ext>
            </a:extLst>
          </p:cNvPr>
          <p:cNvSpPr/>
          <p:nvPr/>
        </p:nvSpPr>
        <p:spPr>
          <a:xfrm>
            <a:off x="6701670" y="1964088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8D47C8E0-69D3-4863-B7B9-A53C583A7B50}"/>
              </a:ext>
            </a:extLst>
          </p:cNvPr>
          <p:cNvSpPr/>
          <p:nvPr/>
        </p:nvSpPr>
        <p:spPr>
          <a:xfrm>
            <a:off x="7328885" y="6266932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DCCDE4FD-4DA2-442F-BF3D-8E58C2E754E3}"/>
              </a:ext>
            </a:extLst>
          </p:cNvPr>
          <p:cNvSpPr/>
          <p:nvPr/>
        </p:nvSpPr>
        <p:spPr>
          <a:xfrm>
            <a:off x="6668601" y="6034990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F9F89E8-E45A-4014-8535-9C9325044694}"/>
              </a:ext>
            </a:extLst>
          </p:cNvPr>
          <p:cNvCxnSpPr>
            <a:cxnSpLocks/>
          </p:cNvCxnSpPr>
          <p:nvPr/>
        </p:nvCxnSpPr>
        <p:spPr>
          <a:xfrm flipH="1" flipV="1">
            <a:off x="1189821" y="6341472"/>
            <a:ext cx="9812357" cy="17389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D900707-27F1-4A2A-BC70-FDA107C13E83}"/>
              </a:ext>
            </a:extLst>
          </p:cNvPr>
          <p:cNvCxnSpPr>
            <a:cxnSpLocks/>
          </p:cNvCxnSpPr>
          <p:nvPr/>
        </p:nvCxnSpPr>
        <p:spPr>
          <a:xfrm flipH="1" flipV="1">
            <a:off x="1476841" y="3297135"/>
            <a:ext cx="9812357" cy="173893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9E848F13-9429-4EBF-AE54-E9A7AB2449B8}"/>
              </a:ext>
            </a:extLst>
          </p:cNvPr>
          <p:cNvSpPr/>
          <p:nvPr/>
        </p:nvSpPr>
        <p:spPr>
          <a:xfrm>
            <a:off x="4927492" y="971076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CDE1F51E-6AAA-47F0-8E95-AEBEE85A2241}"/>
              </a:ext>
            </a:extLst>
          </p:cNvPr>
          <p:cNvSpPr/>
          <p:nvPr/>
        </p:nvSpPr>
        <p:spPr>
          <a:xfrm>
            <a:off x="4276432" y="131550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37BDA95-B11C-4850-9D2E-EF172F8ED1D5}"/>
              </a:ext>
            </a:extLst>
          </p:cNvPr>
          <p:cNvCxnSpPr>
            <a:cxnSpLocks/>
          </p:cNvCxnSpPr>
          <p:nvPr/>
        </p:nvCxnSpPr>
        <p:spPr>
          <a:xfrm flipH="1" flipV="1">
            <a:off x="1189820" y="2175744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594FE42-2085-41B8-8131-37C1A75260FE}"/>
              </a:ext>
            </a:extLst>
          </p:cNvPr>
          <p:cNvCxnSpPr>
            <a:cxnSpLocks/>
          </p:cNvCxnSpPr>
          <p:nvPr/>
        </p:nvCxnSpPr>
        <p:spPr>
          <a:xfrm flipH="1" flipV="1">
            <a:off x="1130460" y="1308641"/>
            <a:ext cx="9812357" cy="173893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1867287" y="-855485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8B5039D-D277-47C5-A4A6-A40A027EE35F}"/>
              </a:ext>
            </a:extLst>
          </p:cNvPr>
          <p:cNvCxnSpPr>
            <a:cxnSpLocks/>
            <a:stCxn id="65" idx="0"/>
            <a:endCxn id="14" idx="0"/>
          </p:cNvCxnSpPr>
          <p:nvPr/>
        </p:nvCxnSpPr>
        <p:spPr>
          <a:xfrm flipH="1" flipV="1">
            <a:off x="6935565" y="842586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9522A40-ACE7-477D-BC70-F239C436F95E}"/>
              </a:ext>
            </a:extLst>
          </p:cNvPr>
          <p:cNvCxnSpPr>
            <a:cxnSpLocks/>
          </p:cNvCxnSpPr>
          <p:nvPr/>
        </p:nvCxnSpPr>
        <p:spPr>
          <a:xfrm>
            <a:off x="2175614" y="-519010"/>
            <a:ext cx="5884163" cy="10026026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39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786217" y="842586"/>
            <a:ext cx="7139489" cy="6100853"/>
            <a:chOff x="1771934" y="2350340"/>
            <a:chExt cx="9177835" cy="6100853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69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6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235520-86F3-42C3-B1ED-62FCC15E64C4}"/>
                </a:ext>
              </a:extLst>
            </p:cNvPr>
            <p:cNvCxnSpPr>
              <a:cxnSpLocks/>
              <a:stCxn id="15" idx="0"/>
              <a:endCxn id="11" idx="0"/>
            </p:cNvCxnSpPr>
            <p:nvPr/>
          </p:nvCxnSpPr>
          <p:spPr>
            <a:xfrm flipH="1">
              <a:off x="4057934" y="2350340"/>
              <a:ext cx="457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369E95A-FADB-4BC7-85C9-C86BD45D0A3C}"/>
                </a:ext>
              </a:extLst>
            </p:cNvPr>
            <p:cNvSpPr/>
            <p:nvPr/>
          </p:nvSpPr>
          <p:spPr>
            <a:xfrm>
              <a:off x="3295937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F20559F-BC9E-4C4E-9B2F-6BEEA71F3E8C}"/>
                </a:ext>
              </a:extLst>
            </p:cNvPr>
            <p:cNvSpPr/>
            <p:nvPr/>
          </p:nvSpPr>
          <p:spPr>
            <a:xfrm>
              <a:off x="4819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54D1868-290F-4FAD-8D97-1CA991C21794}"/>
                </a:ext>
              </a:extLst>
            </p:cNvPr>
            <p:cNvSpPr/>
            <p:nvPr/>
          </p:nvSpPr>
          <p:spPr>
            <a:xfrm>
              <a:off x="6343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36505343-614E-47EB-AA3B-F89D6A14874E}"/>
                </a:ext>
              </a:extLst>
            </p:cNvPr>
            <p:cNvSpPr/>
            <p:nvPr/>
          </p:nvSpPr>
          <p:spPr>
            <a:xfrm>
              <a:off x="7901771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E76C4A5D-F5A4-4A67-A536-6E400794BE86}"/>
                </a:ext>
              </a:extLst>
            </p:cNvPr>
            <p:cNvSpPr/>
            <p:nvPr/>
          </p:nvSpPr>
          <p:spPr>
            <a:xfrm>
              <a:off x="4057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021B7F33-70EA-432F-A34C-15C797761B37}"/>
                </a:ext>
              </a:extLst>
            </p:cNvPr>
            <p:cNvSpPr/>
            <p:nvPr/>
          </p:nvSpPr>
          <p:spPr>
            <a:xfrm>
              <a:off x="5581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928113B8-3CFF-4A71-B31E-198AA29391A4}"/>
                </a:ext>
              </a:extLst>
            </p:cNvPr>
            <p:cNvSpPr/>
            <p:nvPr/>
          </p:nvSpPr>
          <p:spPr>
            <a:xfrm>
              <a:off x="7139771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1E84FAE-B315-400C-A8ED-1D332F2FCBD1}"/>
                </a:ext>
              </a:extLst>
            </p:cNvPr>
            <p:cNvCxnSpPr>
              <a:cxnSpLocks/>
              <a:stCxn id="274" idx="0"/>
            </p:cNvCxnSpPr>
            <p:nvPr/>
          </p:nvCxnSpPr>
          <p:spPr>
            <a:xfrm flipH="1">
              <a:off x="2562931" y="5374499"/>
              <a:ext cx="762000" cy="1022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5A3187A-AA9B-483C-B5A6-504661E87508}"/>
                </a:ext>
              </a:extLst>
            </p:cNvPr>
            <p:cNvCxnSpPr>
              <a:cxnSpLocks/>
              <a:stCxn id="274" idx="0"/>
              <a:endCxn id="270" idx="2"/>
            </p:cNvCxnSpPr>
            <p:nvPr/>
          </p:nvCxnSpPr>
          <p:spPr>
            <a:xfrm>
              <a:off x="3324932" y="5374499"/>
              <a:ext cx="762001" cy="1022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D27DDD-2BD2-4CA5-A57C-6EE831FD9010}"/>
                </a:ext>
              </a:extLst>
            </p:cNvPr>
            <p:cNvCxnSpPr>
              <a:cxnSpLocks/>
              <a:stCxn id="64" idx="0"/>
              <a:endCxn id="270" idx="0"/>
            </p:cNvCxnSpPr>
            <p:nvPr/>
          </p:nvCxnSpPr>
          <p:spPr>
            <a:xfrm flipH="1">
              <a:off x="4848932" y="3399532"/>
              <a:ext cx="1495002" cy="197496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6763F57-FF84-45E6-94F5-184D9B634C3C}"/>
                </a:ext>
              </a:extLst>
            </p:cNvPr>
            <p:cNvCxnSpPr>
              <a:cxnSpLocks/>
              <a:stCxn id="270" idx="0"/>
              <a:endCxn id="104" idx="0"/>
            </p:cNvCxnSpPr>
            <p:nvPr/>
          </p:nvCxnSpPr>
          <p:spPr>
            <a:xfrm>
              <a:off x="4848932" y="5374499"/>
              <a:ext cx="733003" cy="102548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121093" y="842586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endCxn id="263" idx="2"/>
          </p:cNvCxnSpPr>
          <p:nvPr/>
        </p:nvCxnSpPr>
        <p:spPr>
          <a:xfrm flipH="1">
            <a:off x="2786217" y="842586"/>
            <a:ext cx="1778294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121093" y="2877095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A4A8F5B-42A6-4082-8806-A479B2121017}"/>
              </a:ext>
            </a:extLst>
          </p:cNvPr>
          <p:cNvCxnSpPr>
            <a:cxnSpLocks/>
          </p:cNvCxnSpPr>
          <p:nvPr/>
        </p:nvCxnSpPr>
        <p:spPr>
          <a:xfrm flipH="1" flipV="1">
            <a:off x="1510644" y="5251040"/>
            <a:ext cx="9812357" cy="17389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786217" y="3899102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C4EA62DC-F80C-4CBD-8BD0-A4F97EC23594}"/>
              </a:ext>
            </a:extLst>
          </p:cNvPr>
          <p:cNvCxnSpPr>
            <a:cxnSpLocks/>
          </p:cNvCxnSpPr>
          <p:nvPr/>
        </p:nvCxnSpPr>
        <p:spPr>
          <a:xfrm flipH="1">
            <a:off x="4815391" y="146640"/>
            <a:ext cx="4265500" cy="7270451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8455093" y="2979798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CAEA6065-9D43-4CEC-8B48-E327FE12DC1A}"/>
              </a:ext>
            </a:extLst>
          </p:cNvPr>
          <p:cNvSpPr/>
          <p:nvPr/>
        </p:nvSpPr>
        <p:spPr>
          <a:xfrm>
            <a:off x="3727179" y="4268055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5512340" y="5268892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endCxn id="125" idx="2"/>
          </p:cNvCxnSpPr>
          <p:nvPr/>
        </p:nvCxnSpPr>
        <p:spPr>
          <a:xfrm flipH="1">
            <a:off x="4564510" y="6943439"/>
            <a:ext cx="355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121093" y="3866745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7929248" y="6015414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6FC9546-D17B-4608-B7C7-C88DFD0724DD}"/>
              </a:ext>
            </a:extLst>
          </p:cNvPr>
          <p:cNvCxnSpPr>
            <a:cxnSpLocks/>
            <a:stCxn id="265" idx="2"/>
            <a:endCxn id="66" idx="2"/>
          </p:cNvCxnSpPr>
          <p:nvPr/>
        </p:nvCxnSpPr>
        <p:spPr>
          <a:xfrm flipH="1" flipV="1">
            <a:off x="8121093" y="2913785"/>
            <a:ext cx="619085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F90C3C-E7DC-42EE-807E-9F4BBA1437D0}"/>
              </a:ext>
            </a:extLst>
          </p:cNvPr>
          <p:cNvCxnSpPr>
            <a:cxnSpLocks/>
            <a:stCxn id="275" idx="0"/>
            <a:endCxn id="129" idx="0"/>
          </p:cNvCxnSpPr>
          <p:nvPr/>
        </p:nvCxnSpPr>
        <p:spPr>
          <a:xfrm flipH="1">
            <a:off x="7554651" y="3866745"/>
            <a:ext cx="1208084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105" idx="2"/>
            <a:endCxn id="129" idx="2"/>
          </p:cNvCxnSpPr>
          <p:nvPr/>
        </p:nvCxnSpPr>
        <p:spPr>
          <a:xfrm>
            <a:off x="6342802" y="5914234"/>
            <a:ext cx="619085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D9D6589-6155-4C5A-AC30-FC56C4CC55B1}"/>
              </a:ext>
            </a:extLst>
          </p:cNvPr>
          <p:cNvCxnSpPr>
            <a:cxnSpLocks/>
            <a:stCxn id="129" idx="0"/>
            <a:endCxn id="105" idx="2"/>
          </p:cNvCxnSpPr>
          <p:nvPr/>
        </p:nvCxnSpPr>
        <p:spPr>
          <a:xfrm flipH="1" flipV="1">
            <a:off x="6342802" y="5914234"/>
            <a:ext cx="1211849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B436E00-3F82-4B87-AF61-84F82F4736FE}"/>
              </a:ext>
            </a:extLst>
          </p:cNvPr>
          <p:cNvCxnSpPr>
            <a:cxnSpLocks/>
            <a:stCxn id="108" idx="4"/>
            <a:endCxn id="275" idx="2"/>
          </p:cNvCxnSpPr>
          <p:nvPr/>
        </p:nvCxnSpPr>
        <p:spPr>
          <a:xfrm flipH="1" flipV="1">
            <a:off x="8169971" y="4888752"/>
            <a:ext cx="57020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756BC82-F6E4-42CF-BFC0-C99DC90047E1}"/>
              </a:ext>
            </a:extLst>
          </p:cNvPr>
          <p:cNvCxnSpPr>
            <a:cxnSpLocks/>
            <a:stCxn id="126" idx="0"/>
            <a:endCxn id="104" idx="2"/>
          </p:cNvCxnSpPr>
          <p:nvPr/>
        </p:nvCxnSpPr>
        <p:spPr>
          <a:xfrm flipH="1" flipV="1">
            <a:off x="5157274" y="5914234"/>
            <a:ext cx="1185528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EA26F9-91FB-48FF-836A-CF2F2DD86B28}"/>
              </a:ext>
            </a:extLst>
          </p:cNvPr>
          <p:cNvCxnSpPr>
            <a:cxnSpLocks/>
            <a:stCxn id="125" idx="0"/>
            <a:endCxn id="104" idx="0"/>
          </p:cNvCxnSpPr>
          <p:nvPr/>
        </p:nvCxnSpPr>
        <p:spPr>
          <a:xfrm flipV="1">
            <a:off x="5157274" y="4892227"/>
            <a:ext cx="59276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1DE8D-50ED-44BA-830B-BAE30152C1DC}"/>
              </a:ext>
            </a:extLst>
          </p:cNvPr>
          <p:cNvCxnSpPr>
            <a:cxnSpLocks/>
            <a:stCxn id="105" idx="0"/>
            <a:endCxn id="262" idx="0"/>
          </p:cNvCxnSpPr>
          <p:nvPr/>
        </p:nvCxnSpPr>
        <p:spPr>
          <a:xfrm flipV="1">
            <a:off x="6935566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4313F85-00FB-4E07-AEA9-F327BAA28098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>
            <a:off x="5750038" y="489222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8517312" y="-2610232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39DF066-AC40-471E-B7BF-632A66ECD4D9}"/>
              </a:ext>
            </a:extLst>
          </p:cNvPr>
          <p:cNvCxnSpPr>
            <a:cxnSpLocks/>
            <a:stCxn id="104" idx="0"/>
            <a:endCxn id="103" idx="0"/>
          </p:cNvCxnSpPr>
          <p:nvPr/>
        </p:nvCxnSpPr>
        <p:spPr>
          <a:xfrm flipH="1">
            <a:off x="4564511" y="4892227"/>
            <a:ext cx="118552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A070E7C-548A-440A-B371-E588D7D9316E}"/>
              </a:ext>
            </a:extLst>
          </p:cNvPr>
          <p:cNvCxnSpPr>
            <a:cxnSpLocks/>
            <a:stCxn id="64" idx="0"/>
            <a:endCxn id="12" idx="2"/>
          </p:cNvCxnSpPr>
          <p:nvPr/>
        </p:nvCxnSpPr>
        <p:spPr>
          <a:xfrm flipH="1" flipV="1">
            <a:off x="5157273" y="1864593"/>
            <a:ext cx="1185528" cy="27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1FD9C43-D0F3-4E3E-AF5C-4BA44E4E8B81}"/>
              </a:ext>
            </a:extLst>
          </p:cNvPr>
          <p:cNvCxnSpPr>
            <a:cxnSpLocks/>
          </p:cNvCxnSpPr>
          <p:nvPr/>
        </p:nvCxnSpPr>
        <p:spPr>
          <a:xfrm flipH="1">
            <a:off x="8345" y="-1694824"/>
            <a:ext cx="4265500" cy="727045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1260748" y="4400011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2697870" y="-36411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5920400" y="-1694824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6897534" y="-254090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1261530" y="-19605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58490897-C6E2-49C3-A07B-53936160E7F7}"/>
              </a:ext>
            </a:extLst>
          </p:cNvPr>
          <p:cNvSpPr/>
          <p:nvPr/>
        </p:nvSpPr>
        <p:spPr>
          <a:xfrm>
            <a:off x="6540542" y="-78086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F9F89E8-E45A-4014-8535-9C9325044694}"/>
              </a:ext>
            </a:extLst>
          </p:cNvPr>
          <p:cNvCxnSpPr>
            <a:cxnSpLocks/>
          </p:cNvCxnSpPr>
          <p:nvPr/>
        </p:nvCxnSpPr>
        <p:spPr>
          <a:xfrm flipH="1" flipV="1">
            <a:off x="1410311" y="6317575"/>
            <a:ext cx="9812357" cy="17389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D900707-27F1-4A2A-BC70-FDA107C13E83}"/>
              </a:ext>
            </a:extLst>
          </p:cNvPr>
          <p:cNvCxnSpPr>
            <a:cxnSpLocks/>
          </p:cNvCxnSpPr>
          <p:nvPr/>
        </p:nvCxnSpPr>
        <p:spPr>
          <a:xfrm flipH="1" flipV="1">
            <a:off x="1476841" y="8912815"/>
            <a:ext cx="9812357" cy="173893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CDE1F51E-6AAA-47F0-8E95-AEBEE85A2241}"/>
              </a:ext>
            </a:extLst>
          </p:cNvPr>
          <p:cNvSpPr/>
          <p:nvPr/>
        </p:nvSpPr>
        <p:spPr>
          <a:xfrm>
            <a:off x="3144183" y="88122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37BDA95-B11C-4850-9D2E-EF172F8ED1D5}"/>
              </a:ext>
            </a:extLst>
          </p:cNvPr>
          <p:cNvCxnSpPr>
            <a:cxnSpLocks/>
          </p:cNvCxnSpPr>
          <p:nvPr/>
        </p:nvCxnSpPr>
        <p:spPr>
          <a:xfrm flipH="1" flipV="1">
            <a:off x="1189820" y="7791424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594FE42-2085-41B8-8131-37C1A75260FE}"/>
              </a:ext>
            </a:extLst>
          </p:cNvPr>
          <p:cNvCxnSpPr>
            <a:cxnSpLocks/>
          </p:cNvCxnSpPr>
          <p:nvPr/>
        </p:nvCxnSpPr>
        <p:spPr>
          <a:xfrm flipH="1" flipV="1">
            <a:off x="1130460" y="6924321"/>
            <a:ext cx="9812357" cy="173893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666410" y="-2019412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8B5039D-D277-47C5-A4A6-A40A027EE35F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 flipV="1">
            <a:off x="4564509" y="842586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9522A40-ACE7-477D-BC70-F239C436F95E}"/>
              </a:ext>
            </a:extLst>
          </p:cNvPr>
          <p:cNvCxnSpPr>
            <a:cxnSpLocks/>
          </p:cNvCxnSpPr>
          <p:nvPr/>
        </p:nvCxnSpPr>
        <p:spPr>
          <a:xfrm>
            <a:off x="-30168" y="841257"/>
            <a:ext cx="5884163" cy="10026026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B7B13CB1-4927-4AB2-8C01-E6A25293385B}"/>
              </a:ext>
            </a:extLst>
          </p:cNvPr>
          <p:cNvSpPr/>
          <p:nvPr/>
        </p:nvSpPr>
        <p:spPr>
          <a:xfrm>
            <a:off x="6159448" y="4958347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C41BAD5-FA82-4AF4-8742-3733008F4F1C}"/>
              </a:ext>
            </a:extLst>
          </p:cNvPr>
          <p:cNvCxnSpPr>
            <a:cxnSpLocks/>
          </p:cNvCxnSpPr>
          <p:nvPr/>
        </p:nvCxnSpPr>
        <p:spPr>
          <a:xfrm>
            <a:off x="4159263" y="-955300"/>
            <a:ext cx="5884163" cy="100260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05278D5-824E-4B9F-A76D-5C91AAF1F87D}"/>
              </a:ext>
            </a:extLst>
          </p:cNvPr>
          <p:cNvCxnSpPr>
            <a:cxnSpLocks/>
          </p:cNvCxnSpPr>
          <p:nvPr/>
        </p:nvCxnSpPr>
        <p:spPr>
          <a:xfrm flipH="1" flipV="1">
            <a:off x="1691681" y="3291058"/>
            <a:ext cx="9812357" cy="173893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C57CB3F-F204-414D-AC8A-032C65A15F8B}"/>
              </a:ext>
            </a:extLst>
          </p:cNvPr>
          <p:cNvCxnSpPr>
            <a:cxnSpLocks/>
          </p:cNvCxnSpPr>
          <p:nvPr/>
        </p:nvCxnSpPr>
        <p:spPr>
          <a:xfrm flipH="1">
            <a:off x="5669071" y="1032169"/>
            <a:ext cx="4265500" cy="7270451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A237ED2-11C7-43C0-8CD2-D98CB20995D1}"/>
              </a:ext>
            </a:extLst>
          </p:cNvPr>
          <p:cNvCxnSpPr>
            <a:cxnSpLocks/>
          </p:cNvCxnSpPr>
          <p:nvPr/>
        </p:nvCxnSpPr>
        <p:spPr>
          <a:xfrm flipH="1">
            <a:off x="6641889" y="1615813"/>
            <a:ext cx="4265500" cy="727045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3D5A913-9570-4C97-AABE-E9F97D3FB432}"/>
              </a:ext>
            </a:extLst>
          </p:cNvPr>
          <p:cNvCxnSpPr>
            <a:cxnSpLocks/>
          </p:cNvCxnSpPr>
          <p:nvPr/>
        </p:nvCxnSpPr>
        <p:spPr>
          <a:xfrm>
            <a:off x="4911850" y="-1548062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A1DC9CA-D67D-4C8B-BA92-F98031C1C47F}"/>
              </a:ext>
            </a:extLst>
          </p:cNvPr>
          <p:cNvCxnSpPr>
            <a:cxnSpLocks/>
          </p:cNvCxnSpPr>
          <p:nvPr/>
        </p:nvCxnSpPr>
        <p:spPr>
          <a:xfrm flipH="1">
            <a:off x="3743982" y="-2398"/>
            <a:ext cx="4265500" cy="727045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884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786217" y="842586"/>
            <a:ext cx="7139489" cy="6100853"/>
            <a:chOff x="1771934" y="2350340"/>
            <a:chExt cx="9177835" cy="6100853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69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6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235520-86F3-42C3-B1ED-62FCC15E64C4}"/>
                </a:ext>
              </a:extLst>
            </p:cNvPr>
            <p:cNvCxnSpPr>
              <a:cxnSpLocks/>
              <a:stCxn id="15" idx="0"/>
              <a:endCxn id="11" idx="0"/>
            </p:cNvCxnSpPr>
            <p:nvPr/>
          </p:nvCxnSpPr>
          <p:spPr>
            <a:xfrm flipH="1">
              <a:off x="4057934" y="2350340"/>
              <a:ext cx="457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369E95A-FADB-4BC7-85C9-C86BD45D0A3C}"/>
                </a:ext>
              </a:extLst>
            </p:cNvPr>
            <p:cNvSpPr/>
            <p:nvPr/>
          </p:nvSpPr>
          <p:spPr>
            <a:xfrm>
              <a:off x="3295937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F20559F-BC9E-4C4E-9B2F-6BEEA71F3E8C}"/>
                </a:ext>
              </a:extLst>
            </p:cNvPr>
            <p:cNvSpPr/>
            <p:nvPr/>
          </p:nvSpPr>
          <p:spPr>
            <a:xfrm>
              <a:off x="4819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54D1868-290F-4FAD-8D97-1CA991C21794}"/>
                </a:ext>
              </a:extLst>
            </p:cNvPr>
            <p:cNvSpPr/>
            <p:nvPr/>
          </p:nvSpPr>
          <p:spPr>
            <a:xfrm>
              <a:off x="6343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36505343-614E-47EB-AA3B-F89D6A14874E}"/>
                </a:ext>
              </a:extLst>
            </p:cNvPr>
            <p:cNvSpPr/>
            <p:nvPr/>
          </p:nvSpPr>
          <p:spPr>
            <a:xfrm>
              <a:off x="7901771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E76C4A5D-F5A4-4A67-A536-6E400794BE86}"/>
                </a:ext>
              </a:extLst>
            </p:cNvPr>
            <p:cNvSpPr/>
            <p:nvPr/>
          </p:nvSpPr>
          <p:spPr>
            <a:xfrm>
              <a:off x="4057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021B7F33-70EA-432F-A34C-15C797761B37}"/>
                </a:ext>
              </a:extLst>
            </p:cNvPr>
            <p:cNvSpPr/>
            <p:nvPr/>
          </p:nvSpPr>
          <p:spPr>
            <a:xfrm>
              <a:off x="5581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928113B8-3CFF-4A71-B31E-198AA29391A4}"/>
                </a:ext>
              </a:extLst>
            </p:cNvPr>
            <p:cNvSpPr/>
            <p:nvPr/>
          </p:nvSpPr>
          <p:spPr>
            <a:xfrm>
              <a:off x="7139771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1E84FAE-B315-400C-A8ED-1D332F2FCBD1}"/>
                </a:ext>
              </a:extLst>
            </p:cNvPr>
            <p:cNvCxnSpPr>
              <a:cxnSpLocks/>
              <a:stCxn id="274" idx="0"/>
            </p:cNvCxnSpPr>
            <p:nvPr/>
          </p:nvCxnSpPr>
          <p:spPr>
            <a:xfrm flipH="1">
              <a:off x="2562931" y="5374499"/>
              <a:ext cx="762000" cy="1022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5A3187A-AA9B-483C-B5A6-504661E87508}"/>
                </a:ext>
              </a:extLst>
            </p:cNvPr>
            <p:cNvCxnSpPr>
              <a:cxnSpLocks/>
              <a:stCxn id="274" idx="0"/>
              <a:endCxn id="270" idx="2"/>
            </p:cNvCxnSpPr>
            <p:nvPr/>
          </p:nvCxnSpPr>
          <p:spPr>
            <a:xfrm>
              <a:off x="3324932" y="5374499"/>
              <a:ext cx="762001" cy="102200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D27DDD-2BD2-4CA5-A57C-6EE831FD9010}"/>
                </a:ext>
              </a:extLst>
            </p:cNvPr>
            <p:cNvCxnSpPr>
              <a:cxnSpLocks/>
              <a:stCxn id="64" idx="0"/>
              <a:endCxn id="270" idx="2"/>
            </p:cNvCxnSpPr>
            <p:nvPr/>
          </p:nvCxnSpPr>
          <p:spPr>
            <a:xfrm flipH="1">
              <a:off x="4086932" y="3399532"/>
              <a:ext cx="2257001" cy="299697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121093" y="842586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endCxn id="263" idx="2"/>
          </p:cNvCxnSpPr>
          <p:nvPr/>
        </p:nvCxnSpPr>
        <p:spPr>
          <a:xfrm flipH="1">
            <a:off x="2786217" y="842586"/>
            <a:ext cx="1778294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121093" y="2877095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A4A8F5B-42A6-4082-8806-A479B2121017}"/>
              </a:ext>
            </a:extLst>
          </p:cNvPr>
          <p:cNvCxnSpPr>
            <a:cxnSpLocks/>
          </p:cNvCxnSpPr>
          <p:nvPr/>
        </p:nvCxnSpPr>
        <p:spPr>
          <a:xfrm flipH="1" flipV="1">
            <a:off x="1335313" y="5325134"/>
            <a:ext cx="9812357" cy="17389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786217" y="3899102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C4EA62DC-F80C-4CBD-8BD0-A4F97EC23594}"/>
              </a:ext>
            </a:extLst>
          </p:cNvPr>
          <p:cNvCxnSpPr>
            <a:cxnSpLocks/>
          </p:cNvCxnSpPr>
          <p:nvPr/>
        </p:nvCxnSpPr>
        <p:spPr>
          <a:xfrm flipH="1">
            <a:off x="4586331" y="621079"/>
            <a:ext cx="4265500" cy="7270451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8455093" y="2979798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CAEA6065-9D43-4CEC-8B48-E327FE12DC1A}"/>
              </a:ext>
            </a:extLst>
          </p:cNvPr>
          <p:cNvSpPr/>
          <p:nvPr/>
        </p:nvSpPr>
        <p:spPr>
          <a:xfrm>
            <a:off x="3756602" y="4256305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5512340" y="5268892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endCxn id="125" idx="2"/>
          </p:cNvCxnSpPr>
          <p:nvPr/>
        </p:nvCxnSpPr>
        <p:spPr>
          <a:xfrm flipH="1">
            <a:off x="4564510" y="6943439"/>
            <a:ext cx="355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121093" y="3866745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7929248" y="6015414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6FC9546-D17B-4608-B7C7-C88DFD0724DD}"/>
              </a:ext>
            </a:extLst>
          </p:cNvPr>
          <p:cNvCxnSpPr>
            <a:cxnSpLocks/>
            <a:stCxn id="265" idx="2"/>
            <a:endCxn id="66" idx="2"/>
          </p:cNvCxnSpPr>
          <p:nvPr/>
        </p:nvCxnSpPr>
        <p:spPr>
          <a:xfrm flipH="1" flipV="1">
            <a:off x="8121093" y="2913785"/>
            <a:ext cx="619085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F90C3C-E7DC-42EE-807E-9F4BBA1437D0}"/>
              </a:ext>
            </a:extLst>
          </p:cNvPr>
          <p:cNvCxnSpPr>
            <a:cxnSpLocks/>
            <a:stCxn id="275" idx="0"/>
            <a:endCxn id="129" idx="0"/>
          </p:cNvCxnSpPr>
          <p:nvPr/>
        </p:nvCxnSpPr>
        <p:spPr>
          <a:xfrm flipH="1">
            <a:off x="7554651" y="3866745"/>
            <a:ext cx="1208084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105" idx="2"/>
            <a:endCxn id="129" idx="2"/>
          </p:cNvCxnSpPr>
          <p:nvPr/>
        </p:nvCxnSpPr>
        <p:spPr>
          <a:xfrm>
            <a:off x="6342802" y="5914234"/>
            <a:ext cx="619085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D9D6589-6155-4C5A-AC30-FC56C4CC55B1}"/>
              </a:ext>
            </a:extLst>
          </p:cNvPr>
          <p:cNvCxnSpPr>
            <a:cxnSpLocks/>
            <a:stCxn id="129" idx="0"/>
            <a:endCxn id="105" idx="2"/>
          </p:cNvCxnSpPr>
          <p:nvPr/>
        </p:nvCxnSpPr>
        <p:spPr>
          <a:xfrm flipH="1" flipV="1">
            <a:off x="6342802" y="5914234"/>
            <a:ext cx="1211849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B436E00-3F82-4B87-AF61-84F82F4736FE}"/>
              </a:ext>
            </a:extLst>
          </p:cNvPr>
          <p:cNvCxnSpPr>
            <a:cxnSpLocks/>
            <a:stCxn id="108" idx="4"/>
            <a:endCxn id="275" idx="2"/>
          </p:cNvCxnSpPr>
          <p:nvPr/>
        </p:nvCxnSpPr>
        <p:spPr>
          <a:xfrm flipH="1" flipV="1">
            <a:off x="8169971" y="4888752"/>
            <a:ext cx="57020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756BC82-F6E4-42CF-BFC0-C99DC90047E1}"/>
              </a:ext>
            </a:extLst>
          </p:cNvPr>
          <p:cNvCxnSpPr>
            <a:cxnSpLocks/>
            <a:stCxn id="126" idx="0"/>
            <a:endCxn id="104" idx="2"/>
          </p:cNvCxnSpPr>
          <p:nvPr/>
        </p:nvCxnSpPr>
        <p:spPr>
          <a:xfrm flipH="1" flipV="1">
            <a:off x="5157274" y="5914234"/>
            <a:ext cx="1185528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EA26F9-91FB-48FF-836A-CF2F2DD86B28}"/>
              </a:ext>
            </a:extLst>
          </p:cNvPr>
          <p:cNvCxnSpPr>
            <a:cxnSpLocks/>
            <a:stCxn id="125" idx="0"/>
            <a:endCxn id="104" idx="0"/>
          </p:cNvCxnSpPr>
          <p:nvPr/>
        </p:nvCxnSpPr>
        <p:spPr>
          <a:xfrm flipV="1">
            <a:off x="5157274" y="4892227"/>
            <a:ext cx="59276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1DE8D-50ED-44BA-830B-BAE30152C1DC}"/>
              </a:ext>
            </a:extLst>
          </p:cNvPr>
          <p:cNvCxnSpPr>
            <a:cxnSpLocks/>
            <a:stCxn id="105" idx="0"/>
            <a:endCxn id="262" idx="0"/>
          </p:cNvCxnSpPr>
          <p:nvPr/>
        </p:nvCxnSpPr>
        <p:spPr>
          <a:xfrm flipV="1">
            <a:off x="6935566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4313F85-00FB-4E07-AEA9-F327BAA28098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>
            <a:off x="5750038" y="489222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8517312" y="-2610232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39DF066-AC40-471E-B7BF-632A66ECD4D9}"/>
              </a:ext>
            </a:extLst>
          </p:cNvPr>
          <p:cNvCxnSpPr>
            <a:cxnSpLocks/>
            <a:stCxn id="104" idx="0"/>
            <a:endCxn id="270" idx="0"/>
          </p:cNvCxnSpPr>
          <p:nvPr/>
        </p:nvCxnSpPr>
        <p:spPr>
          <a:xfrm flipH="1" flipV="1">
            <a:off x="5179831" y="3866745"/>
            <a:ext cx="570207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A070E7C-548A-440A-B371-E588D7D9316E}"/>
              </a:ext>
            </a:extLst>
          </p:cNvPr>
          <p:cNvCxnSpPr>
            <a:cxnSpLocks/>
            <a:stCxn id="65" idx="0"/>
            <a:endCxn id="15" idx="0"/>
          </p:cNvCxnSpPr>
          <p:nvPr/>
        </p:nvCxnSpPr>
        <p:spPr>
          <a:xfrm flipV="1">
            <a:off x="7528329" y="842586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1FD9C43-D0F3-4E3E-AF5C-4BA44E4E8B81}"/>
              </a:ext>
            </a:extLst>
          </p:cNvPr>
          <p:cNvCxnSpPr>
            <a:cxnSpLocks/>
          </p:cNvCxnSpPr>
          <p:nvPr/>
        </p:nvCxnSpPr>
        <p:spPr>
          <a:xfrm flipH="1">
            <a:off x="3769085" y="-81684"/>
            <a:ext cx="4265500" cy="727045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1355842" y="4486192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2729645" y="-412451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5942770" y="-1624915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4977170" y="-1290032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902802" y="-583316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F156D4FD-CED1-4E2F-A82D-E6D5D56D408A}"/>
              </a:ext>
            </a:extLst>
          </p:cNvPr>
          <p:cNvSpPr/>
          <p:nvPr/>
        </p:nvSpPr>
        <p:spPr>
          <a:xfrm>
            <a:off x="9117800" y="3242889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58490897-C6E2-49C3-A07B-53936160E7F7}"/>
              </a:ext>
            </a:extLst>
          </p:cNvPr>
          <p:cNvSpPr/>
          <p:nvPr/>
        </p:nvSpPr>
        <p:spPr>
          <a:xfrm>
            <a:off x="6701670" y="1964088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8D47C8E0-69D3-4863-B7B9-A53C583A7B50}"/>
              </a:ext>
            </a:extLst>
          </p:cNvPr>
          <p:cNvSpPr/>
          <p:nvPr/>
        </p:nvSpPr>
        <p:spPr>
          <a:xfrm>
            <a:off x="7328885" y="6266932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4" name="Star: 5 Points 113">
            <a:extLst>
              <a:ext uri="{FF2B5EF4-FFF2-40B4-BE49-F238E27FC236}">
                <a16:creationId xmlns:a16="http://schemas.microsoft.com/office/drawing/2014/main" id="{DCCDE4FD-4DA2-442F-BF3D-8E58C2E754E3}"/>
              </a:ext>
            </a:extLst>
          </p:cNvPr>
          <p:cNvSpPr/>
          <p:nvPr/>
        </p:nvSpPr>
        <p:spPr>
          <a:xfrm>
            <a:off x="6668601" y="6034990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F9F89E8-E45A-4014-8535-9C9325044694}"/>
              </a:ext>
            </a:extLst>
          </p:cNvPr>
          <p:cNvCxnSpPr>
            <a:cxnSpLocks/>
          </p:cNvCxnSpPr>
          <p:nvPr/>
        </p:nvCxnSpPr>
        <p:spPr>
          <a:xfrm flipH="1" flipV="1">
            <a:off x="1189821" y="6341472"/>
            <a:ext cx="9812357" cy="17389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D900707-27F1-4A2A-BC70-FDA107C13E83}"/>
              </a:ext>
            </a:extLst>
          </p:cNvPr>
          <p:cNvCxnSpPr>
            <a:cxnSpLocks/>
          </p:cNvCxnSpPr>
          <p:nvPr/>
        </p:nvCxnSpPr>
        <p:spPr>
          <a:xfrm flipH="1" flipV="1">
            <a:off x="1476841" y="3297135"/>
            <a:ext cx="9812357" cy="173893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CDE1F51E-6AAA-47F0-8E95-AEBEE85A2241}"/>
              </a:ext>
            </a:extLst>
          </p:cNvPr>
          <p:cNvSpPr/>
          <p:nvPr/>
        </p:nvSpPr>
        <p:spPr>
          <a:xfrm>
            <a:off x="4276432" y="131550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37BDA95-B11C-4850-9D2E-EF172F8ED1D5}"/>
              </a:ext>
            </a:extLst>
          </p:cNvPr>
          <p:cNvCxnSpPr>
            <a:cxnSpLocks/>
          </p:cNvCxnSpPr>
          <p:nvPr/>
        </p:nvCxnSpPr>
        <p:spPr>
          <a:xfrm flipH="1" flipV="1">
            <a:off x="1189820" y="2175744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594FE42-2085-41B8-8131-37C1A75260FE}"/>
              </a:ext>
            </a:extLst>
          </p:cNvPr>
          <p:cNvCxnSpPr>
            <a:cxnSpLocks/>
          </p:cNvCxnSpPr>
          <p:nvPr/>
        </p:nvCxnSpPr>
        <p:spPr>
          <a:xfrm flipH="1" flipV="1">
            <a:off x="1130460" y="1308641"/>
            <a:ext cx="9812357" cy="173893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1867287" y="-855485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9522A40-ACE7-477D-BC70-F239C436F95E}"/>
              </a:ext>
            </a:extLst>
          </p:cNvPr>
          <p:cNvCxnSpPr>
            <a:cxnSpLocks/>
          </p:cNvCxnSpPr>
          <p:nvPr/>
        </p:nvCxnSpPr>
        <p:spPr>
          <a:xfrm>
            <a:off x="2175614" y="-519010"/>
            <a:ext cx="5884163" cy="10026026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B7B13CB1-4927-4AB2-8C01-E6A25293385B}"/>
              </a:ext>
            </a:extLst>
          </p:cNvPr>
          <p:cNvSpPr/>
          <p:nvPr/>
        </p:nvSpPr>
        <p:spPr>
          <a:xfrm>
            <a:off x="6159448" y="4958347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7434E2E-857F-4BDB-9165-21F86F15642D}"/>
              </a:ext>
            </a:extLst>
          </p:cNvPr>
          <p:cNvCxnSpPr>
            <a:cxnSpLocks/>
            <a:stCxn id="15" idx="2"/>
            <a:endCxn id="64" idx="0"/>
          </p:cNvCxnSpPr>
          <p:nvPr/>
        </p:nvCxnSpPr>
        <p:spPr>
          <a:xfrm flipH="1">
            <a:off x="6342801" y="1864593"/>
            <a:ext cx="1185528" cy="27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516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786217" y="842586"/>
            <a:ext cx="7139489" cy="6100853"/>
            <a:chOff x="1771934" y="2350340"/>
            <a:chExt cx="9177835" cy="6100853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69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6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235520-86F3-42C3-B1ED-62FCC15E64C4}"/>
                </a:ext>
              </a:extLst>
            </p:cNvPr>
            <p:cNvCxnSpPr>
              <a:cxnSpLocks/>
              <a:stCxn id="15" idx="0"/>
              <a:endCxn id="11" idx="0"/>
            </p:cNvCxnSpPr>
            <p:nvPr/>
          </p:nvCxnSpPr>
          <p:spPr>
            <a:xfrm flipH="1">
              <a:off x="4057934" y="2350340"/>
              <a:ext cx="457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369E95A-FADB-4BC7-85C9-C86BD45D0A3C}"/>
                </a:ext>
              </a:extLst>
            </p:cNvPr>
            <p:cNvSpPr/>
            <p:nvPr/>
          </p:nvSpPr>
          <p:spPr>
            <a:xfrm>
              <a:off x="3295937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F20559F-BC9E-4C4E-9B2F-6BEEA71F3E8C}"/>
                </a:ext>
              </a:extLst>
            </p:cNvPr>
            <p:cNvSpPr/>
            <p:nvPr/>
          </p:nvSpPr>
          <p:spPr>
            <a:xfrm>
              <a:off x="4819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54D1868-290F-4FAD-8D97-1CA991C21794}"/>
                </a:ext>
              </a:extLst>
            </p:cNvPr>
            <p:cNvSpPr/>
            <p:nvPr/>
          </p:nvSpPr>
          <p:spPr>
            <a:xfrm>
              <a:off x="6343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36505343-614E-47EB-AA3B-F89D6A14874E}"/>
                </a:ext>
              </a:extLst>
            </p:cNvPr>
            <p:cNvSpPr/>
            <p:nvPr/>
          </p:nvSpPr>
          <p:spPr>
            <a:xfrm>
              <a:off x="7901771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E76C4A5D-F5A4-4A67-A536-6E400794BE86}"/>
                </a:ext>
              </a:extLst>
            </p:cNvPr>
            <p:cNvSpPr/>
            <p:nvPr/>
          </p:nvSpPr>
          <p:spPr>
            <a:xfrm>
              <a:off x="4057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021B7F33-70EA-432F-A34C-15C797761B37}"/>
                </a:ext>
              </a:extLst>
            </p:cNvPr>
            <p:cNvSpPr/>
            <p:nvPr/>
          </p:nvSpPr>
          <p:spPr>
            <a:xfrm>
              <a:off x="5581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928113B8-3CFF-4A71-B31E-198AA29391A4}"/>
                </a:ext>
              </a:extLst>
            </p:cNvPr>
            <p:cNvSpPr/>
            <p:nvPr/>
          </p:nvSpPr>
          <p:spPr>
            <a:xfrm>
              <a:off x="7139771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5A3187A-AA9B-483C-B5A6-504661E87508}"/>
                </a:ext>
              </a:extLst>
            </p:cNvPr>
            <p:cNvCxnSpPr>
              <a:cxnSpLocks/>
              <a:stCxn id="264" idx="0"/>
              <a:endCxn id="270" idx="0"/>
            </p:cNvCxnSpPr>
            <p:nvPr/>
          </p:nvCxnSpPr>
          <p:spPr>
            <a:xfrm>
              <a:off x="4057934" y="4384849"/>
              <a:ext cx="790998" cy="98965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D27DDD-2BD2-4CA5-A57C-6EE831FD9010}"/>
                </a:ext>
              </a:extLst>
            </p:cNvPr>
            <p:cNvCxnSpPr>
              <a:cxnSpLocks/>
              <a:stCxn id="271" idx="0"/>
              <a:endCxn id="270" idx="0"/>
            </p:cNvCxnSpPr>
            <p:nvPr/>
          </p:nvCxnSpPr>
          <p:spPr>
            <a:xfrm flipH="1">
              <a:off x="4848932" y="5374499"/>
              <a:ext cx="152399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6595344-D86A-45B0-83D9-77684046635A}"/>
                </a:ext>
              </a:extLst>
            </p:cNvPr>
            <p:cNvCxnSpPr>
              <a:cxnSpLocks/>
              <a:stCxn id="264" idx="0"/>
              <a:endCxn id="68" idx="0"/>
            </p:cNvCxnSpPr>
            <p:nvPr/>
          </p:nvCxnSpPr>
          <p:spPr>
            <a:xfrm flipV="1">
              <a:off x="4057934" y="3399532"/>
              <a:ext cx="762000" cy="98531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121093" y="842586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endCxn id="263" idx="2"/>
          </p:cNvCxnSpPr>
          <p:nvPr/>
        </p:nvCxnSpPr>
        <p:spPr>
          <a:xfrm flipH="1">
            <a:off x="2786217" y="842586"/>
            <a:ext cx="1778294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121093" y="2877095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A4A8F5B-42A6-4082-8806-A479B2121017}"/>
              </a:ext>
            </a:extLst>
          </p:cNvPr>
          <p:cNvCxnSpPr>
            <a:cxnSpLocks/>
          </p:cNvCxnSpPr>
          <p:nvPr/>
        </p:nvCxnSpPr>
        <p:spPr>
          <a:xfrm flipH="1" flipV="1">
            <a:off x="1903747" y="5396052"/>
            <a:ext cx="9812357" cy="17389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786217" y="3899102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8455093" y="2979798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5512340" y="5268892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endCxn id="125" idx="2"/>
          </p:cNvCxnSpPr>
          <p:nvPr/>
        </p:nvCxnSpPr>
        <p:spPr>
          <a:xfrm flipH="1">
            <a:off x="4564510" y="6943439"/>
            <a:ext cx="355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121093" y="3866745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7929248" y="6015414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6FC9546-D17B-4608-B7C7-C88DFD0724DD}"/>
              </a:ext>
            </a:extLst>
          </p:cNvPr>
          <p:cNvCxnSpPr>
            <a:cxnSpLocks/>
            <a:stCxn id="265" idx="2"/>
            <a:endCxn id="66" idx="2"/>
          </p:cNvCxnSpPr>
          <p:nvPr/>
        </p:nvCxnSpPr>
        <p:spPr>
          <a:xfrm flipH="1" flipV="1">
            <a:off x="8121093" y="2913785"/>
            <a:ext cx="619085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F90C3C-E7DC-42EE-807E-9F4BBA1437D0}"/>
              </a:ext>
            </a:extLst>
          </p:cNvPr>
          <p:cNvCxnSpPr>
            <a:cxnSpLocks/>
            <a:stCxn id="275" idx="0"/>
            <a:endCxn id="129" idx="0"/>
          </p:cNvCxnSpPr>
          <p:nvPr/>
        </p:nvCxnSpPr>
        <p:spPr>
          <a:xfrm flipH="1">
            <a:off x="7554651" y="3866745"/>
            <a:ext cx="1208084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105" idx="2"/>
            <a:endCxn id="129" idx="2"/>
          </p:cNvCxnSpPr>
          <p:nvPr/>
        </p:nvCxnSpPr>
        <p:spPr>
          <a:xfrm>
            <a:off x="6342802" y="5914234"/>
            <a:ext cx="619085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D9D6589-6155-4C5A-AC30-FC56C4CC55B1}"/>
              </a:ext>
            </a:extLst>
          </p:cNvPr>
          <p:cNvCxnSpPr>
            <a:cxnSpLocks/>
            <a:stCxn id="129" idx="0"/>
            <a:endCxn id="105" idx="2"/>
          </p:cNvCxnSpPr>
          <p:nvPr/>
        </p:nvCxnSpPr>
        <p:spPr>
          <a:xfrm flipH="1" flipV="1">
            <a:off x="6342802" y="5914234"/>
            <a:ext cx="1211849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B436E00-3F82-4B87-AF61-84F82F4736FE}"/>
              </a:ext>
            </a:extLst>
          </p:cNvPr>
          <p:cNvCxnSpPr>
            <a:cxnSpLocks/>
            <a:stCxn id="108" idx="4"/>
            <a:endCxn id="275" idx="2"/>
          </p:cNvCxnSpPr>
          <p:nvPr/>
        </p:nvCxnSpPr>
        <p:spPr>
          <a:xfrm flipH="1" flipV="1">
            <a:off x="8169971" y="4888752"/>
            <a:ext cx="57020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756BC82-F6E4-42CF-BFC0-C99DC90047E1}"/>
              </a:ext>
            </a:extLst>
          </p:cNvPr>
          <p:cNvCxnSpPr>
            <a:cxnSpLocks/>
            <a:stCxn id="126" idx="0"/>
            <a:endCxn id="104" idx="2"/>
          </p:cNvCxnSpPr>
          <p:nvPr/>
        </p:nvCxnSpPr>
        <p:spPr>
          <a:xfrm flipH="1" flipV="1">
            <a:off x="5157274" y="5914234"/>
            <a:ext cx="1185528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EA26F9-91FB-48FF-836A-CF2F2DD86B28}"/>
              </a:ext>
            </a:extLst>
          </p:cNvPr>
          <p:cNvCxnSpPr>
            <a:cxnSpLocks/>
            <a:stCxn id="125" idx="0"/>
            <a:endCxn id="104" idx="0"/>
          </p:cNvCxnSpPr>
          <p:nvPr/>
        </p:nvCxnSpPr>
        <p:spPr>
          <a:xfrm flipV="1">
            <a:off x="5157274" y="4892227"/>
            <a:ext cx="59276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1DE8D-50ED-44BA-830B-BAE30152C1DC}"/>
              </a:ext>
            </a:extLst>
          </p:cNvPr>
          <p:cNvCxnSpPr>
            <a:cxnSpLocks/>
            <a:stCxn id="105" idx="0"/>
            <a:endCxn id="262" idx="0"/>
          </p:cNvCxnSpPr>
          <p:nvPr/>
        </p:nvCxnSpPr>
        <p:spPr>
          <a:xfrm flipV="1">
            <a:off x="6935566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4313F85-00FB-4E07-AEA9-F327BAA28098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>
            <a:off x="5750038" y="489222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39DF066-AC40-471E-B7BF-632A66ECD4D9}"/>
              </a:ext>
            </a:extLst>
          </p:cNvPr>
          <p:cNvCxnSpPr>
            <a:cxnSpLocks/>
            <a:stCxn id="104" idx="0"/>
            <a:endCxn id="270" idx="0"/>
          </p:cNvCxnSpPr>
          <p:nvPr/>
        </p:nvCxnSpPr>
        <p:spPr>
          <a:xfrm flipH="1" flipV="1">
            <a:off x="5179831" y="3866745"/>
            <a:ext cx="570207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F9F89E8-E45A-4014-8535-9C9325044694}"/>
              </a:ext>
            </a:extLst>
          </p:cNvPr>
          <p:cNvCxnSpPr>
            <a:cxnSpLocks/>
          </p:cNvCxnSpPr>
          <p:nvPr/>
        </p:nvCxnSpPr>
        <p:spPr>
          <a:xfrm flipH="1" flipV="1">
            <a:off x="1919358" y="6304215"/>
            <a:ext cx="9812357" cy="17389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D900707-27F1-4A2A-BC70-FDA107C13E83}"/>
              </a:ext>
            </a:extLst>
          </p:cNvPr>
          <p:cNvCxnSpPr>
            <a:cxnSpLocks/>
          </p:cNvCxnSpPr>
          <p:nvPr/>
        </p:nvCxnSpPr>
        <p:spPr>
          <a:xfrm flipH="1" flipV="1">
            <a:off x="1395296" y="7060675"/>
            <a:ext cx="9812357" cy="173893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9522A40-ACE7-477D-BC70-F239C436F95E}"/>
              </a:ext>
            </a:extLst>
          </p:cNvPr>
          <p:cNvCxnSpPr>
            <a:cxnSpLocks/>
          </p:cNvCxnSpPr>
          <p:nvPr/>
        </p:nvCxnSpPr>
        <p:spPr>
          <a:xfrm>
            <a:off x="2455117" y="-19605"/>
            <a:ext cx="5884163" cy="10026026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7434E2E-857F-4BDB-9165-21F86F15642D}"/>
              </a:ext>
            </a:extLst>
          </p:cNvPr>
          <p:cNvCxnSpPr>
            <a:cxnSpLocks/>
            <a:stCxn id="65" idx="2"/>
            <a:endCxn id="261" idx="2"/>
          </p:cNvCxnSpPr>
          <p:nvPr/>
        </p:nvCxnSpPr>
        <p:spPr>
          <a:xfrm flipH="1">
            <a:off x="6342801" y="2913785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146145B-EB12-4327-87AA-39E8A38D1A74}"/>
              </a:ext>
            </a:extLst>
          </p:cNvPr>
          <p:cNvCxnSpPr>
            <a:cxnSpLocks/>
            <a:stCxn id="65" idx="2"/>
            <a:endCxn id="64" idx="0"/>
          </p:cNvCxnSpPr>
          <p:nvPr/>
        </p:nvCxnSpPr>
        <p:spPr>
          <a:xfrm flipH="1" flipV="1">
            <a:off x="6342801" y="1891778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3134407" y="3964170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864EE1E-D25A-4AA2-8B7A-BC275EF407B2}"/>
              </a:ext>
            </a:extLst>
          </p:cNvPr>
          <p:cNvCxnSpPr>
            <a:cxnSpLocks/>
          </p:cNvCxnSpPr>
          <p:nvPr/>
        </p:nvCxnSpPr>
        <p:spPr>
          <a:xfrm flipH="1">
            <a:off x="4648110" y="668771"/>
            <a:ext cx="4265500" cy="7270451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132326" y="447849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A2160DE-7F5C-4532-9462-D0C4992B2FB2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4564509" y="842586"/>
            <a:ext cx="622730" cy="103103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5CD25DC-5A54-4BAE-A42B-2E7DF0245DEE}"/>
              </a:ext>
            </a:extLst>
          </p:cNvPr>
          <p:cNvCxnSpPr>
            <a:cxnSpLocks/>
            <a:stCxn id="14" idx="2"/>
            <a:endCxn id="68" idx="0"/>
          </p:cNvCxnSpPr>
          <p:nvPr/>
        </p:nvCxnSpPr>
        <p:spPr>
          <a:xfrm flipH="1">
            <a:off x="5157273" y="1864593"/>
            <a:ext cx="1185528" cy="27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0E5D973F-4190-4CC4-AB65-50C722413FE8}"/>
              </a:ext>
            </a:extLst>
          </p:cNvPr>
          <p:cNvSpPr/>
          <p:nvPr/>
        </p:nvSpPr>
        <p:spPr>
          <a:xfrm>
            <a:off x="4905171" y="2287862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1EC0F32-B62C-428A-8F88-AC5A97D93756}"/>
              </a:ext>
            </a:extLst>
          </p:cNvPr>
          <p:cNvSpPr/>
          <p:nvPr/>
        </p:nvSpPr>
        <p:spPr>
          <a:xfrm>
            <a:off x="6749735" y="1226985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259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786217" y="842586"/>
            <a:ext cx="7139489" cy="6100853"/>
            <a:chOff x="1771934" y="2350340"/>
            <a:chExt cx="9177835" cy="6100853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69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6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235520-86F3-42C3-B1ED-62FCC15E64C4}"/>
                </a:ext>
              </a:extLst>
            </p:cNvPr>
            <p:cNvCxnSpPr>
              <a:cxnSpLocks/>
              <a:stCxn id="15" idx="0"/>
              <a:endCxn id="11" idx="0"/>
            </p:cNvCxnSpPr>
            <p:nvPr/>
          </p:nvCxnSpPr>
          <p:spPr>
            <a:xfrm flipH="1">
              <a:off x="4057934" y="2350340"/>
              <a:ext cx="457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369E95A-FADB-4BC7-85C9-C86BD45D0A3C}"/>
                </a:ext>
              </a:extLst>
            </p:cNvPr>
            <p:cNvSpPr/>
            <p:nvPr/>
          </p:nvSpPr>
          <p:spPr>
            <a:xfrm>
              <a:off x="3295937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F20559F-BC9E-4C4E-9B2F-6BEEA71F3E8C}"/>
                </a:ext>
              </a:extLst>
            </p:cNvPr>
            <p:cNvSpPr/>
            <p:nvPr/>
          </p:nvSpPr>
          <p:spPr>
            <a:xfrm>
              <a:off x="4819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54D1868-290F-4FAD-8D97-1CA991C21794}"/>
                </a:ext>
              </a:extLst>
            </p:cNvPr>
            <p:cNvSpPr/>
            <p:nvPr/>
          </p:nvSpPr>
          <p:spPr>
            <a:xfrm>
              <a:off x="6343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36505343-614E-47EB-AA3B-F89D6A14874E}"/>
                </a:ext>
              </a:extLst>
            </p:cNvPr>
            <p:cNvSpPr/>
            <p:nvPr/>
          </p:nvSpPr>
          <p:spPr>
            <a:xfrm>
              <a:off x="7901771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E76C4A5D-F5A4-4A67-A536-6E400794BE86}"/>
                </a:ext>
              </a:extLst>
            </p:cNvPr>
            <p:cNvSpPr/>
            <p:nvPr/>
          </p:nvSpPr>
          <p:spPr>
            <a:xfrm>
              <a:off x="4057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021B7F33-70EA-432F-A34C-15C797761B37}"/>
                </a:ext>
              </a:extLst>
            </p:cNvPr>
            <p:cNvSpPr/>
            <p:nvPr/>
          </p:nvSpPr>
          <p:spPr>
            <a:xfrm>
              <a:off x="5581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928113B8-3CFF-4A71-B31E-198AA29391A4}"/>
                </a:ext>
              </a:extLst>
            </p:cNvPr>
            <p:cNvSpPr/>
            <p:nvPr/>
          </p:nvSpPr>
          <p:spPr>
            <a:xfrm>
              <a:off x="7139771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D27DDD-2BD2-4CA5-A57C-6EE831FD9010}"/>
                </a:ext>
              </a:extLst>
            </p:cNvPr>
            <p:cNvCxnSpPr>
              <a:cxnSpLocks/>
              <a:stCxn id="64" idx="0"/>
              <a:endCxn id="260" idx="0"/>
            </p:cNvCxnSpPr>
            <p:nvPr/>
          </p:nvCxnSpPr>
          <p:spPr>
            <a:xfrm flipH="1">
              <a:off x="5581934" y="3399532"/>
              <a:ext cx="762000" cy="98531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6595344-D86A-45B0-83D9-77684046635A}"/>
                </a:ext>
              </a:extLst>
            </p:cNvPr>
            <p:cNvCxnSpPr>
              <a:cxnSpLocks/>
              <a:stCxn id="260" idx="0"/>
              <a:endCxn id="68" idx="0"/>
            </p:cNvCxnSpPr>
            <p:nvPr/>
          </p:nvCxnSpPr>
          <p:spPr>
            <a:xfrm flipH="1" flipV="1">
              <a:off x="4819934" y="3399532"/>
              <a:ext cx="762000" cy="98531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121093" y="842586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endCxn id="263" idx="2"/>
          </p:cNvCxnSpPr>
          <p:nvPr/>
        </p:nvCxnSpPr>
        <p:spPr>
          <a:xfrm flipH="1">
            <a:off x="2786217" y="842586"/>
            <a:ext cx="1778294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121093" y="2877095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A4A8F5B-42A6-4082-8806-A479B2121017}"/>
              </a:ext>
            </a:extLst>
          </p:cNvPr>
          <p:cNvCxnSpPr>
            <a:cxnSpLocks/>
          </p:cNvCxnSpPr>
          <p:nvPr/>
        </p:nvCxnSpPr>
        <p:spPr>
          <a:xfrm flipH="1" flipV="1">
            <a:off x="1903747" y="5396052"/>
            <a:ext cx="9812357" cy="173893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786217" y="3899102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8455093" y="2979798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CAEA6065-9D43-4CEC-8B48-E327FE12DC1A}"/>
              </a:ext>
            </a:extLst>
          </p:cNvPr>
          <p:cNvSpPr/>
          <p:nvPr/>
        </p:nvSpPr>
        <p:spPr>
          <a:xfrm>
            <a:off x="3756602" y="4256305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5512340" y="5268892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endCxn id="125" idx="2"/>
          </p:cNvCxnSpPr>
          <p:nvPr/>
        </p:nvCxnSpPr>
        <p:spPr>
          <a:xfrm flipH="1">
            <a:off x="4564510" y="6943439"/>
            <a:ext cx="355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121093" y="3866745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7929248" y="6015414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6FC9546-D17B-4608-B7C7-C88DFD0724DD}"/>
              </a:ext>
            </a:extLst>
          </p:cNvPr>
          <p:cNvCxnSpPr>
            <a:cxnSpLocks/>
            <a:stCxn id="265" idx="2"/>
            <a:endCxn id="66" idx="2"/>
          </p:cNvCxnSpPr>
          <p:nvPr/>
        </p:nvCxnSpPr>
        <p:spPr>
          <a:xfrm flipH="1" flipV="1">
            <a:off x="8121093" y="2913785"/>
            <a:ext cx="619085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F90C3C-E7DC-42EE-807E-9F4BBA1437D0}"/>
              </a:ext>
            </a:extLst>
          </p:cNvPr>
          <p:cNvCxnSpPr>
            <a:cxnSpLocks/>
            <a:stCxn id="275" idx="0"/>
            <a:endCxn id="129" idx="0"/>
          </p:cNvCxnSpPr>
          <p:nvPr/>
        </p:nvCxnSpPr>
        <p:spPr>
          <a:xfrm flipH="1">
            <a:off x="7554651" y="3866745"/>
            <a:ext cx="1208084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105" idx="2"/>
            <a:endCxn id="129" idx="2"/>
          </p:cNvCxnSpPr>
          <p:nvPr/>
        </p:nvCxnSpPr>
        <p:spPr>
          <a:xfrm>
            <a:off x="6342802" y="5914234"/>
            <a:ext cx="619085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D9D6589-6155-4C5A-AC30-FC56C4CC55B1}"/>
              </a:ext>
            </a:extLst>
          </p:cNvPr>
          <p:cNvCxnSpPr>
            <a:cxnSpLocks/>
            <a:stCxn id="129" idx="0"/>
            <a:endCxn id="105" idx="2"/>
          </p:cNvCxnSpPr>
          <p:nvPr/>
        </p:nvCxnSpPr>
        <p:spPr>
          <a:xfrm flipH="1" flipV="1">
            <a:off x="6342802" y="5914234"/>
            <a:ext cx="1211849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B436E00-3F82-4B87-AF61-84F82F4736FE}"/>
              </a:ext>
            </a:extLst>
          </p:cNvPr>
          <p:cNvCxnSpPr>
            <a:cxnSpLocks/>
            <a:stCxn id="108" idx="4"/>
            <a:endCxn id="275" idx="2"/>
          </p:cNvCxnSpPr>
          <p:nvPr/>
        </p:nvCxnSpPr>
        <p:spPr>
          <a:xfrm flipH="1" flipV="1">
            <a:off x="8169971" y="4888752"/>
            <a:ext cx="57020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756BC82-F6E4-42CF-BFC0-C99DC90047E1}"/>
              </a:ext>
            </a:extLst>
          </p:cNvPr>
          <p:cNvCxnSpPr>
            <a:cxnSpLocks/>
            <a:stCxn id="126" idx="0"/>
            <a:endCxn id="104" idx="2"/>
          </p:cNvCxnSpPr>
          <p:nvPr/>
        </p:nvCxnSpPr>
        <p:spPr>
          <a:xfrm flipH="1" flipV="1">
            <a:off x="5157274" y="5914234"/>
            <a:ext cx="1185528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EA26F9-91FB-48FF-836A-CF2F2DD86B28}"/>
              </a:ext>
            </a:extLst>
          </p:cNvPr>
          <p:cNvCxnSpPr>
            <a:cxnSpLocks/>
            <a:stCxn id="125" idx="0"/>
            <a:endCxn id="104" idx="0"/>
          </p:cNvCxnSpPr>
          <p:nvPr/>
        </p:nvCxnSpPr>
        <p:spPr>
          <a:xfrm flipV="1">
            <a:off x="5157274" y="4892227"/>
            <a:ext cx="59276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1DE8D-50ED-44BA-830B-BAE30152C1DC}"/>
              </a:ext>
            </a:extLst>
          </p:cNvPr>
          <p:cNvCxnSpPr>
            <a:cxnSpLocks/>
            <a:stCxn id="105" idx="0"/>
            <a:endCxn id="262" idx="0"/>
          </p:cNvCxnSpPr>
          <p:nvPr/>
        </p:nvCxnSpPr>
        <p:spPr>
          <a:xfrm flipV="1">
            <a:off x="6935566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4313F85-00FB-4E07-AEA9-F327BAA28098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>
            <a:off x="5750038" y="489222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39DF066-AC40-471E-B7BF-632A66ECD4D9}"/>
              </a:ext>
            </a:extLst>
          </p:cNvPr>
          <p:cNvCxnSpPr>
            <a:cxnSpLocks/>
            <a:stCxn id="104" idx="0"/>
            <a:endCxn id="261" idx="2"/>
          </p:cNvCxnSpPr>
          <p:nvPr/>
        </p:nvCxnSpPr>
        <p:spPr>
          <a:xfrm flipV="1">
            <a:off x="5750038" y="3899102"/>
            <a:ext cx="592763" cy="9931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F9F89E8-E45A-4014-8535-9C9325044694}"/>
              </a:ext>
            </a:extLst>
          </p:cNvPr>
          <p:cNvCxnSpPr>
            <a:cxnSpLocks/>
          </p:cNvCxnSpPr>
          <p:nvPr/>
        </p:nvCxnSpPr>
        <p:spPr>
          <a:xfrm flipH="1" flipV="1">
            <a:off x="1919358" y="6304215"/>
            <a:ext cx="9812357" cy="17389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D900707-27F1-4A2A-BC70-FDA107C13E83}"/>
              </a:ext>
            </a:extLst>
          </p:cNvPr>
          <p:cNvCxnSpPr>
            <a:cxnSpLocks/>
          </p:cNvCxnSpPr>
          <p:nvPr/>
        </p:nvCxnSpPr>
        <p:spPr>
          <a:xfrm flipH="1" flipV="1">
            <a:off x="1395296" y="7060675"/>
            <a:ext cx="9812357" cy="173893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9522A40-ACE7-477D-BC70-F239C436F95E}"/>
              </a:ext>
            </a:extLst>
          </p:cNvPr>
          <p:cNvCxnSpPr>
            <a:cxnSpLocks/>
          </p:cNvCxnSpPr>
          <p:nvPr/>
        </p:nvCxnSpPr>
        <p:spPr>
          <a:xfrm>
            <a:off x="2455117" y="-19605"/>
            <a:ext cx="5884163" cy="10026026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7434E2E-857F-4BDB-9165-21F86F15642D}"/>
              </a:ext>
            </a:extLst>
          </p:cNvPr>
          <p:cNvCxnSpPr>
            <a:cxnSpLocks/>
            <a:stCxn id="65" idx="2"/>
            <a:endCxn id="261" idx="2"/>
          </p:cNvCxnSpPr>
          <p:nvPr/>
        </p:nvCxnSpPr>
        <p:spPr>
          <a:xfrm flipH="1">
            <a:off x="6342801" y="2913785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146145B-EB12-4327-87AA-39E8A38D1A74}"/>
              </a:ext>
            </a:extLst>
          </p:cNvPr>
          <p:cNvCxnSpPr>
            <a:cxnSpLocks/>
            <a:stCxn id="65" idx="2"/>
            <a:endCxn id="64" idx="0"/>
          </p:cNvCxnSpPr>
          <p:nvPr/>
        </p:nvCxnSpPr>
        <p:spPr>
          <a:xfrm flipH="1" flipV="1">
            <a:off x="6342801" y="1891778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3134407" y="3964170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864EE1E-D25A-4AA2-8B7A-BC275EF407B2}"/>
              </a:ext>
            </a:extLst>
          </p:cNvPr>
          <p:cNvCxnSpPr>
            <a:cxnSpLocks/>
          </p:cNvCxnSpPr>
          <p:nvPr/>
        </p:nvCxnSpPr>
        <p:spPr>
          <a:xfrm flipH="1">
            <a:off x="4648110" y="668771"/>
            <a:ext cx="4265500" cy="7270451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0" name="Star: 5 Points 169">
            <a:extLst>
              <a:ext uri="{FF2B5EF4-FFF2-40B4-BE49-F238E27FC236}">
                <a16:creationId xmlns:a16="http://schemas.microsoft.com/office/drawing/2014/main" id="{08674032-DC6C-4144-92C8-968446C66A5B}"/>
              </a:ext>
            </a:extLst>
          </p:cNvPr>
          <p:cNvSpPr/>
          <p:nvPr/>
        </p:nvSpPr>
        <p:spPr>
          <a:xfrm>
            <a:off x="9077906" y="3258653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1" name="Star: 5 Points 170">
            <a:extLst>
              <a:ext uri="{FF2B5EF4-FFF2-40B4-BE49-F238E27FC236}">
                <a16:creationId xmlns:a16="http://schemas.microsoft.com/office/drawing/2014/main" id="{AF8AC08E-5107-4987-8483-3B8F7F53722D}"/>
              </a:ext>
            </a:extLst>
          </p:cNvPr>
          <p:cNvSpPr/>
          <p:nvPr/>
        </p:nvSpPr>
        <p:spPr>
          <a:xfrm>
            <a:off x="9127982" y="4045119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C38E3523-99A8-4CF5-9681-2119253BD8C1}"/>
              </a:ext>
            </a:extLst>
          </p:cNvPr>
          <p:cNvSpPr/>
          <p:nvPr/>
        </p:nvSpPr>
        <p:spPr>
          <a:xfrm>
            <a:off x="3120219" y="3380464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2" name="Star: 5 Points 181">
            <a:extLst>
              <a:ext uri="{FF2B5EF4-FFF2-40B4-BE49-F238E27FC236}">
                <a16:creationId xmlns:a16="http://schemas.microsoft.com/office/drawing/2014/main" id="{B05C1F70-B3FB-47F5-BBD5-1E83AB7CE2F8}"/>
              </a:ext>
            </a:extLst>
          </p:cNvPr>
          <p:cNvSpPr/>
          <p:nvPr/>
        </p:nvSpPr>
        <p:spPr>
          <a:xfrm>
            <a:off x="7319274" y="6396953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132326" y="447849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A2160DE-7F5C-4532-9462-D0C4992B2FB2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3971745" y="1873624"/>
            <a:ext cx="1215494" cy="181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5CD25DC-5A54-4BAE-A42B-2E7DF0245DEE}"/>
              </a:ext>
            </a:extLst>
          </p:cNvPr>
          <p:cNvCxnSpPr>
            <a:cxnSpLocks/>
            <a:stCxn id="64" idx="0"/>
            <a:endCxn id="65" idx="0"/>
          </p:cNvCxnSpPr>
          <p:nvPr/>
        </p:nvCxnSpPr>
        <p:spPr>
          <a:xfrm>
            <a:off x="6342801" y="1891778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Star: 5 Points 214">
            <a:extLst>
              <a:ext uri="{FF2B5EF4-FFF2-40B4-BE49-F238E27FC236}">
                <a16:creationId xmlns:a16="http://schemas.microsoft.com/office/drawing/2014/main" id="{1764D4A3-947D-4ABC-81DC-4C715BF118E5}"/>
              </a:ext>
            </a:extLst>
          </p:cNvPr>
          <p:cNvSpPr/>
          <p:nvPr/>
        </p:nvSpPr>
        <p:spPr>
          <a:xfrm>
            <a:off x="6724188" y="2003564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9" name="Star: 5 Points 218">
            <a:extLst>
              <a:ext uri="{FF2B5EF4-FFF2-40B4-BE49-F238E27FC236}">
                <a16:creationId xmlns:a16="http://schemas.microsoft.com/office/drawing/2014/main" id="{D97489BF-F214-44D4-90A9-B1EC6E322810}"/>
              </a:ext>
            </a:extLst>
          </p:cNvPr>
          <p:cNvSpPr/>
          <p:nvPr/>
        </p:nvSpPr>
        <p:spPr>
          <a:xfrm>
            <a:off x="4370771" y="1299145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0" name="Star: 5 Points 219">
            <a:extLst>
              <a:ext uri="{FF2B5EF4-FFF2-40B4-BE49-F238E27FC236}">
                <a16:creationId xmlns:a16="http://schemas.microsoft.com/office/drawing/2014/main" id="{6B38B809-CCCA-435A-A334-25AC0868A762}"/>
              </a:ext>
            </a:extLst>
          </p:cNvPr>
          <p:cNvSpPr/>
          <p:nvPr/>
        </p:nvSpPr>
        <p:spPr>
          <a:xfrm>
            <a:off x="4959960" y="950062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1681590-43BA-4C87-ACB5-385A7B3A126B}"/>
              </a:ext>
            </a:extLst>
          </p:cNvPr>
          <p:cNvCxnSpPr>
            <a:cxnSpLocks/>
            <a:stCxn id="65" idx="0"/>
            <a:endCxn id="15" idx="0"/>
          </p:cNvCxnSpPr>
          <p:nvPr/>
        </p:nvCxnSpPr>
        <p:spPr>
          <a:xfrm flipV="1">
            <a:off x="7528329" y="842586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86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1007927" y="-2239105"/>
            <a:ext cx="10660986" cy="9182544"/>
            <a:chOff x="-514064" y="-940154"/>
            <a:chExt cx="13704732" cy="11804195"/>
          </a:xfrm>
        </p:grpSpPr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C60F8B6E-0B49-4659-9400-6C56D2E08DBD}"/>
                </a:ext>
              </a:extLst>
            </p:cNvPr>
            <p:cNvSpPr/>
            <p:nvPr/>
          </p:nvSpPr>
          <p:spPr>
            <a:xfrm>
              <a:off x="5581934" y="1652926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D3E5CA3-A559-4FAC-826D-C7ABCB304239}"/>
                </a:ext>
              </a:extLst>
            </p:cNvPr>
            <p:cNvSpPr/>
            <p:nvPr/>
          </p:nvSpPr>
          <p:spPr>
            <a:xfrm>
              <a:off x="4819934" y="354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33E649C-3F56-42D0-A306-D583EC53089A}"/>
                </a:ext>
              </a:extLst>
            </p:cNvPr>
            <p:cNvSpPr/>
            <p:nvPr/>
          </p:nvSpPr>
          <p:spPr>
            <a:xfrm>
              <a:off x="6343934" y="354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9791A647-B43D-4075-8BB3-D95D73CDEC0F}"/>
                </a:ext>
              </a:extLst>
            </p:cNvPr>
            <p:cNvSpPr/>
            <p:nvPr/>
          </p:nvSpPr>
          <p:spPr>
            <a:xfrm>
              <a:off x="4057934" y="1707578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63D5454-34AC-4DC4-B5CF-09F3BEC7E5F4}"/>
                </a:ext>
              </a:extLst>
            </p:cNvPr>
            <p:cNvSpPr/>
            <p:nvPr/>
          </p:nvSpPr>
          <p:spPr>
            <a:xfrm>
              <a:off x="7105934" y="1707578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302137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4370112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70E53BA0-2C4A-47CF-9A4C-C9CBD40A9012}"/>
                </a:ext>
              </a:extLst>
            </p:cNvPr>
            <p:cNvSpPr/>
            <p:nvPr/>
          </p:nvSpPr>
          <p:spPr>
            <a:xfrm>
              <a:off x="5610934" y="-940154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70" y="5636741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3" name="Isosceles Triangle 272">
              <a:extLst>
                <a:ext uri="{FF2B5EF4-FFF2-40B4-BE49-F238E27FC236}">
                  <a16:creationId xmlns:a16="http://schemas.microsoft.com/office/drawing/2014/main" id="{50A843FA-657B-4D55-89DC-C92084A424AC}"/>
                </a:ext>
              </a:extLst>
            </p:cNvPr>
            <p:cNvSpPr/>
            <p:nvPr/>
          </p:nvSpPr>
          <p:spPr>
            <a:xfrm>
              <a:off x="1038931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7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6" name="Isosceles Triangle 275">
              <a:extLst>
                <a:ext uri="{FF2B5EF4-FFF2-40B4-BE49-F238E27FC236}">
                  <a16:creationId xmlns:a16="http://schemas.microsoft.com/office/drawing/2014/main" id="{36F3AA72-F29D-4146-9FD3-9662DA3BF4F3}"/>
                </a:ext>
              </a:extLst>
            </p:cNvPr>
            <p:cNvSpPr/>
            <p:nvPr/>
          </p:nvSpPr>
          <p:spPr>
            <a:xfrm>
              <a:off x="10182930" y="6908939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235520-86F3-42C3-B1ED-62FCC15E64C4}"/>
                </a:ext>
              </a:extLst>
            </p:cNvPr>
            <p:cNvCxnSpPr>
              <a:cxnSpLocks/>
              <a:stCxn id="15" idx="0"/>
              <a:endCxn id="11" idx="0"/>
            </p:cNvCxnSpPr>
            <p:nvPr/>
          </p:nvCxnSpPr>
          <p:spPr>
            <a:xfrm flipH="1">
              <a:off x="4057934" y="3021371"/>
              <a:ext cx="457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369E95A-FADB-4BC7-85C9-C86BD45D0A3C}"/>
                </a:ext>
              </a:extLst>
            </p:cNvPr>
            <p:cNvSpPr/>
            <p:nvPr/>
          </p:nvSpPr>
          <p:spPr>
            <a:xfrm>
              <a:off x="3295936" y="8227200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F20559F-BC9E-4C4E-9B2F-6BEEA71F3E8C}"/>
                </a:ext>
              </a:extLst>
            </p:cNvPr>
            <p:cNvSpPr/>
            <p:nvPr/>
          </p:nvSpPr>
          <p:spPr>
            <a:xfrm>
              <a:off x="4819935" y="8227200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54D1868-290F-4FAD-8D97-1CA991C21794}"/>
                </a:ext>
              </a:extLst>
            </p:cNvPr>
            <p:cNvSpPr/>
            <p:nvPr/>
          </p:nvSpPr>
          <p:spPr>
            <a:xfrm>
              <a:off x="6343935" y="8227200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A00A2DAA-9A26-4B96-9FA8-1F2641444863}"/>
                </a:ext>
              </a:extLst>
            </p:cNvPr>
            <p:cNvSpPr/>
            <p:nvPr/>
          </p:nvSpPr>
          <p:spPr>
            <a:xfrm>
              <a:off x="247936" y="8227200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D780B952-6686-492E-A6D3-FB86558414CE}"/>
                </a:ext>
              </a:extLst>
            </p:cNvPr>
            <p:cNvSpPr/>
            <p:nvPr/>
          </p:nvSpPr>
          <p:spPr>
            <a:xfrm>
              <a:off x="1771936" y="8227200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36505343-614E-47EB-AA3B-F89D6A14874E}"/>
                </a:ext>
              </a:extLst>
            </p:cNvPr>
            <p:cNvSpPr/>
            <p:nvPr/>
          </p:nvSpPr>
          <p:spPr>
            <a:xfrm>
              <a:off x="7901771" y="8227200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9" name="Isosceles Triangle 108">
              <a:extLst>
                <a:ext uri="{FF2B5EF4-FFF2-40B4-BE49-F238E27FC236}">
                  <a16:creationId xmlns:a16="http://schemas.microsoft.com/office/drawing/2014/main" id="{9719A3D7-2A2F-4ADF-9E2C-B29CD0960044}"/>
                </a:ext>
              </a:extLst>
            </p:cNvPr>
            <p:cNvSpPr/>
            <p:nvPr/>
          </p:nvSpPr>
          <p:spPr>
            <a:xfrm>
              <a:off x="9391934" y="8227200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0" name="Isosceles Triangle 109">
              <a:extLst>
                <a:ext uri="{FF2B5EF4-FFF2-40B4-BE49-F238E27FC236}">
                  <a16:creationId xmlns:a16="http://schemas.microsoft.com/office/drawing/2014/main" id="{9D5904DE-D7B0-4743-85E4-4483E0A77282}"/>
                </a:ext>
              </a:extLst>
            </p:cNvPr>
            <p:cNvSpPr/>
            <p:nvPr/>
          </p:nvSpPr>
          <p:spPr>
            <a:xfrm>
              <a:off x="10915933" y="8227200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3" name="Isosceles Triangle 122">
              <a:extLst>
                <a:ext uri="{FF2B5EF4-FFF2-40B4-BE49-F238E27FC236}">
                  <a16:creationId xmlns:a16="http://schemas.microsoft.com/office/drawing/2014/main" id="{25FC760C-9D15-4DF4-9846-B7D147F52234}"/>
                </a:ext>
              </a:extLst>
            </p:cNvPr>
            <p:cNvSpPr/>
            <p:nvPr/>
          </p:nvSpPr>
          <p:spPr>
            <a:xfrm>
              <a:off x="2533936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E76C4A5D-F5A4-4A67-A536-6E400794BE86}"/>
                </a:ext>
              </a:extLst>
            </p:cNvPr>
            <p:cNvSpPr/>
            <p:nvPr/>
          </p:nvSpPr>
          <p:spPr>
            <a:xfrm>
              <a:off x="4057935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021B7F33-70EA-432F-A34C-15C797761B37}"/>
                </a:ext>
              </a:extLst>
            </p:cNvPr>
            <p:cNvSpPr/>
            <p:nvPr/>
          </p:nvSpPr>
          <p:spPr>
            <a:xfrm>
              <a:off x="5581935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7" name="Isosceles Triangle 126">
              <a:extLst>
                <a:ext uri="{FF2B5EF4-FFF2-40B4-BE49-F238E27FC236}">
                  <a16:creationId xmlns:a16="http://schemas.microsoft.com/office/drawing/2014/main" id="{77B1D4C9-BA3D-4B24-A479-4DE7A5864161}"/>
                </a:ext>
              </a:extLst>
            </p:cNvPr>
            <p:cNvSpPr/>
            <p:nvPr/>
          </p:nvSpPr>
          <p:spPr>
            <a:xfrm>
              <a:off x="-514064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8" name="Isosceles Triangle 127">
              <a:extLst>
                <a:ext uri="{FF2B5EF4-FFF2-40B4-BE49-F238E27FC236}">
                  <a16:creationId xmlns:a16="http://schemas.microsoft.com/office/drawing/2014/main" id="{C5DDD8EB-E880-477C-A11C-464A5CDC6AF2}"/>
                </a:ext>
              </a:extLst>
            </p:cNvPr>
            <p:cNvSpPr/>
            <p:nvPr/>
          </p:nvSpPr>
          <p:spPr>
            <a:xfrm>
              <a:off x="1009936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928113B8-3CFF-4A71-B31E-198AA29391A4}"/>
                </a:ext>
              </a:extLst>
            </p:cNvPr>
            <p:cNvSpPr/>
            <p:nvPr/>
          </p:nvSpPr>
          <p:spPr>
            <a:xfrm>
              <a:off x="7139771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0" name="Isosceles Triangle 129">
              <a:extLst>
                <a:ext uri="{FF2B5EF4-FFF2-40B4-BE49-F238E27FC236}">
                  <a16:creationId xmlns:a16="http://schemas.microsoft.com/office/drawing/2014/main" id="{9DF44E81-5618-4242-BC45-CDD6FEF920D0}"/>
                </a:ext>
              </a:extLst>
            </p:cNvPr>
            <p:cNvSpPr/>
            <p:nvPr/>
          </p:nvSpPr>
          <p:spPr>
            <a:xfrm>
              <a:off x="8629934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1" name="Isosceles Triangle 130">
              <a:extLst>
                <a:ext uri="{FF2B5EF4-FFF2-40B4-BE49-F238E27FC236}">
                  <a16:creationId xmlns:a16="http://schemas.microsoft.com/office/drawing/2014/main" id="{804F1FE5-4CC1-414A-B22F-CC77FF90D3EB}"/>
                </a:ext>
              </a:extLst>
            </p:cNvPr>
            <p:cNvSpPr/>
            <p:nvPr/>
          </p:nvSpPr>
          <p:spPr>
            <a:xfrm>
              <a:off x="10153933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2" name="Isosceles Triangle 131">
              <a:extLst>
                <a:ext uri="{FF2B5EF4-FFF2-40B4-BE49-F238E27FC236}">
                  <a16:creationId xmlns:a16="http://schemas.microsoft.com/office/drawing/2014/main" id="{9835A593-5131-422B-9C65-A8D5B48DB770}"/>
                </a:ext>
              </a:extLst>
            </p:cNvPr>
            <p:cNvSpPr/>
            <p:nvPr/>
          </p:nvSpPr>
          <p:spPr>
            <a:xfrm>
              <a:off x="11666668" y="9550247"/>
              <a:ext cx="1524000" cy="131379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1E84FAE-B315-400C-A8ED-1D332F2FCBD1}"/>
                </a:ext>
              </a:extLst>
            </p:cNvPr>
            <p:cNvCxnSpPr>
              <a:cxnSpLocks/>
              <a:stCxn id="274" idx="0"/>
              <a:endCxn id="273" idx="4"/>
            </p:cNvCxnSpPr>
            <p:nvPr/>
          </p:nvCxnSpPr>
          <p:spPr>
            <a:xfrm flipH="1">
              <a:off x="2562931" y="6908939"/>
              <a:ext cx="762000" cy="13137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5A3187A-AA9B-483C-B5A6-504661E87508}"/>
                </a:ext>
              </a:extLst>
            </p:cNvPr>
            <p:cNvCxnSpPr>
              <a:cxnSpLocks/>
              <a:stCxn id="274" idx="0"/>
              <a:endCxn id="270" idx="2"/>
            </p:cNvCxnSpPr>
            <p:nvPr/>
          </p:nvCxnSpPr>
          <p:spPr>
            <a:xfrm>
              <a:off x="3324931" y="6908939"/>
              <a:ext cx="762001" cy="13137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D27DDD-2BD2-4CA5-A57C-6EE831FD9010}"/>
                </a:ext>
              </a:extLst>
            </p:cNvPr>
            <p:cNvCxnSpPr>
              <a:cxnSpLocks/>
              <a:stCxn id="103" idx="0"/>
              <a:endCxn id="104" idx="0"/>
            </p:cNvCxnSpPr>
            <p:nvPr/>
          </p:nvCxnSpPr>
          <p:spPr>
            <a:xfrm>
              <a:off x="4057936" y="8227200"/>
              <a:ext cx="152399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stCxn id="276" idx="0"/>
            <a:endCxn id="15" idx="0"/>
          </p:cNvCxnSpPr>
          <p:nvPr/>
        </p:nvCxnSpPr>
        <p:spPr>
          <a:xfrm flipH="1" flipV="1">
            <a:off x="8121093" y="842586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stCxn id="10" idx="2"/>
            <a:endCxn id="273" idx="0"/>
          </p:cNvCxnSpPr>
          <p:nvPr/>
        </p:nvCxnSpPr>
        <p:spPr>
          <a:xfrm flipH="1">
            <a:off x="2808774" y="842586"/>
            <a:ext cx="1755735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62" idx="0"/>
            <a:endCxn id="66" idx="0"/>
          </p:cNvCxnSpPr>
          <p:nvPr/>
        </p:nvCxnSpPr>
        <p:spPr>
          <a:xfrm flipV="1">
            <a:off x="8121093" y="1891778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60D8B40D-076C-43AB-86B1-1906D2A371B0}"/>
              </a:ext>
            </a:extLst>
          </p:cNvPr>
          <p:cNvSpPr/>
          <p:nvPr/>
        </p:nvSpPr>
        <p:spPr>
          <a:xfrm>
            <a:off x="4337181" y="1250751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FA4A8F5B-42A6-4082-8806-A479B2121017}"/>
              </a:ext>
            </a:extLst>
          </p:cNvPr>
          <p:cNvCxnSpPr>
            <a:cxnSpLocks/>
          </p:cNvCxnSpPr>
          <p:nvPr/>
        </p:nvCxnSpPr>
        <p:spPr>
          <a:xfrm flipH="1" flipV="1">
            <a:off x="1335313" y="5325134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786217" y="3899102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C4EA62DC-F80C-4CBD-8BD0-A4F97EC23594}"/>
              </a:ext>
            </a:extLst>
          </p:cNvPr>
          <p:cNvCxnSpPr>
            <a:cxnSpLocks/>
          </p:cNvCxnSpPr>
          <p:nvPr/>
        </p:nvCxnSpPr>
        <p:spPr>
          <a:xfrm flipH="1">
            <a:off x="4586331" y="621079"/>
            <a:ext cx="4265500" cy="727045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8455093" y="2979798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CAEA6065-9D43-4CEC-8B48-E327FE12DC1A}"/>
              </a:ext>
            </a:extLst>
          </p:cNvPr>
          <p:cNvSpPr/>
          <p:nvPr/>
        </p:nvSpPr>
        <p:spPr>
          <a:xfrm>
            <a:off x="3756602" y="4256305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E6554521-C035-458B-8FFF-DF14A472CD74}"/>
              </a:ext>
            </a:extLst>
          </p:cNvPr>
          <p:cNvSpPr/>
          <p:nvPr/>
        </p:nvSpPr>
        <p:spPr>
          <a:xfrm>
            <a:off x="6695610" y="1976286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5512340" y="5268892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stCxn id="130" idx="2"/>
            <a:endCxn id="125" idx="2"/>
          </p:cNvCxnSpPr>
          <p:nvPr/>
        </p:nvCxnSpPr>
        <p:spPr>
          <a:xfrm flipH="1">
            <a:off x="4564510" y="6943439"/>
            <a:ext cx="355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  <a:stCxn id="276" idx="0"/>
            <a:endCxn id="130" idx="2"/>
          </p:cNvCxnSpPr>
          <p:nvPr/>
        </p:nvCxnSpPr>
        <p:spPr>
          <a:xfrm flipH="1">
            <a:off x="8121093" y="3866745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7929248" y="6015414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6FC9546-D17B-4608-B7C7-C88DFD0724DD}"/>
              </a:ext>
            </a:extLst>
          </p:cNvPr>
          <p:cNvCxnSpPr>
            <a:cxnSpLocks/>
            <a:stCxn id="265" idx="2"/>
            <a:endCxn id="66" idx="2"/>
          </p:cNvCxnSpPr>
          <p:nvPr/>
        </p:nvCxnSpPr>
        <p:spPr>
          <a:xfrm flipH="1" flipV="1">
            <a:off x="8121093" y="2913785"/>
            <a:ext cx="619085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F90C3C-E7DC-42EE-807E-9F4BBA1437D0}"/>
              </a:ext>
            </a:extLst>
          </p:cNvPr>
          <p:cNvCxnSpPr>
            <a:cxnSpLocks/>
            <a:stCxn id="275" idx="0"/>
            <a:endCxn id="129" idx="0"/>
          </p:cNvCxnSpPr>
          <p:nvPr/>
        </p:nvCxnSpPr>
        <p:spPr>
          <a:xfrm flipH="1">
            <a:off x="7554651" y="3866745"/>
            <a:ext cx="1208084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105" idx="2"/>
            <a:endCxn id="125" idx="4"/>
          </p:cNvCxnSpPr>
          <p:nvPr/>
        </p:nvCxnSpPr>
        <p:spPr>
          <a:xfrm flipH="1">
            <a:off x="5750038" y="5914234"/>
            <a:ext cx="59276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D9D6589-6155-4C5A-AC30-FC56C4CC55B1}"/>
              </a:ext>
            </a:extLst>
          </p:cNvPr>
          <p:cNvCxnSpPr>
            <a:cxnSpLocks/>
            <a:stCxn id="129" idx="0"/>
            <a:endCxn id="105" idx="2"/>
          </p:cNvCxnSpPr>
          <p:nvPr/>
        </p:nvCxnSpPr>
        <p:spPr>
          <a:xfrm flipH="1" flipV="1">
            <a:off x="6342802" y="5914234"/>
            <a:ext cx="1211849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B436E00-3F82-4B87-AF61-84F82F4736FE}"/>
              </a:ext>
            </a:extLst>
          </p:cNvPr>
          <p:cNvCxnSpPr>
            <a:cxnSpLocks/>
            <a:stCxn id="276" idx="2"/>
            <a:endCxn id="275" idx="2"/>
          </p:cNvCxnSpPr>
          <p:nvPr/>
        </p:nvCxnSpPr>
        <p:spPr>
          <a:xfrm flipH="1">
            <a:off x="8169971" y="4888752"/>
            <a:ext cx="115920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756BC82-F6E4-42CF-BFC0-C99DC90047E1}"/>
              </a:ext>
            </a:extLst>
          </p:cNvPr>
          <p:cNvCxnSpPr>
            <a:cxnSpLocks/>
            <a:stCxn id="104" idx="2"/>
            <a:endCxn id="126" idx="0"/>
          </p:cNvCxnSpPr>
          <p:nvPr/>
        </p:nvCxnSpPr>
        <p:spPr>
          <a:xfrm>
            <a:off x="5157274" y="5914234"/>
            <a:ext cx="1185528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EA26F9-91FB-48FF-836A-CF2F2DD86B28}"/>
              </a:ext>
            </a:extLst>
          </p:cNvPr>
          <p:cNvCxnSpPr>
            <a:cxnSpLocks/>
            <a:stCxn id="125" idx="0"/>
            <a:endCxn id="271" idx="2"/>
          </p:cNvCxnSpPr>
          <p:nvPr/>
        </p:nvCxnSpPr>
        <p:spPr>
          <a:xfrm flipV="1">
            <a:off x="5157274" y="4888752"/>
            <a:ext cx="615319" cy="103268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1DE8D-50ED-44BA-830B-BAE30152C1DC}"/>
              </a:ext>
            </a:extLst>
          </p:cNvPr>
          <p:cNvCxnSpPr>
            <a:cxnSpLocks/>
            <a:stCxn id="105" idx="0"/>
            <a:endCxn id="262" idx="0"/>
          </p:cNvCxnSpPr>
          <p:nvPr/>
        </p:nvCxnSpPr>
        <p:spPr>
          <a:xfrm flipV="1">
            <a:off x="6935566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4313F85-00FB-4E07-AEA9-F327BAA28098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>
            <a:off x="5750038" y="489222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8098534" y="-3367556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39DF066-AC40-471E-B7BF-632A66ECD4D9}"/>
              </a:ext>
            </a:extLst>
          </p:cNvPr>
          <p:cNvCxnSpPr>
            <a:cxnSpLocks/>
            <a:stCxn id="272" idx="0"/>
            <a:endCxn id="64" idx="0"/>
          </p:cNvCxnSpPr>
          <p:nvPr/>
        </p:nvCxnSpPr>
        <p:spPr>
          <a:xfrm flipH="1" flipV="1">
            <a:off x="6342801" y="1891778"/>
            <a:ext cx="1208085" cy="197496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A070E7C-548A-440A-B371-E588D7D9316E}"/>
              </a:ext>
            </a:extLst>
          </p:cNvPr>
          <p:cNvCxnSpPr>
            <a:cxnSpLocks/>
            <a:stCxn id="64" idx="0"/>
            <a:endCxn id="13" idx="2"/>
          </p:cNvCxnSpPr>
          <p:nvPr/>
        </p:nvCxnSpPr>
        <p:spPr>
          <a:xfrm flipV="1">
            <a:off x="6342801" y="842586"/>
            <a:ext cx="592764" cy="10491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9E5B88F3-69D5-4EB4-854B-D43362951BC4}"/>
              </a:ext>
            </a:extLst>
          </p:cNvPr>
          <p:cNvCxnSpPr>
            <a:cxnSpLocks/>
          </p:cNvCxnSpPr>
          <p:nvPr/>
        </p:nvCxnSpPr>
        <p:spPr>
          <a:xfrm flipH="1">
            <a:off x="3761099" y="231519"/>
            <a:ext cx="4265500" cy="7270451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A3D7421-C895-40D5-B9BD-6DF91E1E4948}"/>
              </a:ext>
            </a:extLst>
          </p:cNvPr>
          <p:cNvCxnSpPr>
            <a:cxnSpLocks/>
          </p:cNvCxnSpPr>
          <p:nvPr/>
        </p:nvCxnSpPr>
        <p:spPr>
          <a:xfrm flipH="1" flipV="1">
            <a:off x="1600691" y="4283255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F591AD8-0D3A-444F-BAA3-B13CEA1F6B2D}"/>
              </a:ext>
            </a:extLst>
          </p:cNvPr>
          <p:cNvCxnSpPr>
            <a:cxnSpLocks/>
          </p:cNvCxnSpPr>
          <p:nvPr/>
        </p:nvCxnSpPr>
        <p:spPr>
          <a:xfrm>
            <a:off x="1385383" y="231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334A76F-9178-4E00-9B59-9F12D921E8D6}"/>
              </a:ext>
            </a:extLst>
          </p:cNvPr>
          <p:cNvCxnSpPr>
            <a:cxnSpLocks/>
          </p:cNvCxnSpPr>
          <p:nvPr/>
        </p:nvCxnSpPr>
        <p:spPr>
          <a:xfrm>
            <a:off x="6046420" y="-1795517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43E48469-EF57-4E12-A16E-3D008B23C79D}"/>
              </a:ext>
            </a:extLst>
          </p:cNvPr>
          <p:cNvCxnSpPr>
            <a:cxnSpLocks/>
          </p:cNvCxnSpPr>
          <p:nvPr/>
        </p:nvCxnSpPr>
        <p:spPr>
          <a:xfrm>
            <a:off x="7543370" y="-2021758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6F9D5E06-B6E7-4198-978B-B7C2F5DB8C51}"/>
              </a:ext>
            </a:extLst>
          </p:cNvPr>
          <p:cNvCxnSpPr>
            <a:cxnSpLocks/>
          </p:cNvCxnSpPr>
          <p:nvPr/>
        </p:nvCxnSpPr>
        <p:spPr>
          <a:xfrm>
            <a:off x="5170246" y="-984192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A7C26CBD-9FCE-4B30-8D98-E84E20EB118D}"/>
              </a:ext>
            </a:extLst>
          </p:cNvPr>
          <p:cNvCxnSpPr>
            <a:cxnSpLocks/>
          </p:cNvCxnSpPr>
          <p:nvPr/>
        </p:nvCxnSpPr>
        <p:spPr>
          <a:xfrm flipH="1" flipV="1">
            <a:off x="1239145" y="6328277"/>
            <a:ext cx="9812357" cy="173893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409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786217" y="842586"/>
            <a:ext cx="7139489" cy="6100853"/>
            <a:chOff x="1771934" y="2350340"/>
            <a:chExt cx="9177835" cy="6100853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69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6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235520-86F3-42C3-B1ED-62FCC15E64C4}"/>
                </a:ext>
              </a:extLst>
            </p:cNvPr>
            <p:cNvCxnSpPr>
              <a:cxnSpLocks/>
              <a:stCxn id="15" idx="0"/>
              <a:endCxn id="11" idx="0"/>
            </p:cNvCxnSpPr>
            <p:nvPr/>
          </p:nvCxnSpPr>
          <p:spPr>
            <a:xfrm flipH="1">
              <a:off x="4057934" y="2350340"/>
              <a:ext cx="457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369E95A-FADB-4BC7-85C9-C86BD45D0A3C}"/>
                </a:ext>
              </a:extLst>
            </p:cNvPr>
            <p:cNvSpPr/>
            <p:nvPr/>
          </p:nvSpPr>
          <p:spPr>
            <a:xfrm>
              <a:off x="3295937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F20559F-BC9E-4C4E-9B2F-6BEEA71F3E8C}"/>
                </a:ext>
              </a:extLst>
            </p:cNvPr>
            <p:cNvSpPr/>
            <p:nvPr/>
          </p:nvSpPr>
          <p:spPr>
            <a:xfrm>
              <a:off x="4819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54D1868-290F-4FAD-8D97-1CA991C21794}"/>
                </a:ext>
              </a:extLst>
            </p:cNvPr>
            <p:cNvSpPr/>
            <p:nvPr/>
          </p:nvSpPr>
          <p:spPr>
            <a:xfrm>
              <a:off x="6343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36505343-614E-47EB-AA3B-F89D6A14874E}"/>
                </a:ext>
              </a:extLst>
            </p:cNvPr>
            <p:cNvSpPr/>
            <p:nvPr/>
          </p:nvSpPr>
          <p:spPr>
            <a:xfrm>
              <a:off x="7901771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E76C4A5D-F5A4-4A67-A536-6E400794BE86}"/>
                </a:ext>
              </a:extLst>
            </p:cNvPr>
            <p:cNvSpPr/>
            <p:nvPr/>
          </p:nvSpPr>
          <p:spPr>
            <a:xfrm>
              <a:off x="4057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021B7F33-70EA-432F-A34C-15C797761B37}"/>
                </a:ext>
              </a:extLst>
            </p:cNvPr>
            <p:cNvSpPr/>
            <p:nvPr/>
          </p:nvSpPr>
          <p:spPr>
            <a:xfrm>
              <a:off x="5581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928113B8-3CFF-4A71-B31E-198AA29391A4}"/>
                </a:ext>
              </a:extLst>
            </p:cNvPr>
            <p:cNvSpPr/>
            <p:nvPr/>
          </p:nvSpPr>
          <p:spPr>
            <a:xfrm>
              <a:off x="7139771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5A3187A-AA9B-483C-B5A6-504661E87508}"/>
                </a:ext>
              </a:extLst>
            </p:cNvPr>
            <p:cNvCxnSpPr>
              <a:cxnSpLocks/>
              <a:stCxn id="264" idx="0"/>
              <a:endCxn id="270" idx="0"/>
            </p:cNvCxnSpPr>
            <p:nvPr/>
          </p:nvCxnSpPr>
          <p:spPr>
            <a:xfrm>
              <a:off x="4057934" y="4384849"/>
              <a:ext cx="790998" cy="98965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D27DDD-2BD2-4CA5-A57C-6EE831FD9010}"/>
                </a:ext>
              </a:extLst>
            </p:cNvPr>
            <p:cNvCxnSpPr>
              <a:cxnSpLocks/>
              <a:stCxn id="271" idx="0"/>
              <a:endCxn id="270" idx="0"/>
            </p:cNvCxnSpPr>
            <p:nvPr/>
          </p:nvCxnSpPr>
          <p:spPr>
            <a:xfrm flipH="1">
              <a:off x="4848932" y="5374499"/>
              <a:ext cx="152399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6595344-D86A-45B0-83D9-77684046635A}"/>
                </a:ext>
              </a:extLst>
            </p:cNvPr>
            <p:cNvCxnSpPr>
              <a:cxnSpLocks/>
              <a:stCxn id="264" idx="0"/>
              <a:endCxn id="68" idx="0"/>
            </p:cNvCxnSpPr>
            <p:nvPr/>
          </p:nvCxnSpPr>
          <p:spPr>
            <a:xfrm flipV="1">
              <a:off x="4057934" y="3399532"/>
              <a:ext cx="762000" cy="98531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121093" y="842586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endCxn id="263" idx="2"/>
          </p:cNvCxnSpPr>
          <p:nvPr/>
        </p:nvCxnSpPr>
        <p:spPr>
          <a:xfrm flipH="1">
            <a:off x="2786217" y="842586"/>
            <a:ext cx="1778294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121093" y="2877095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786217" y="3899102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9899384" y="2401697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endCxn id="125" idx="2"/>
          </p:cNvCxnSpPr>
          <p:nvPr/>
        </p:nvCxnSpPr>
        <p:spPr>
          <a:xfrm flipH="1">
            <a:off x="4564510" y="6943439"/>
            <a:ext cx="355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121093" y="3866745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7881837" y="5877544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6FC9546-D17B-4608-B7C7-C88DFD0724DD}"/>
              </a:ext>
            </a:extLst>
          </p:cNvPr>
          <p:cNvCxnSpPr>
            <a:cxnSpLocks/>
            <a:stCxn id="265" idx="2"/>
            <a:endCxn id="66" idx="2"/>
          </p:cNvCxnSpPr>
          <p:nvPr/>
        </p:nvCxnSpPr>
        <p:spPr>
          <a:xfrm flipH="1" flipV="1">
            <a:off x="8121093" y="2913785"/>
            <a:ext cx="619085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F90C3C-E7DC-42EE-807E-9F4BBA1437D0}"/>
              </a:ext>
            </a:extLst>
          </p:cNvPr>
          <p:cNvCxnSpPr>
            <a:cxnSpLocks/>
            <a:stCxn id="275" idx="0"/>
            <a:endCxn id="129" idx="0"/>
          </p:cNvCxnSpPr>
          <p:nvPr/>
        </p:nvCxnSpPr>
        <p:spPr>
          <a:xfrm flipH="1">
            <a:off x="7554651" y="3866745"/>
            <a:ext cx="1208084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105" idx="2"/>
            <a:endCxn id="129" idx="2"/>
          </p:cNvCxnSpPr>
          <p:nvPr/>
        </p:nvCxnSpPr>
        <p:spPr>
          <a:xfrm>
            <a:off x="6342802" y="5914234"/>
            <a:ext cx="619085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D9D6589-6155-4C5A-AC30-FC56C4CC55B1}"/>
              </a:ext>
            </a:extLst>
          </p:cNvPr>
          <p:cNvCxnSpPr>
            <a:cxnSpLocks/>
            <a:stCxn id="129" idx="0"/>
            <a:endCxn id="105" idx="2"/>
          </p:cNvCxnSpPr>
          <p:nvPr/>
        </p:nvCxnSpPr>
        <p:spPr>
          <a:xfrm flipH="1" flipV="1">
            <a:off x="6342802" y="5914234"/>
            <a:ext cx="1211849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B436E00-3F82-4B87-AF61-84F82F4736FE}"/>
              </a:ext>
            </a:extLst>
          </p:cNvPr>
          <p:cNvCxnSpPr>
            <a:cxnSpLocks/>
            <a:stCxn id="108" idx="4"/>
            <a:endCxn id="275" idx="2"/>
          </p:cNvCxnSpPr>
          <p:nvPr/>
        </p:nvCxnSpPr>
        <p:spPr>
          <a:xfrm flipH="1" flipV="1">
            <a:off x="8169971" y="4888752"/>
            <a:ext cx="57020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756BC82-F6E4-42CF-BFC0-C99DC90047E1}"/>
              </a:ext>
            </a:extLst>
          </p:cNvPr>
          <p:cNvCxnSpPr>
            <a:cxnSpLocks/>
            <a:stCxn id="126" idx="0"/>
            <a:endCxn id="104" idx="2"/>
          </p:cNvCxnSpPr>
          <p:nvPr/>
        </p:nvCxnSpPr>
        <p:spPr>
          <a:xfrm flipH="1" flipV="1">
            <a:off x="5157274" y="5914234"/>
            <a:ext cx="1185528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EA26F9-91FB-48FF-836A-CF2F2DD86B28}"/>
              </a:ext>
            </a:extLst>
          </p:cNvPr>
          <p:cNvCxnSpPr>
            <a:cxnSpLocks/>
            <a:stCxn id="125" idx="0"/>
            <a:endCxn id="104" idx="0"/>
          </p:cNvCxnSpPr>
          <p:nvPr/>
        </p:nvCxnSpPr>
        <p:spPr>
          <a:xfrm flipV="1">
            <a:off x="5157274" y="4892227"/>
            <a:ext cx="59276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1DE8D-50ED-44BA-830B-BAE30152C1DC}"/>
              </a:ext>
            </a:extLst>
          </p:cNvPr>
          <p:cNvCxnSpPr>
            <a:cxnSpLocks/>
            <a:stCxn id="105" idx="0"/>
            <a:endCxn id="262" idx="0"/>
          </p:cNvCxnSpPr>
          <p:nvPr/>
        </p:nvCxnSpPr>
        <p:spPr>
          <a:xfrm flipV="1">
            <a:off x="6935566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4313F85-00FB-4E07-AEA9-F327BAA28098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>
            <a:off x="5750038" y="489222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39DF066-AC40-471E-B7BF-632A66ECD4D9}"/>
              </a:ext>
            </a:extLst>
          </p:cNvPr>
          <p:cNvCxnSpPr>
            <a:cxnSpLocks/>
            <a:stCxn id="104" idx="0"/>
            <a:endCxn id="270" idx="0"/>
          </p:cNvCxnSpPr>
          <p:nvPr/>
        </p:nvCxnSpPr>
        <p:spPr>
          <a:xfrm flipH="1" flipV="1">
            <a:off x="5179831" y="3866745"/>
            <a:ext cx="570207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7434E2E-857F-4BDB-9165-21F86F15642D}"/>
              </a:ext>
            </a:extLst>
          </p:cNvPr>
          <p:cNvCxnSpPr>
            <a:cxnSpLocks/>
            <a:stCxn id="65" idx="2"/>
            <a:endCxn id="261" idx="2"/>
          </p:cNvCxnSpPr>
          <p:nvPr/>
        </p:nvCxnSpPr>
        <p:spPr>
          <a:xfrm flipH="1">
            <a:off x="6342801" y="2913785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146145B-EB12-4327-87AA-39E8A38D1A74}"/>
              </a:ext>
            </a:extLst>
          </p:cNvPr>
          <p:cNvCxnSpPr>
            <a:cxnSpLocks/>
            <a:stCxn id="65" idx="2"/>
            <a:endCxn id="64" idx="0"/>
          </p:cNvCxnSpPr>
          <p:nvPr/>
        </p:nvCxnSpPr>
        <p:spPr>
          <a:xfrm flipH="1" flipV="1">
            <a:off x="6342801" y="1891778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1611119" y="3370088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132326" y="447849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A2160DE-7F5C-4532-9462-D0C4992B2FB2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4564509" y="842586"/>
            <a:ext cx="622730" cy="103103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5CD25DC-5A54-4BAE-A42B-2E7DF0245DEE}"/>
              </a:ext>
            </a:extLst>
          </p:cNvPr>
          <p:cNvCxnSpPr>
            <a:cxnSpLocks/>
            <a:stCxn id="14" idx="2"/>
            <a:endCxn id="68" idx="0"/>
          </p:cNvCxnSpPr>
          <p:nvPr/>
        </p:nvCxnSpPr>
        <p:spPr>
          <a:xfrm flipH="1">
            <a:off x="5157273" y="1864593"/>
            <a:ext cx="1185528" cy="27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0E5D973F-4190-4CC4-AB65-50C722413FE8}"/>
              </a:ext>
            </a:extLst>
          </p:cNvPr>
          <p:cNvSpPr/>
          <p:nvPr/>
        </p:nvSpPr>
        <p:spPr>
          <a:xfrm>
            <a:off x="3841856" y="-313373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1EC0F32-B62C-428A-8F88-AC5A97D93756}"/>
              </a:ext>
            </a:extLst>
          </p:cNvPr>
          <p:cNvSpPr/>
          <p:nvPr/>
        </p:nvSpPr>
        <p:spPr>
          <a:xfrm>
            <a:off x="8577446" y="-5899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A39B5CA4-7FC6-43FB-9BCF-AC50DF45483B}"/>
              </a:ext>
            </a:extLst>
          </p:cNvPr>
          <p:cNvSpPr/>
          <p:nvPr/>
        </p:nvSpPr>
        <p:spPr>
          <a:xfrm>
            <a:off x="5539013" y="5245449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AD356F43-1989-49E6-8631-90F9EC53B678}"/>
              </a:ext>
            </a:extLst>
          </p:cNvPr>
          <p:cNvSpPr/>
          <p:nvPr/>
        </p:nvSpPr>
        <p:spPr>
          <a:xfrm>
            <a:off x="3173360" y="3999752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1A6529B5-518F-4C1A-ADEB-62741ABF4DBE}"/>
              </a:ext>
            </a:extLst>
          </p:cNvPr>
          <p:cNvSpPr/>
          <p:nvPr/>
        </p:nvSpPr>
        <p:spPr>
          <a:xfrm>
            <a:off x="8539167" y="2978140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5" name="Star: 5 Points 84">
            <a:extLst>
              <a:ext uri="{FF2B5EF4-FFF2-40B4-BE49-F238E27FC236}">
                <a16:creationId xmlns:a16="http://schemas.microsoft.com/office/drawing/2014/main" id="{1B6B59C4-E33E-488B-A4FE-95F797E745DB}"/>
              </a:ext>
            </a:extLst>
          </p:cNvPr>
          <p:cNvSpPr/>
          <p:nvPr/>
        </p:nvSpPr>
        <p:spPr>
          <a:xfrm>
            <a:off x="6751212" y="1300858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647F4F4D-9D9D-44E7-8DFC-34B1783A0F09}"/>
              </a:ext>
            </a:extLst>
          </p:cNvPr>
          <p:cNvSpPr/>
          <p:nvPr/>
        </p:nvSpPr>
        <p:spPr>
          <a:xfrm>
            <a:off x="4947962" y="232766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394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51AA24E-2FD7-46B7-83C9-08A2AEDADD35}"/>
              </a:ext>
            </a:extLst>
          </p:cNvPr>
          <p:cNvGrpSpPr/>
          <p:nvPr/>
        </p:nvGrpSpPr>
        <p:grpSpPr>
          <a:xfrm>
            <a:off x="2786217" y="842586"/>
            <a:ext cx="7139489" cy="6100853"/>
            <a:chOff x="1771934" y="2350340"/>
            <a:chExt cx="9177835" cy="6100853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B0DC58B-F4A1-4F96-A73E-68195804BDAF}"/>
                </a:ext>
              </a:extLst>
            </p:cNvPr>
            <p:cNvSpPr/>
            <p:nvPr/>
          </p:nvSpPr>
          <p:spPr>
            <a:xfrm>
              <a:off x="3295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BF55D40-BCCF-4E2F-A4ED-C8DDF58E96D5}"/>
                </a:ext>
              </a:extLst>
            </p:cNvPr>
            <p:cNvSpPr/>
            <p:nvPr/>
          </p:nvSpPr>
          <p:spPr>
            <a:xfrm>
              <a:off x="4819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E3CD2A7-7CB9-4F6C-ABAA-E6A5D2C63B61}"/>
                </a:ext>
              </a:extLst>
            </p:cNvPr>
            <p:cNvSpPr/>
            <p:nvPr/>
          </p:nvSpPr>
          <p:spPr>
            <a:xfrm>
              <a:off x="6343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430A2DE-312F-472D-A30F-E7558A2B8960}"/>
                </a:ext>
              </a:extLst>
            </p:cNvPr>
            <p:cNvSpPr/>
            <p:nvPr/>
          </p:nvSpPr>
          <p:spPr>
            <a:xfrm>
              <a:off x="7867934" y="2350340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73E17E59-C387-442F-A703-377D783B3449}"/>
                </a:ext>
              </a:extLst>
            </p:cNvPr>
            <p:cNvSpPr/>
            <p:nvPr/>
          </p:nvSpPr>
          <p:spPr>
            <a:xfrm>
              <a:off x="5581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F3D01B28-2809-4767-81D1-459F520CF2A4}"/>
                </a:ext>
              </a:extLst>
            </p:cNvPr>
            <p:cNvSpPr/>
            <p:nvPr/>
          </p:nvSpPr>
          <p:spPr>
            <a:xfrm>
              <a:off x="7105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5AA1F757-9B98-44B9-B527-8F6814370199}"/>
                </a:ext>
              </a:extLst>
            </p:cNvPr>
            <p:cNvSpPr/>
            <p:nvPr/>
          </p:nvSpPr>
          <p:spPr>
            <a:xfrm>
              <a:off x="8629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DF454BFE-BB57-4988-9E88-B1223404FC46}"/>
                </a:ext>
              </a:extLst>
            </p:cNvPr>
            <p:cNvSpPr/>
            <p:nvPr/>
          </p:nvSpPr>
          <p:spPr>
            <a:xfrm>
              <a:off x="2533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EBF8538-A882-4955-A093-20DB77214FD8}"/>
                </a:ext>
              </a:extLst>
            </p:cNvPr>
            <p:cNvSpPr/>
            <p:nvPr/>
          </p:nvSpPr>
          <p:spPr>
            <a:xfrm>
              <a:off x="4057934" y="3399532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E8092E16-1D3B-44E1-A1C2-9CB5B059E539}"/>
                </a:ext>
              </a:extLst>
            </p:cNvPr>
            <p:cNvSpPr/>
            <p:nvPr/>
          </p:nvSpPr>
          <p:spPr>
            <a:xfrm>
              <a:off x="4819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1" name="Isosceles Triangle 260">
              <a:extLst>
                <a:ext uri="{FF2B5EF4-FFF2-40B4-BE49-F238E27FC236}">
                  <a16:creationId xmlns:a16="http://schemas.microsoft.com/office/drawing/2014/main" id="{8F321981-9827-4FFD-8F1D-C939FE670C5F}"/>
                </a:ext>
              </a:extLst>
            </p:cNvPr>
            <p:cNvSpPr/>
            <p:nvPr/>
          </p:nvSpPr>
          <p:spPr>
            <a:xfrm>
              <a:off x="6343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601C09DF-D430-4B29-B35B-C121EA70BF7C}"/>
                </a:ext>
              </a:extLst>
            </p:cNvPr>
            <p:cNvSpPr/>
            <p:nvPr/>
          </p:nvSpPr>
          <p:spPr>
            <a:xfrm>
              <a:off x="7867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3" name="Isosceles Triangle 262">
              <a:extLst>
                <a:ext uri="{FF2B5EF4-FFF2-40B4-BE49-F238E27FC236}">
                  <a16:creationId xmlns:a16="http://schemas.microsoft.com/office/drawing/2014/main" id="{6ABFDABC-52A0-4AC6-AE71-3DE0DA886A24}"/>
                </a:ext>
              </a:extLst>
            </p:cNvPr>
            <p:cNvSpPr/>
            <p:nvPr/>
          </p:nvSpPr>
          <p:spPr>
            <a:xfrm>
              <a:off x="1771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4" name="Isosceles Triangle 263">
              <a:extLst>
                <a:ext uri="{FF2B5EF4-FFF2-40B4-BE49-F238E27FC236}">
                  <a16:creationId xmlns:a16="http://schemas.microsoft.com/office/drawing/2014/main" id="{F416C430-1FB4-49FB-B7D0-44535873BFC6}"/>
                </a:ext>
              </a:extLst>
            </p:cNvPr>
            <p:cNvSpPr/>
            <p:nvPr/>
          </p:nvSpPr>
          <p:spPr>
            <a:xfrm>
              <a:off x="3295934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5" name="Isosceles Triangle 264">
              <a:extLst>
                <a:ext uri="{FF2B5EF4-FFF2-40B4-BE49-F238E27FC236}">
                  <a16:creationId xmlns:a16="http://schemas.microsoft.com/office/drawing/2014/main" id="{59A99689-155F-489A-BCE4-0AEF2F20DBDE}"/>
                </a:ext>
              </a:extLst>
            </p:cNvPr>
            <p:cNvSpPr/>
            <p:nvPr/>
          </p:nvSpPr>
          <p:spPr>
            <a:xfrm>
              <a:off x="9425769" y="438484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0" name="Isosceles Triangle 269">
              <a:extLst>
                <a:ext uri="{FF2B5EF4-FFF2-40B4-BE49-F238E27FC236}">
                  <a16:creationId xmlns:a16="http://schemas.microsoft.com/office/drawing/2014/main" id="{77C4A832-18C6-4937-B45A-7DA3E30F2B89}"/>
                </a:ext>
              </a:extLst>
            </p:cNvPr>
            <p:cNvSpPr/>
            <p:nvPr/>
          </p:nvSpPr>
          <p:spPr>
            <a:xfrm>
              <a:off x="4086932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1" name="Isosceles Triangle 270">
              <a:extLst>
                <a:ext uri="{FF2B5EF4-FFF2-40B4-BE49-F238E27FC236}">
                  <a16:creationId xmlns:a16="http://schemas.microsoft.com/office/drawing/2014/main" id="{C2A5265F-EA95-4EF6-9F88-4A73326CB6B4}"/>
                </a:ext>
              </a:extLst>
            </p:cNvPr>
            <p:cNvSpPr/>
            <p:nvPr/>
          </p:nvSpPr>
          <p:spPr>
            <a:xfrm>
              <a:off x="5610930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2" name="Isosceles Triangle 271">
              <a:extLst>
                <a:ext uri="{FF2B5EF4-FFF2-40B4-BE49-F238E27FC236}">
                  <a16:creationId xmlns:a16="http://schemas.microsoft.com/office/drawing/2014/main" id="{21AC2681-89D7-4C2B-8AA4-F3D4B6FE8366}"/>
                </a:ext>
              </a:extLst>
            </p:cNvPr>
            <p:cNvSpPr/>
            <p:nvPr/>
          </p:nvSpPr>
          <p:spPr>
            <a:xfrm>
              <a:off x="7134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4" name="Isosceles Triangle 273">
              <a:extLst>
                <a:ext uri="{FF2B5EF4-FFF2-40B4-BE49-F238E27FC236}">
                  <a16:creationId xmlns:a16="http://schemas.microsoft.com/office/drawing/2014/main" id="{578C3095-5033-4319-91AD-A8BD0F3EC64D}"/>
                </a:ext>
              </a:extLst>
            </p:cNvPr>
            <p:cNvSpPr/>
            <p:nvPr/>
          </p:nvSpPr>
          <p:spPr>
            <a:xfrm>
              <a:off x="2562931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5" name="Isosceles Triangle 274">
              <a:extLst>
                <a:ext uri="{FF2B5EF4-FFF2-40B4-BE49-F238E27FC236}">
                  <a16:creationId xmlns:a16="http://schemas.microsoft.com/office/drawing/2014/main" id="{3E60D73F-CA6B-4AB8-8AD3-A5692F8E1722}"/>
                </a:ext>
              </a:extLst>
            </p:cNvPr>
            <p:cNvSpPr/>
            <p:nvPr/>
          </p:nvSpPr>
          <p:spPr>
            <a:xfrm>
              <a:off x="8692766" y="5374499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235520-86F3-42C3-B1ED-62FCC15E64C4}"/>
                </a:ext>
              </a:extLst>
            </p:cNvPr>
            <p:cNvCxnSpPr>
              <a:cxnSpLocks/>
              <a:stCxn id="15" idx="0"/>
              <a:endCxn id="11" idx="0"/>
            </p:cNvCxnSpPr>
            <p:nvPr/>
          </p:nvCxnSpPr>
          <p:spPr>
            <a:xfrm flipH="1">
              <a:off x="4057934" y="2350340"/>
              <a:ext cx="4572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369E95A-FADB-4BC7-85C9-C86BD45D0A3C}"/>
                </a:ext>
              </a:extLst>
            </p:cNvPr>
            <p:cNvSpPr/>
            <p:nvPr/>
          </p:nvSpPr>
          <p:spPr>
            <a:xfrm>
              <a:off x="3295937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4" name="Isosceles Triangle 103">
              <a:extLst>
                <a:ext uri="{FF2B5EF4-FFF2-40B4-BE49-F238E27FC236}">
                  <a16:creationId xmlns:a16="http://schemas.microsoft.com/office/drawing/2014/main" id="{5F20559F-BC9E-4C4E-9B2F-6BEEA71F3E8C}"/>
                </a:ext>
              </a:extLst>
            </p:cNvPr>
            <p:cNvSpPr/>
            <p:nvPr/>
          </p:nvSpPr>
          <p:spPr>
            <a:xfrm>
              <a:off x="4819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54D1868-290F-4FAD-8D97-1CA991C21794}"/>
                </a:ext>
              </a:extLst>
            </p:cNvPr>
            <p:cNvSpPr/>
            <p:nvPr/>
          </p:nvSpPr>
          <p:spPr>
            <a:xfrm>
              <a:off x="6343935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36505343-614E-47EB-AA3B-F89D6A14874E}"/>
                </a:ext>
              </a:extLst>
            </p:cNvPr>
            <p:cNvSpPr/>
            <p:nvPr/>
          </p:nvSpPr>
          <p:spPr>
            <a:xfrm>
              <a:off x="7901771" y="6399981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E76C4A5D-F5A4-4A67-A536-6E400794BE86}"/>
                </a:ext>
              </a:extLst>
            </p:cNvPr>
            <p:cNvSpPr/>
            <p:nvPr/>
          </p:nvSpPr>
          <p:spPr>
            <a:xfrm>
              <a:off x="4057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6" name="Isosceles Triangle 125">
              <a:extLst>
                <a:ext uri="{FF2B5EF4-FFF2-40B4-BE49-F238E27FC236}">
                  <a16:creationId xmlns:a16="http://schemas.microsoft.com/office/drawing/2014/main" id="{021B7F33-70EA-432F-A34C-15C797761B37}"/>
                </a:ext>
              </a:extLst>
            </p:cNvPr>
            <p:cNvSpPr/>
            <p:nvPr/>
          </p:nvSpPr>
          <p:spPr>
            <a:xfrm>
              <a:off x="5581935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9" name="Isosceles Triangle 128">
              <a:extLst>
                <a:ext uri="{FF2B5EF4-FFF2-40B4-BE49-F238E27FC236}">
                  <a16:creationId xmlns:a16="http://schemas.microsoft.com/office/drawing/2014/main" id="{928113B8-3CFF-4A71-B31E-198AA29391A4}"/>
                </a:ext>
              </a:extLst>
            </p:cNvPr>
            <p:cNvSpPr/>
            <p:nvPr/>
          </p:nvSpPr>
          <p:spPr>
            <a:xfrm>
              <a:off x="7139771" y="7429186"/>
              <a:ext cx="1524000" cy="1022007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5A3187A-AA9B-483C-B5A6-504661E87508}"/>
                </a:ext>
              </a:extLst>
            </p:cNvPr>
            <p:cNvCxnSpPr>
              <a:cxnSpLocks/>
              <a:stCxn id="264" idx="0"/>
              <a:endCxn id="270" idx="0"/>
            </p:cNvCxnSpPr>
            <p:nvPr/>
          </p:nvCxnSpPr>
          <p:spPr>
            <a:xfrm>
              <a:off x="4057934" y="4384849"/>
              <a:ext cx="790998" cy="98965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7D27DDD-2BD2-4CA5-A57C-6EE831FD9010}"/>
                </a:ext>
              </a:extLst>
            </p:cNvPr>
            <p:cNvCxnSpPr>
              <a:cxnSpLocks/>
              <a:stCxn id="271" idx="0"/>
              <a:endCxn id="270" idx="0"/>
            </p:cNvCxnSpPr>
            <p:nvPr/>
          </p:nvCxnSpPr>
          <p:spPr>
            <a:xfrm flipH="1">
              <a:off x="4848932" y="5374499"/>
              <a:ext cx="152399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6595344-D86A-45B0-83D9-77684046635A}"/>
                </a:ext>
              </a:extLst>
            </p:cNvPr>
            <p:cNvCxnSpPr>
              <a:cxnSpLocks/>
              <a:stCxn id="264" idx="0"/>
              <a:endCxn id="68" idx="0"/>
            </p:cNvCxnSpPr>
            <p:nvPr/>
          </p:nvCxnSpPr>
          <p:spPr>
            <a:xfrm flipV="1">
              <a:off x="4057934" y="3399532"/>
              <a:ext cx="762000" cy="98531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C733E1-C5E4-451E-B7F8-19D4FEF65F91}"/>
              </a:ext>
            </a:extLst>
          </p:cNvPr>
          <p:cNvCxnSpPr>
            <a:cxnSpLocks/>
            <a:endCxn id="15" idx="0"/>
          </p:cNvCxnSpPr>
          <p:nvPr/>
        </p:nvCxnSpPr>
        <p:spPr>
          <a:xfrm flipH="1" flipV="1">
            <a:off x="8121093" y="842586"/>
            <a:ext cx="1800848" cy="30241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B1D81D-1245-4064-A7CB-05B875E18B07}"/>
              </a:ext>
            </a:extLst>
          </p:cNvPr>
          <p:cNvCxnSpPr>
            <a:cxnSpLocks/>
            <a:endCxn id="263" idx="2"/>
          </p:cNvCxnSpPr>
          <p:nvPr/>
        </p:nvCxnSpPr>
        <p:spPr>
          <a:xfrm flipH="1">
            <a:off x="2786217" y="842586"/>
            <a:ext cx="1778294" cy="30565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81AF06A-9174-4C13-A78C-0B5DD6ADDD26}"/>
              </a:ext>
            </a:extLst>
          </p:cNvPr>
          <p:cNvCxnSpPr>
            <a:cxnSpLocks/>
          </p:cNvCxnSpPr>
          <p:nvPr/>
        </p:nvCxnSpPr>
        <p:spPr>
          <a:xfrm>
            <a:off x="10430605" y="861339"/>
            <a:ext cx="0" cy="1498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DB8057A-51C6-4A89-8C5D-E74BB5DE6376}"/>
              </a:ext>
            </a:extLst>
          </p:cNvPr>
          <p:cNvCxnSpPr>
            <a:cxnSpLocks/>
            <a:stCxn id="262" idx="0"/>
            <a:endCxn id="265" idx="0"/>
          </p:cNvCxnSpPr>
          <p:nvPr/>
        </p:nvCxnSpPr>
        <p:spPr>
          <a:xfrm>
            <a:off x="8121093" y="2877095"/>
            <a:ext cx="121184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Star: 5 Points 217">
            <a:extLst>
              <a:ext uri="{FF2B5EF4-FFF2-40B4-BE49-F238E27FC236}">
                <a16:creationId xmlns:a16="http://schemas.microsoft.com/office/drawing/2014/main" id="{DE4F382A-1463-4812-A7AB-CA477B1FC500}"/>
              </a:ext>
            </a:extLst>
          </p:cNvPr>
          <p:cNvSpPr/>
          <p:nvPr/>
        </p:nvSpPr>
        <p:spPr>
          <a:xfrm>
            <a:off x="854123" y="4429697"/>
            <a:ext cx="475397" cy="475397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35F0C02-52F7-4457-921D-44C5191B27DD}"/>
              </a:ext>
            </a:extLst>
          </p:cNvPr>
          <p:cNvCxnSpPr>
            <a:cxnSpLocks/>
            <a:stCxn id="125" idx="2"/>
            <a:endCxn id="263" idx="2"/>
          </p:cNvCxnSpPr>
          <p:nvPr/>
        </p:nvCxnSpPr>
        <p:spPr>
          <a:xfrm flipH="1" flipV="1">
            <a:off x="2786217" y="3899102"/>
            <a:ext cx="1778293" cy="304433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06E44A13-70EE-415E-B8F9-B62D0B43AFE4}"/>
              </a:ext>
            </a:extLst>
          </p:cNvPr>
          <p:cNvCxnSpPr>
            <a:cxnSpLocks/>
          </p:cNvCxnSpPr>
          <p:nvPr/>
        </p:nvCxnSpPr>
        <p:spPr>
          <a:xfrm>
            <a:off x="8878153" y="-2630519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9C560D1-0797-410B-94C4-EFE5353062EA}"/>
              </a:ext>
            </a:extLst>
          </p:cNvPr>
          <p:cNvSpPr/>
          <p:nvPr/>
        </p:nvSpPr>
        <p:spPr>
          <a:xfrm>
            <a:off x="8455093" y="2979798"/>
            <a:ext cx="475397" cy="475397"/>
          </a:xfrm>
          <a:prstGeom prst="star5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8432CBB8-D73C-4B6E-8CAD-FC2FB7BD2E8C}"/>
              </a:ext>
            </a:extLst>
          </p:cNvPr>
          <p:cNvSpPr/>
          <p:nvPr/>
        </p:nvSpPr>
        <p:spPr>
          <a:xfrm>
            <a:off x="5512340" y="5268892"/>
            <a:ext cx="475397" cy="475397"/>
          </a:xfrm>
          <a:prstGeom prst="star5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AB0190-34F2-4BB1-A371-CD970F28F755}"/>
              </a:ext>
            </a:extLst>
          </p:cNvPr>
          <p:cNvCxnSpPr>
            <a:cxnSpLocks/>
            <a:endCxn id="125" idx="2"/>
          </p:cNvCxnSpPr>
          <p:nvPr/>
        </p:nvCxnSpPr>
        <p:spPr>
          <a:xfrm flipH="1">
            <a:off x="4564510" y="6943439"/>
            <a:ext cx="355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599D67-65B1-4C22-A4B2-E6CE42CFE9B8}"/>
              </a:ext>
            </a:extLst>
          </p:cNvPr>
          <p:cNvCxnSpPr>
            <a:cxnSpLocks/>
          </p:cNvCxnSpPr>
          <p:nvPr/>
        </p:nvCxnSpPr>
        <p:spPr>
          <a:xfrm flipH="1">
            <a:off x="8121093" y="3866745"/>
            <a:ext cx="1800848" cy="30766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DD0C56C5-2DC6-4236-B92E-BC833B4966CA}"/>
              </a:ext>
            </a:extLst>
          </p:cNvPr>
          <p:cNvSpPr/>
          <p:nvPr/>
        </p:nvSpPr>
        <p:spPr>
          <a:xfrm>
            <a:off x="7929248" y="6015414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6FC9546-D17B-4608-B7C7-C88DFD0724DD}"/>
              </a:ext>
            </a:extLst>
          </p:cNvPr>
          <p:cNvCxnSpPr>
            <a:cxnSpLocks/>
            <a:stCxn id="265" idx="2"/>
            <a:endCxn id="66" idx="2"/>
          </p:cNvCxnSpPr>
          <p:nvPr/>
        </p:nvCxnSpPr>
        <p:spPr>
          <a:xfrm flipH="1" flipV="1">
            <a:off x="8121093" y="2913785"/>
            <a:ext cx="619085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F90C3C-E7DC-42EE-807E-9F4BBA1437D0}"/>
              </a:ext>
            </a:extLst>
          </p:cNvPr>
          <p:cNvCxnSpPr>
            <a:cxnSpLocks/>
            <a:stCxn id="275" idx="0"/>
            <a:endCxn id="129" idx="0"/>
          </p:cNvCxnSpPr>
          <p:nvPr/>
        </p:nvCxnSpPr>
        <p:spPr>
          <a:xfrm flipH="1">
            <a:off x="7554651" y="3866745"/>
            <a:ext cx="1208084" cy="20546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053954-0FC1-4E06-8090-F12D39418A1F}"/>
              </a:ext>
            </a:extLst>
          </p:cNvPr>
          <p:cNvCxnSpPr>
            <a:cxnSpLocks/>
            <a:stCxn id="105" idx="2"/>
            <a:endCxn id="129" idx="2"/>
          </p:cNvCxnSpPr>
          <p:nvPr/>
        </p:nvCxnSpPr>
        <p:spPr>
          <a:xfrm>
            <a:off x="6342802" y="5914234"/>
            <a:ext cx="619085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D9D6589-6155-4C5A-AC30-FC56C4CC55B1}"/>
              </a:ext>
            </a:extLst>
          </p:cNvPr>
          <p:cNvCxnSpPr>
            <a:cxnSpLocks/>
            <a:stCxn id="129" idx="0"/>
            <a:endCxn id="105" idx="2"/>
          </p:cNvCxnSpPr>
          <p:nvPr/>
        </p:nvCxnSpPr>
        <p:spPr>
          <a:xfrm flipH="1" flipV="1">
            <a:off x="6342802" y="5914234"/>
            <a:ext cx="1211849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B436E00-3F82-4B87-AF61-84F82F4736FE}"/>
              </a:ext>
            </a:extLst>
          </p:cNvPr>
          <p:cNvCxnSpPr>
            <a:cxnSpLocks/>
            <a:stCxn id="108" idx="4"/>
            <a:endCxn id="275" idx="2"/>
          </p:cNvCxnSpPr>
          <p:nvPr/>
        </p:nvCxnSpPr>
        <p:spPr>
          <a:xfrm flipH="1" flipV="1">
            <a:off x="8169971" y="4888752"/>
            <a:ext cx="570208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756BC82-F6E4-42CF-BFC0-C99DC90047E1}"/>
              </a:ext>
            </a:extLst>
          </p:cNvPr>
          <p:cNvCxnSpPr>
            <a:cxnSpLocks/>
            <a:stCxn id="126" idx="0"/>
            <a:endCxn id="104" idx="2"/>
          </p:cNvCxnSpPr>
          <p:nvPr/>
        </p:nvCxnSpPr>
        <p:spPr>
          <a:xfrm flipH="1" flipV="1">
            <a:off x="5157274" y="5914234"/>
            <a:ext cx="1185528" cy="71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7EA26F9-91FB-48FF-836A-CF2F2DD86B28}"/>
              </a:ext>
            </a:extLst>
          </p:cNvPr>
          <p:cNvCxnSpPr>
            <a:cxnSpLocks/>
            <a:stCxn id="125" idx="0"/>
            <a:endCxn id="104" idx="0"/>
          </p:cNvCxnSpPr>
          <p:nvPr/>
        </p:nvCxnSpPr>
        <p:spPr>
          <a:xfrm flipV="1">
            <a:off x="5157274" y="4892227"/>
            <a:ext cx="592764" cy="102920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1DE8D-50ED-44BA-830B-BAE30152C1DC}"/>
              </a:ext>
            </a:extLst>
          </p:cNvPr>
          <p:cNvCxnSpPr>
            <a:cxnSpLocks/>
            <a:stCxn id="105" idx="0"/>
            <a:endCxn id="262" idx="0"/>
          </p:cNvCxnSpPr>
          <p:nvPr/>
        </p:nvCxnSpPr>
        <p:spPr>
          <a:xfrm flipV="1">
            <a:off x="6935566" y="2877095"/>
            <a:ext cx="1185527" cy="20151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4313F85-00FB-4E07-AEA9-F327BAA28098}"/>
              </a:ext>
            </a:extLst>
          </p:cNvPr>
          <p:cNvCxnSpPr>
            <a:cxnSpLocks/>
            <a:stCxn id="104" idx="0"/>
            <a:endCxn id="105" idx="0"/>
          </p:cNvCxnSpPr>
          <p:nvPr/>
        </p:nvCxnSpPr>
        <p:spPr>
          <a:xfrm>
            <a:off x="5750038" y="4892227"/>
            <a:ext cx="118552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0D3A6E3-127B-4DE8-A58A-4C877CDF238C}"/>
              </a:ext>
            </a:extLst>
          </p:cNvPr>
          <p:cNvCxnSpPr>
            <a:cxnSpLocks/>
          </p:cNvCxnSpPr>
          <p:nvPr/>
        </p:nvCxnSpPr>
        <p:spPr>
          <a:xfrm>
            <a:off x="-2710803" y="841050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339DF066-AC40-471E-B7BF-632A66ECD4D9}"/>
              </a:ext>
            </a:extLst>
          </p:cNvPr>
          <p:cNvCxnSpPr>
            <a:cxnSpLocks/>
            <a:stCxn id="104" idx="0"/>
            <a:endCxn id="270" idx="0"/>
          </p:cNvCxnSpPr>
          <p:nvPr/>
        </p:nvCxnSpPr>
        <p:spPr>
          <a:xfrm flipH="1" flipV="1">
            <a:off x="5179831" y="3866745"/>
            <a:ext cx="570207" cy="102548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CC6C95F-57AE-4142-B96F-6D416D3A7347}"/>
              </a:ext>
            </a:extLst>
          </p:cNvPr>
          <p:cNvCxnSpPr>
            <a:cxnSpLocks/>
          </p:cNvCxnSpPr>
          <p:nvPr/>
        </p:nvCxnSpPr>
        <p:spPr>
          <a:xfrm flipH="1" flipV="1">
            <a:off x="2360832" y="7902604"/>
            <a:ext cx="9812357" cy="1738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8E1602C-16CC-412E-9EDD-1E68B3911159}"/>
              </a:ext>
            </a:extLst>
          </p:cNvPr>
          <p:cNvCxnSpPr>
            <a:cxnSpLocks/>
          </p:cNvCxnSpPr>
          <p:nvPr/>
        </p:nvCxnSpPr>
        <p:spPr>
          <a:xfrm flipH="1">
            <a:off x="-1590231" y="-2656616"/>
            <a:ext cx="4265500" cy="72704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208D132-2949-4EFA-AAA4-5EBA9592CA52}"/>
              </a:ext>
            </a:extLst>
          </p:cNvPr>
          <p:cNvCxnSpPr>
            <a:cxnSpLocks/>
          </p:cNvCxnSpPr>
          <p:nvPr/>
        </p:nvCxnSpPr>
        <p:spPr>
          <a:xfrm>
            <a:off x="-2003075" y="79026"/>
            <a:ext cx="5884163" cy="10026026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BA2B882-2BB0-4EFD-80B4-B845698F4D1A}"/>
              </a:ext>
            </a:extLst>
          </p:cNvPr>
          <p:cNvCxnSpPr>
            <a:cxnSpLocks/>
          </p:cNvCxnSpPr>
          <p:nvPr/>
        </p:nvCxnSpPr>
        <p:spPr>
          <a:xfrm>
            <a:off x="-2046726" y="1084185"/>
            <a:ext cx="5884163" cy="10026026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9B10E2B-9741-49A0-A54A-6FA2DBC50F59}"/>
              </a:ext>
            </a:extLst>
          </p:cNvPr>
          <p:cNvCxnSpPr>
            <a:cxnSpLocks/>
          </p:cNvCxnSpPr>
          <p:nvPr/>
        </p:nvCxnSpPr>
        <p:spPr>
          <a:xfrm>
            <a:off x="-6043285" y="3328917"/>
            <a:ext cx="5884163" cy="1002602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8E3A5F6-13E1-4DD6-91C0-510B3F720129}"/>
              </a:ext>
            </a:extLst>
          </p:cNvPr>
          <p:cNvCxnSpPr>
            <a:cxnSpLocks/>
          </p:cNvCxnSpPr>
          <p:nvPr/>
        </p:nvCxnSpPr>
        <p:spPr>
          <a:xfrm flipH="1">
            <a:off x="-2765329" y="-3020224"/>
            <a:ext cx="4265500" cy="7270451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7434E2E-857F-4BDB-9165-21F86F15642D}"/>
              </a:ext>
            </a:extLst>
          </p:cNvPr>
          <p:cNvCxnSpPr>
            <a:cxnSpLocks/>
            <a:stCxn id="65" idx="2"/>
            <a:endCxn id="261" idx="2"/>
          </p:cNvCxnSpPr>
          <p:nvPr/>
        </p:nvCxnSpPr>
        <p:spPr>
          <a:xfrm flipH="1">
            <a:off x="6342801" y="2913785"/>
            <a:ext cx="592764" cy="98531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146145B-EB12-4327-87AA-39E8A38D1A74}"/>
              </a:ext>
            </a:extLst>
          </p:cNvPr>
          <p:cNvCxnSpPr>
            <a:cxnSpLocks/>
            <a:stCxn id="65" idx="2"/>
            <a:endCxn id="64" idx="0"/>
          </p:cNvCxnSpPr>
          <p:nvPr/>
        </p:nvCxnSpPr>
        <p:spPr>
          <a:xfrm flipH="1" flipV="1">
            <a:off x="6342801" y="1891778"/>
            <a:ext cx="592764" cy="102200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A519BFE4-3883-460F-9278-9153D370917A}"/>
              </a:ext>
            </a:extLst>
          </p:cNvPr>
          <p:cNvSpPr/>
          <p:nvPr/>
        </p:nvSpPr>
        <p:spPr>
          <a:xfrm>
            <a:off x="3134407" y="3964170"/>
            <a:ext cx="475397" cy="47539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17781668-C1A9-494C-98CE-BD4781275CE8}"/>
              </a:ext>
            </a:extLst>
          </p:cNvPr>
          <p:cNvSpPr/>
          <p:nvPr/>
        </p:nvSpPr>
        <p:spPr>
          <a:xfrm>
            <a:off x="1563003" y="1626894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6C2C45DA-4556-481A-8D18-03C392A584A0}"/>
              </a:ext>
            </a:extLst>
          </p:cNvPr>
          <p:cNvSpPr/>
          <p:nvPr/>
        </p:nvSpPr>
        <p:spPr>
          <a:xfrm>
            <a:off x="7173061" y="-333581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5" name="Star: 5 Points 184">
            <a:extLst>
              <a:ext uri="{FF2B5EF4-FFF2-40B4-BE49-F238E27FC236}">
                <a16:creationId xmlns:a16="http://schemas.microsoft.com/office/drawing/2014/main" id="{39C648FE-4044-4191-9AE6-F7CAB4737BF1}"/>
              </a:ext>
            </a:extLst>
          </p:cNvPr>
          <p:cNvSpPr/>
          <p:nvPr/>
        </p:nvSpPr>
        <p:spPr>
          <a:xfrm>
            <a:off x="3132326" y="447849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A2160DE-7F5C-4532-9462-D0C4992B2FB2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4564509" y="842586"/>
            <a:ext cx="622730" cy="103103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5CD25DC-5A54-4BAE-A42B-2E7DF0245DEE}"/>
              </a:ext>
            </a:extLst>
          </p:cNvPr>
          <p:cNvCxnSpPr>
            <a:cxnSpLocks/>
            <a:stCxn id="14" idx="2"/>
            <a:endCxn id="68" idx="0"/>
          </p:cNvCxnSpPr>
          <p:nvPr/>
        </p:nvCxnSpPr>
        <p:spPr>
          <a:xfrm flipH="1">
            <a:off x="5157273" y="1864593"/>
            <a:ext cx="1185528" cy="2718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0E5D973F-4190-4CC4-AB65-50C722413FE8}"/>
              </a:ext>
            </a:extLst>
          </p:cNvPr>
          <p:cNvSpPr/>
          <p:nvPr/>
        </p:nvSpPr>
        <p:spPr>
          <a:xfrm>
            <a:off x="4905171" y="2287862"/>
            <a:ext cx="475397" cy="475397"/>
          </a:xfrm>
          <a:prstGeom prst="star5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1" name="Star: 5 Points 210">
            <a:extLst>
              <a:ext uri="{FF2B5EF4-FFF2-40B4-BE49-F238E27FC236}">
                <a16:creationId xmlns:a16="http://schemas.microsoft.com/office/drawing/2014/main" id="{C1EC0F32-B62C-428A-8F88-AC5A97D93756}"/>
              </a:ext>
            </a:extLst>
          </p:cNvPr>
          <p:cNvSpPr/>
          <p:nvPr/>
        </p:nvSpPr>
        <p:spPr>
          <a:xfrm>
            <a:off x="6749735" y="1226985"/>
            <a:ext cx="475397" cy="475397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4704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E2FC66-7720-4AFF-87DC-EA1281B6494D}"/>
              </a:ext>
            </a:extLst>
          </p:cNvPr>
          <p:cNvGrpSpPr/>
          <p:nvPr/>
        </p:nvGrpSpPr>
        <p:grpSpPr>
          <a:xfrm>
            <a:off x="1257258" y="-953311"/>
            <a:ext cx="9405109" cy="10494255"/>
            <a:chOff x="1257258" y="-953311"/>
            <a:chExt cx="9405109" cy="1049425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8538FC-FA83-4B8C-A8CC-C2EBADC10E99}"/>
                </a:ext>
              </a:extLst>
            </p:cNvPr>
            <p:cNvSpPr/>
            <p:nvPr/>
          </p:nvSpPr>
          <p:spPr>
            <a:xfrm>
              <a:off x="1265475" y="-953311"/>
              <a:ext cx="9396892" cy="10494255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814524D-2268-44F0-BC05-268EB281D2B7}"/>
                </a:ext>
              </a:extLst>
            </p:cNvPr>
            <p:cNvSpPr txBox="1"/>
            <p:nvPr/>
          </p:nvSpPr>
          <p:spPr>
            <a:xfrm>
              <a:off x="1257258" y="-624504"/>
              <a:ext cx="94051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Triangular Star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: 1 ★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02F620B-560F-4A8C-A85B-9BCABCBD3EFB}"/>
                </a:ext>
              </a:extLst>
            </p:cNvPr>
            <p:cNvSpPr txBox="1"/>
            <p:nvPr/>
          </p:nvSpPr>
          <p:spPr>
            <a:xfrm>
              <a:off x="1964725" y="111055"/>
              <a:ext cx="80631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 per </a:t>
              </a: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Triangle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EC26AEA-D92D-4483-BD47-E7F04C30BD0C}"/>
                </a:ext>
              </a:extLst>
            </p:cNvPr>
            <p:cNvGrpSpPr/>
            <p:nvPr/>
          </p:nvGrpSpPr>
          <p:grpSpPr>
            <a:xfrm>
              <a:off x="2526255" y="1666619"/>
              <a:ext cx="7139489" cy="6100853"/>
              <a:chOff x="2526255" y="1666619"/>
              <a:chExt cx="7139489" cy="6100853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6EBCC6C-26F3-4FBB-B3CA-2D572749D37D}"/>
                  </a:ext>
                </a:extLst>
              </p:cNvPr>
              <p:cNvGrpSpPr/>
              <p:nvPr/>
            </p:nvGrpSpPr>
            <p:grpSpPr>
              <a:xfrm>
                <a:off x="2526255" y="1666619"/>
                <a:ext cx="7139489" cy="6100853"/>
                <a:chOff x="2526255" y="1666619"/>
                <a:chExt cx="7139489" cy="6100853"/>
              </a:xfrm>
            </p:grpSpPr>
            <p:sp>
              <p:nvSpPr>
                <p:cNvPr id="38" name="Isosceles Triangle 37">
                  <a:extLst>
                    <a:ext uri="{FF2B5EF4-FFF2-40B4-BE49-F238E27FC236}">
                      <a16:creationId xmlns:a16="http://schemas.microsoft.com/office/drawing/2014/main" id="{FC64B9F8-A921-44CD-BDF9-FB40DF0844DF}"/>
                    </a:ext>
                  </a:extLst>
                </p:cNvPr>
                <p:cNvSpPr/>
                <p:nvPr/>
              </p:nvSpPr>
              <p:spPr>
                <a:xfrm>
                  <a:off x="3711783" y="1666619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9" name="Isosceles Triangle 38">
                  <a:extLst>
                    <a:ext uri="{FF2B5EF4-FFF2-40B4-BE49-F238E27FC236}">
                      <a16:creationId xmlns:a16="http://schemas.microsoft.com/office/drawing/2014/main" id="{F4862C2F-8CFC-4BC3-AD62-1813CA3545C4}"/>
                    </a:ext>
                  </a:extLst>
                </p:cNvPr>
                <p:cNvSpPr/>
                <p:nvPr/>
              </p:nvSpPr>
              <p:spPr>
                <a:xfrm>
                  <a:off x="4897311" y="1666619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0" name="Isosceles Triangle 39">
                  <a:extLst>
                    <a:ext uri="{FF2B5EF4-FFF2-40B4-BE49-F238E27FC236}">
                      <a16:creationId xmlns:a16="http://schemas.microsoft.com/office/drawing/2014/main" id="{CBE9D200-A7E1-4094-8F44-16C0C20BA0F9}"/>
                    </a:ext>
                  </a:extLst>
                </p:cNvPr>
                <p:cNvSpPr/>
                <p:nvPr/>
              </p:nvSpPr>
              <p:spPr>
                <a:xfrm>
                  <a:off x="6082839" y="1666619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1" name="Isosceles Triangle 40">
                  <a:extLst>
                    <a:ext uri="{FF2B5EF4-FFF2-40B4-BE49-F238E27FC236}">
                      <a16:creationId xmlns:a16="http://schemas.microsoft.com/office/drawing/2014/main" id="{0BBFD437-38AD-4A79-B447-DED16DDFEBBF}"/>
                    </a:ext>
                  </a:extLst>
                </p:cNvPr>
                <p:cNvSpPr/>
                <p:nvPr/>
              </p:nvSpPr>
              <p:spPr>
                <a:xfrm>
                  <a:off x="7268367" y="1666619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2" name="Isosceles Triangle 41">
                  <a:extLst>
                    <a:ext uri="{FF2B5EF4-FFF2-40B4-BE49-F238E27FC236}">
                      <a16:creationId xmlns:a16="http://schemas.microsoft.com/office/drawing/2014/main" id="{5F8FC59C-427E-48DF-BD47-37FDA60EB1B1}"/>
                    </a:ext>
                  </a:extLst>
                </p:cNvPr>
                <p:cNvSpPr/>
                <p:nvPr/>
              </p:nvSpPr>
              <p:spPr>
                <a:xfrm>
                  <a:off x="5490075" y="2715811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3" name="Isosceles Triangle 42">
                  <a:extLst>
                    <a:ext uri="{FF2B5EF4-FFF2-40B4-BE49-F238E27FC236}">
                      <a16:creationId xmlns:a16="http://schemas.microsoft.com/office/drawing/2014/main" id="{1D5270AE-ABA1-4C08-BBFD-F8D888725FF3}"/>
                    </a:ext>
                  </a:extLst>
                </p:cNvPr>
                <p:cNvSpPr/>
                <p:nvPr/>
              </p:nvSpPr>
              <p:spPr>
                <a:xfrm>
                  <a:off x="6675603" y="2715811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4" name="Isosceles Triangle 43">
                  <a:extLst>
                    <a:ext uri="{FF2B5EF4-FFF2-40B4-BE49-F238E27FC236}">
                      <a16:creationId xmlns:a16="http://schemas.microsoft.com/office/drawing/2014/main" id="{C1664261-E45C-4426-A31F-C7AA63EFE6B0}"/>
                    </a:ext>
                  </a:extLst>
                </p:cNvPr>
                <p:cNvSpPr/>
                <p:nvPr/>
              </p:nvSpPr>
              <p:spPr>
                <a:xfrm>
                  <a:off x="7861131" y="2715811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5" name="Isosceles Triangle 44">
                  <a:extLst>
                    <a:ext uri="{FF2B5EF4-FFF2-40B4-BE49-F238E27FC236}">
                      <a16:creationId xmlns:a16="http://schemas.microsoft.com/office/drawing/2014/main" id="{18D27E51-0D74-45AC-B7EF-3C1CFBFCC2F9}"/>
                    </a:ext>
                  </a:extLst>
                </p:cNvPr>
                <p:cNvSpPr/>
                <p:nvPr/>
              </p:nvSpPr>
              <p:spPr>
                <a:xfrm>
                  <a:off x="3119019" y="2715811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6" name="Isosceles Triangle 45">
                  <a:extLst>
                    <a:ext uri="{FF2B5EF4-FFF2-40B4-BE49-F238E27FC236}">
                      <a16:creationId xmlns:a16="http://schemas.microsoft.com/office/drawing/2014/main" id="{34702027-151B-4B3D-B886-2C0443CDBC47}"/>
                    </a:ext>
                  </a:extLst>
                </p:cNvPr>
                <p:cNvSpPr/>
                <p:nvPr/>
              </p:nvSpPr>
              <p:spPr>
                <a:xfrm>
                  <a:off x="4304547" y="2715811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8" name="Isosceles Triangle 47">
                  <a:extLst>
                    <a:ext uri="{FF2B5EF4-FFF2-40B4-BE49-F238E27FC236}">
                      <a16:creationId xmlns:a16="http://schemas.microsoft.com/office/drawing/2014/main" id="{AC52C28C-C48B-4BF2-8EE0-10B909971EFF}"/>
                    </a:ext>
                  </a:extLst>
                </p:cNvPr>
                <p:cNvSpPr/>
                <p:nvPr/>
              </p:nvSpPr>
              <p:spPr>
                <a:xfrm>
                  <a:off x="4897311" y="370112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9" name="Isosceles Triangle 48">
                  <a:extLst>
                    <a:ext uri="{FF2B5EF4-FFF2-40B4-BE49-F238E27FC236}">
                      <a16:creationId xmlns:a16="http://schemas.microsoft.com/office/drawing/2014/main" id="{CBD58552-3F3E-49FF-A272-3FE8ADD5263D}"/>
                    </a:ext>
                  </a:extLst>
                </p:cNvPr>
                <p:cNvSpPr/>
                <p:nvPr/>
              </p:nvSpPr>
              <p:spPr>
                <a:xfrm>
                  <a:off x="6082839" y="370112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0" name="Isosceles Triangle 49">
                  <a:extLst>
                    <a:ext uri="{FF2B5EF4-FFF2-40B4-BE49-F238E27FC236}">
                      <a16:creationId xmlns:a16="http://schemas.microsoft.com/office/drawing/2014/main" id="{778B70C5-C345-451D-BEFE-A713C50E35C6}"/>
                    </a:ext>
                  </a:extLst>
                </p:cNvPr>
                <p:cNvSpPr/>
                <p:nvPr/>
              </p:nvSpPr>
              <p:spPr>
                <a:xfrm>
                  <a:off x="7268367" y="370112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1" name="Isosceles Triangle 50">
                  <a:extLst>
                    <a:ext uri="{FF2B5EF4-FFF2-40B4-BE49-F238E27FC236}">
                      <a16:creationId xmlns:a16="http://schemas.microsoft.com/office/drawing/2014/main" id="{28CA8798-9067-4738-8479-52AB70255485}"/>
                    </a:ext>
                  </a:extLst>
                </p:cNvPr>
                <p:cNvSpPr/>
                <p:nvPr/>
              </p:nvSpPr>
              <p:spPr>
                <a:xfrm>
                  <a:off x="2526255" y="370112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2" name="Isosceles Triangle 51">
                  <a:extLst>
                    <a:ext uri="{FF2B5EF4-FFF2-40B4-BE49-F238E27FC236}">
                      <a16:creationId xmlns:a16="http://schemas.microsoft.com/office/drawing/2014/main" id="{0E8ADBAA-A329-42F3-B267-C92833CE9703}"/>
                    </a:ext>
                  </a:extLst>
                </p:cNvPr>
                <p:cNvSpPr/>
                <p:nvPr/>
              </p:nvSpPr>
              <p:spPr>
                <a:xfrm>
                  <a:off x="3711783" y="370112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3" name="Isosceles Triangle 52">
                  <a:extLst>
                    <a:ext uri="{FF2B5EF4-FFF2-40B4-BE49-F238E27FC236}">
                      <a16:creationId xmlns:a16="http://schemas.microsoft.com/office/drawing/2014/main" id="{B9B9D40C-41A6-4FBC-A1A4-4EA8B8E5A13C}"/>
                    </a:ext>
                  </a:extLst>
                </p:cNvPr>
                <p:cNvSpPr/>
                <p:nvPr/>
              </p:nvSpPr>
              <p:spPr>
                <a:xfrm>
                  <a:off x="8480216" y="370112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4" name="Isosceles Triangle 53">
                  <a:extLst>
                    <a:ext uri="{FF2B5EF4-FFF2-40B4-BE49-F238E27FC236}">
                      <a16:creationId xmlns:a16="http://schemas.microsoft.com/office/drawing/2014/main" id="{0D3C0B66-7DD5-44E2-8FF5-5C7CCE040089}"/>
                    </a:ext>
                  </a:extLst>
                </p:cNvPr>
                <p:cNvSpPr/>
                <p:nvPr/>
              </p:nvSpPr>
              <p:spPr>
                <a:xfrm>
                  <a:off x="4327105" y="469077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5" name="Isosceles Triangle 54">
                  <a:extLst>
                    <a:ext uri="{FF2B5EF4-FFF2-40B4-BE49-F238E27FC236}">
                      <a16:creationId xmlns:a16="http://schemas.microsoft.com/office/drawing/2014/main" id="{E1B7DE77-BAAB-45DD-9271-178FAEAB364E}"/>
                    </a:ext>
                  </a:extLst>
                </p:cNvPr>
                <p:cNvSpPr/>
                <p:nvPr/>
              </p:nvSpPr>
              <p:spPr>
                <a:xfrm>
                  <a:off x="5512631" y="469077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6" name="Isosceles Triangle 55">
                  <a:extLst>
                    <a:ext uri="{FF2B5EF4-FFF2-40B4-BE49-F238E27FC236}">
                      <a16:creationId xmlns:a16="http://schemas.microsoft.com/office/drawing/2014/main" id="{8EDA850B-53AC-477C-AA48-5E94CF5CF9A3}"/>
                    </a:ext>
                  </a:extLst>
                </p:cNvPr>
                <p:cNvSpPr/>
                <p:nvPr/>
              </p:nvSpPr>
              <p:spPr>
                <a:xfrm>
                  <a:off x="6698160" y="469077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8" name="Isosceles Triangle 57">
                  <a:extLst>
                    <a:ext uri="{FF2B5EF4-FFF2-40B4-BE49-F238E27FC236}">
                      <a16:creationId xmlns:a16="http://schemas.microsoft.com/office/drawing/2014/main" id="{A93099B7-E939-44BC-B61F-C0330F497307}"/>
                    </a:ext>
                  </a:extLst>
                </p:cNvPr>
                <p:cNvSpPr/>
                <p:nvPr/>
              </p:nvSpPr>
              <p:spPr>
                <a:xfrm>
                  <a:off x="3141576" y="469077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9" name="Isosceles Triangle 58">
                  <a:extLst>
                    <a:ext uri="{FF2B5EF4-FFF2-40B4-BE49-F238E27FC236}">
                      <a16:creationId xmlns:a16="http://schemas.microsoft.com/office/drawing/2014/main" id="{FAB13713-3578-4BF5-85DF-9AB3BC403F6D}"/>
                    </a:ext>
                  </a:extLst>
                </p:cNvPr>
                <p:cNvSpPr/>
                <p:nvPr/>
              </p:nvSpPr>
              <p:spPr>
                <a:xfrm>
                  <a:off x="7910009" y="4690778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1" name="Isosceles Triangle 60">
                  <a:extLst>
                    <a:ext uri="{FF2B5EF4-FFF2-40B4-BE49-F238E27FC236}">
                      <a16:creationId xmlns:a16="http://schemas.microsoft.com/office/drawing/2014/main" id="{D1DC638A-DB2D-477C-8ABA-582D684C73DA}"/>
                    </a:ext>
                  </a:extLst>
                </p:cNvPr>
                <p:cNvSpPr/>
                <p:nvPr/>
              </p:nvSpPr>
              <p:spPr>
                <a:xfrm>
                  <a:off x="3711785" y="5716260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2" name="Isosceles Triangle 61">
                  <a:extLst>
                    <a:ext uri="{FF2B5EF4-FFF2-40B4-BE49-F238E27FC236}">
                      <a16:creationId xmlns:a16="http://schemas.microsoft.com/office/drawing/2014/main" id="{4ED8AC21-F7BF-469F-B060-5CBA0BF9D5D9}"/>
                    </a:ext>
                  </a:extLst>
                </p:cNvPr>
                <p:cNvSpPr/>
                <p:nvPr/>
              </p:nvSpPr>
              <p:spPr>
                <a:xfrm>
                  <a:off x="4897311" y="5716260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3" name="Isosceles Triangle 62">
                  <a:extLst>
                    <a:ext uri="{FF2B5EF4-FFF2-40B4-BE49-F238E27FC236}">
                      <a16:creationId xmlns:a16="http://schemas.microsoft.com/office/drawing/2014/main" id="{4A968E01-7E21-406E-B90B-E2D0133B4B08}"/>
                    </a:ext>
                  </a:extLst>
                </p:cNvPr>
                <p:cNvSpPr/>
                <p:nvPr/>
              </p:nvSpPr>
              <p:spPr>
                <a:xfrm>
                  <a:off x="6082840" y="5716260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" name="Isosceles Triangle 68">
                  <a:extLst>
                    <a:ext uri="{FF2B5EF4-FFF2-40B4-BE49-F238E27FC236}">
                      <a16:creationId xmlns:a16="http://schemas.microsoft.com/office/drawing/2014/main" id="{64D5BADF-EE9E-477C-80B1-78F9D7872C8F}"/>
                    </a:ext>
                  </a:extLst>
                </p:cNvPr>
                <p:cNvSpPr/>
                <p:nvPr/>
              </p:nvSpPr>
              <p:spPr>
                <a:xfrm>
                  <a:off x="7294688" y="5716260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" name="Isosceles Triangle 69">
                  <a:extLst>
                    <a:ext uri="{FF2B5EF4-FFF2-40B4-BE49-F238E27FC236}">
                      <a16:creationId xmlns:a16="http://schemas.microsoft.com/office/drawing/2014/main" id="{5CF7799E-72AA-4C05-A0B0-C15DCDE2A4F1}"/>
                    </a:ext>
                  </a:extLst>
                </p:cNvPr>
                <p:cNvSpPr/>
                <p:nvPr/>
              </p:nvSpPr>
              <p:spPr>
                <a:xfrm>
                  <a:off x="4304547" y="6745465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" name="Isosceles Triangle 70">
                  <a:extLst>
                    <a:ext uri="{FF2B5EF4-FFF2-40B4-BE49-F238E27FC236}">
                      <a16:creationId xmlns:a16="http://schemas.microsoft.com/office/drawing/2014/main" id="{163CD3AE-1D6B-47E9-9558-C1310635170C}"/>
                    </a:ext>
                  </a:extLst>
                </p:cNvPr>
                <p:cNvSpPr/>
                <p:nvPr/>
              </p:nvSpPr>
              <p:spPr>
                <a:xfrm>
                  <a:off x="5490076" y="6745465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2" name="Isosceles Triangle 71">
                  <a:extLst>
                    <a:ext uri="{FF2B5EF4-FFF2-40B4-BE49-F238E27FC236}">
                      <a16:creationId xmlns:a16="http://schemas.microsoft.com/office/drawing/2014/main" id="{A00BBB23-DB6E-4CE5-B0F6-2015A3035AB8}"/>
                    </a:ext>
                  </a:extLst>
                </p:cNvPr>
                <p:cNvSpPr/>
                <p:nvPr/>
              </p:nvSpPr>
              <p:spPr>
                <a:xfrm>
                  <a:off x="6701924" y="6745465"/>
                  <a:ext cx="1185528" cy="1022007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D3DE480-86D7-44CB-A8A8-4D763450C350}"/>
                  </a:ext>
                </a:extLst>
              </p:cNvPr>
              <p:cNvGrpSpPr/>
              <p:nvPr/>
            </p:nvGrpSpPr>
            <p:grpSpPr>
              <a:xfrm>
                <a:off x="2526255" y="1666619"/>
                <a:ext cx="7139489" cy="6100853"/>
                <a:chOff x="2526255" y="1666619"/>
                <a:chExt cx="7139489" cy="6100853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581F4A09-CFD0-428C-A71F-62810B4D2FB9}"/>
                    </a:ext>
                  </a:extLst>
                </p:cNvPr>
                <p:cNvCxnSpPr>
                  <a:cxnSpLocks/>
                  <a:stCxn id="41" idx="0"/>
                  <a:endCxn id="38" idx="0"/>
                </p:cNvCxnSpPr>
                <p:nvPr/>
              </p:nvCxnSpPr>
              <p:spPr>
                <a:xfrm flipH="1">
                  <a:off x="4304547" y="1666619"/>
                  <a:ext cx="3556584" cy="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46632AF8-9E2E-49FD-865C-E6BE1567E6A8}"/>
                    </a:ext>
                  </a:extLst>
                </p:cNvPr>
                <p:cNvCxnSpPr>
                  <a:cxnSpLocks/>
                  <a:stCxn id="52" idx="0"/>
                  <a:endCxn id="54" idx="0"/>
                </p:cNvCxnSpPr>
                <p:nvPr/>
              </p:nvCxnSpPr>
              <p:spPr>
                <a:xfrm>
                  <a:off x="4304547" y="3701128"/>
                  <a:ext cx="615322" cy="98965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17088112-D8D3-44E1-BA51-A9D817AE4618}"/>
                    </a:ext>
                  </a:extLst>
                </p:cNvPr>
                <p:cNvCxnSpPr>
                  <a:cxnSpLocks/>
                  <a:stCxn id="55" idx="0"/>
                  <a:endCxn id="54" idx="0"/>
                </p:cNvCxnSpPr>
                <p:nvPr/>
              </p:nvCxnSpPr>
              <p:spPr>
                <a:xfrm flipH="1">
                  <a:off x="4919868" y="4690778"/>
                  <a:ext cx="1185526" cy="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F1ECB357-B9FB-4FA6-BEE7-E5FA74CAFE4E}"/>
                    </a:ext>
                  </a:extLst>
                </p:cNvPr>
                <p:cNvCxnSpPr>
                  <a:cxnSpLocks/>
                  <a:stCxn id="52" idx="0"/>
                  <a:endCxn id="46" idx="0"/>
                </p:cNvCxnSpPr>
                <p:nvPr/>
              </p:nvCxnSpPr>
              <p:spPr>
                <a:xfrm flipV="1">
                  <a:off x="4304547" y="2715811"/>
                  <a:ext cx="592764" cy="985317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4873270-24AF-46D6-AF45-8CE51B4DA482}"/>
                    </a:ext>
                  </a:extLst>
                </p:cNvPr>
                <p:cNvCxnSpPr>
                  <a:cxnSpLocks/>
                  <a:endCxn id="41" idx="0"/>
                </p:cNvCxnSpPr>
                <p:nvPr/>
              </p:nvCxnSpPr>
              <p:spPr>
                <a:xfrm flipH="1" flipV="1">
                  <a:off x="7861131" y="1666619"/>
                  <a:ext cx="1800848" cy="3024159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19F161D-66EF-496B-B76E-FA0FF2094532}"/>
                    </a:ext>
                  </a:extLst>
                </p:cNvPr>
                <p:cNvCxnSpPr>
                  <a:cxnSpLocks/>
                  <a:endCxn id="51" idx="2"/>
                </p:cNvCxnSpPr>
                <p:nvPr/>
              </p:nvCxnSpPr>
              <p:spPr>
                <a:xfrm flipH="1">
                  <a:off x="2526255" y="1666619"/>
                  <a:ext cx="1778294" cy="305651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53B36DB9-D4B8-47B9-BED3-E3B81683843A}"/>
                    </a:ext>
                  </a:extLst>
                </p:cNvPr>
                <p:cNvCxnSpPr>
                  <a:cxnSpLocks/>
                  <a:stCxn id="50" idx="0"/>
                  <a:endCxn id="53" idx="0"/>
                </p:cNvCxnSpPr>
                <p:nvPr/>
              </p:nvCxnSpPr>
              <p:spPr>
                <a:xfrm>
                  <a:off x="7861131" y="3701128"/>
                  <a:ext cx="1211849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4F4506BE-1A07-459B-A986-FD6288A5A689}"/>
                    </a:ext>
                  </a:extLst>
                </p:cNvPr>
                <p:cNvCxnSpPr>
                  <a:cxnSpLocks/>
                  <a:stCxn id="70" idx="2"/>
                  <a:endCxn id="51" idx="2"/>
                </p:cNvCxnSpPr>
                <p:nvPr/>
              </p:nvCxnSpPr>
              <p:spPr>
                <a:xfrm flipH="1" flipV="1">
                  <a:off x="2526255" y="4723135"/>
                  <a:ext cx="1778293" cy="3044337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64EBDF4D-5F85-47CA-81D4-A6DD99C70083}"/>
                    </a:ext>
                  </a:extLst>
                </p:cNvPr>
                <p:cNvCxnSpPr>
                  <a:cxnSpLocks/>
                  <a:endCxn id="70" idx="2"/>
                </p:cNvCxnSpPr>
                <p:nvPr/>
              </p:nvCxnSpPr>
              <p:spPr>
                <a:xfrm flipH="1">
                  <a:off x="4304548" y="7767472"/>
                  <a:ext cx="3556583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9B26AB8F-2E2F-49AE-A20A-9C29758EE71F}"/>
                    </a:ext>
                  </a:extLst>
                </p:cNvPr>
                <p:cNvCxnSpPr>
                  <a:cxnSpLocks/>
                  <a:stCxn id="53" idx="4"/>
                  <a:endCxn id="72" idx="4"/>
                </p:cNvCxnSpPr>
                <p:nvPr/>
              </p:nvCxnSpPr>
              <p:spPr>
                <a:xfrm flipH="1">
                  <a:off x="7887453" y="4723135"/>
                  <a:ext cx="1778291" cy="3044337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DBDFD17F-8402-4871-8C70-F8CA22F38872}"/>
                    </a:ext>
                  </a:extLst>
                </p:cNvPr>
                <p:cNvCxnSpPr>
                  <a:cxnSpLocks/>
                  <a:stCxn id="53" idx="2"/>
                  <a:endCxn id="44" idx="2"/>
                </p:cNvCxnSpPr>
                <p:nvPr/>
              </p:nvCxnSpPr>
              <p:spPr>
                <a:xfrm flipH="1" flipV="1">
                  <a:off x="7861131" y="3737818"/>
                  <a:ext cx="619085" cy="985317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F96B4FB4-0C01-4709-83CE-DB7D75653BB2}"/>
                    </a:ext>
                  </a:extLst>
                </p:cNvPr>
                <p:cNvCxnSpPr>
                  <a:cxnSpLocks/>
                  <a:endCxn id="72" idx="0"/>
                </p:cNvCxnSpPr>
                <p:nvPr/>
              </p:nvCxnSpPr>
              <p:spPr>
                <a:xfrm flipH="1">
                  <a:off x="7294689" y="4727467"/>
                  <a:ext cx="1180656" cy="2017998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2ABE663F-F95D-4797-A78A-A1A93C8DDDF4}"/>
                    </a:ext>
                  </a:extLst>
                </p:cNvPr>
                <p:cNvCxnSpPr>
                  <a:cxnSpLocks/>
                  <a:stCxn id="63" idx="2"/>
                  <a:endCxn id="72" idx="2"/>
                </p:cNvCxnSpPr>
                <p:nvPr/>
              </p:nvCxnSpPr>
              <p:spPr>
                <a:xfrm>
                  <a:off x="6082840" y="6738267"/>
                  <a:ext cx="619085" cy="102920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244989A9-EEC4-4BBC-B557-C72EE3DB8629}"/>
                    </a:ext>
                  </a:extLst>
                </p:cNvPr>
                <p:cNvCxnSpPr>
                  <a:cxnSpLocks/>
                  <a:stCxn id="72" idx="0"/>
                  <a:endCxn id="63" idx="2"/>
                </p:cNvCxnSpPr>
                <p:nvPr/>
              </p:nvCxnSpPr>
              <p:spPr>
                <a:xfrm flipH="1" flipV="1">
                  <a:off x="6082840" y="6738267"/>
                  <a:ext cx="1211849" cy="7198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C7C8FB7F-3F8C-4EE0-88D1-998F654E709D}"/>
                    </a:ext>
                  </a:extLst>
                </p:cNvPr>
                <p:cNvCxnSpPr>
                  <a:cxnSpLocks/>
                  <a:stCxn id="69" idx="4"/>
                  <a:endCxn id="59" idx="2"/>
                </p:cNvCxnSpPr>
                <p:nvPr/>
              </p:nvCxnSpPr>
              <p:spPr>
                <a:xfrm flipH="1" flipV="1">
                  <a:off x="7910009" y="5712785"/>
                  <a:ext cx="570208" cy="102548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C74B9CBC-439A-4030-BE8B-FD521D8491E5}"/>
                    </a:ext>
                  </a:extLst>
                </p:cNvPr>
                <p:cNvCxnSpPr>
                  <a:cxnSpLocks/>
                  <a:stCxn id="71" idx="0"/>
                  <a:endCxn id="62" idx="2"/>
                </p:cNvCxnSpPr>
                <p:nvPr/>
              </p:nvCxnSpPr>
              <p:spPr>
                <a:xfrm flipH="1" flipV="1">
                  <a:off x="4897312" y="6738267"/>
                  <a:ext cx="1185528" cy="7198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F24749EF-354B-463E-8058-521D51FB40E9}"/>
                    </a:ext>
                  </a:extLst>
                </p:cNvPr>
                <p:cNvCxnSpPr>
                  <a:cxnSpLocks/>
                  <a:stCxn id="70" idx="0"/>
                  <a:endCxn id="62" idx="0"/>
                </p:cNvCxnSpPr>
                <p:nvPr/>
              </p:nvCxnSpPr>
              <p:spPr>
                <a:xfrm flipV="1">
                  <a:off x="4897312" y="5716260"/>
                  <a:ext cx="592764" cy="102920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EDF68922-5A96-4587-A42B-883CA08B7E42}"/>
                    </a:ext>
                  </a:extLst>
                </p:cNvPr>
                <p:cNvCxnSpPr>
                  <a:cxnSpLocks/>
                  <a:stCxn id="63" idx="0"/>
                  <a:endCxn id="50" idx="0"/>
                </p:cNvCxnSpPr>
                <p:nvPr/>
              </p:nvCxnSpPr>
              <p:spPr>
                <a:xfrm flipV="1">
                  <a:off x="6675604" y="3701128"/>
                  <a:ext cx="1185527" cy="201513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7685F9CF-D325-4CD4-B7EA-1A30BEC7EC89}"/>
                    </a:ext>
                  </a:extLst>
                </p:cNvPr>
                <p:cNvCxnSpPr>
                  <a:cxnSpLocks/>
                  <a:stCxn id="62" idx="0"/>
                  <a:endCxn id="63" idx="0"/>
                </p:cNvCxnSpPr>
                <p:nvPr/>
              </p:nvCxnSpPr>
              <p:spPr>
                <a:xfrm>
                  <a:off x="5490076" y="5716260"/>
                  <a:ext cx="1185528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B66928B8-B8C4-4365-B1BD-B76B8661E406}"/>
                    </a:ext>
                  </a:extLst>
                </p:cNvPr>
                <p:cNvCxnSpPr>
                  <a:cxnSpLocks/>
                  <a:stCxn id="62" idx="0"/>
                  <a:endCxn id="54" idx="0"/>
                </p:cNvCxnSpPr>
                <p:nvPr/>
              </p:nvCxnSpPr>
              <p:spPr>
                <a:xfrm flipH="1" flipV="1">
                  <a:off x="4919869" y="4690778"/>
                  <a:ext cx="570207" cy="102548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5B05FDA8-5C0B-45BA-8E09-0B9D0B1AC2A0}"/>
                    </a:ext>
                  </a:extLst>
                </p:cNvPr>
                <p:cNvCxnSpPr>
                  <a:cxnSpLocks/>
                  <a:stCxn id="43" idx="2"/>
                  <a:endCxn id="55" idx="0"/>
                </p:cNvCxnSpPr>
                <p:nvPr/>
              </p:nvCxnSpPr>
              <p:spPr>
                <a:xfrm flipH="1">
                  <a:off x="6105395" y="3737818"/>
                  <a:ext cx="570208" cy="95296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9F4CF579-E3A0-4003-8834-68837F7ACA96}"/>
                    </a:ext>
                  </a:extLst>
                </p:cNvPr>
                <p:cNvCxnSpPr>
                  <a:cxnSpLocks/>
                  <a:stCxn id="43" idx="2"/>
                  <a:endCxn id="42" idx="0"/>
                </p:cNvCxnSpPr>
                <p:nvPr/>
              </p:nvCxnSpPr>
              <p:spPr>
                <a:xfrm flipH="1" flipV="1">
                  <a:off x="6082839" y="2715811"/>
                  <a:ext cx="592764" cy="1022007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991AA439-C5B0-4889-83ED-B65D60349FDD}"/>
                    </a:ext>
                  </a:extLst>
                </p:cNvPr>
                <p:cNvCxnSpPr>
                  <a:cxnSpLocks/>
                  <a:stCxn id="38" idx="0"/>
                </p:cNvCxnSpPr>
                <p:nvPr/>
              </p:nvCxnSpPr>
              <p:spPr>
                <a:xfrm>
                  <a:off x="4304547" y="1666619"/>
                  <a:ext cx="622730" cy="1031038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346A80F1-FB95-44DB-8759-6CFBAFA688FB}"/>
                    </a:ext>
                  </a:extLst>
                </p:cNvPr>
                <p:cNvCxnSpPr>
                  <a:cxnSpLocks/>
                  <a:stCxn id="40" idx="2"/>
                  <a:endCxn id="46" idx="0"/>
                </p:cNvCxnSpPr>
                <p:nvPr/>
              </p:nvCxnSpPr>
              <p:spPr>
                <a:xfrm flipH="1">
                  <a:off x="4897311" y="2688626"/>
                  <a:ext cx="1185528" cy="2718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B84F0365-DD37-43BE-9931-0A7A9794572D}"/>
                </a:ext>
              </a:extLst>
            </p:cNvPr>
            <p:cNvSpPr/>
            <p:nvPr/>
          </p:nvSpPr>
          <p:spPr>
            <a:xfrm>
              <a:off x="5478184" y="8749055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#2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Pedro PSI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– 17</a:t>
              </a:r>
              <a:r>
                <a:rPr lang="pt-PT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June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2020</a:t>
              </a:r>
              <a:endParaRPr lang="pt-PT" sz="3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i="1" dirty="0"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1C946E6-BF79-4BA5-80F7-A404F5C25B2D}"/>
                </a:ext>
              </a:extLst>
            </p:cNvPr>
            <p:cNvGrpSpPr/>
            <p:nvPr/>
          </p:nvGrpSpPr>
          <p:grpSpPr>
            <a:xfrm>
              <a:off x="4482925" y="1152147"/>
              <a:ext cx="2809511" cy="523220"/>
              <a:chOff x="4482925" y="1075947"/>
              <a:chExt cx="2809511" cy="523220"/>
            </a:xfrm>
          </p:grpSpPr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3D21F7DF-FDC9-47C1-80A2-F4CC6656F8F9}"/>
                  </a:ext>
                </a:extLst>
              </p:cNvPr>
              <p:cNvSpPr txBox="1"/>
              <p:nvPr/>
            </p:nvSpPr>
            <p:spPr>
              <a:xfrm>
                <a:off x="4482925" y="107594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35EC10E6-F743-42FF-AA89-F1A03904B1B3}"/>
                  </a:ext>
                </a:extLst>
              </p:cNvPr>
              <p:cNvSpPr txBox="1"/>
              <p:nvPr/>
            </p:nvSpPr>
            <p:spPr>
              <a:xfrm>
                <a:off x="5639069" y="107594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2DC6614B-CB7F-4E02-8E2F-52BDA091952A}"/>
                  </a:ext>
                </a:extLst>
              </p:cNvPr>
              <p:cNvSpPr txBox="1"/>
              <p:nvPr/>
            </p:nvSpPr>
            <p:spPr>
              <a:xfrm>
                <a:off x="6848084" y="107594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CD825056-83AC-4ADD-882E-8F7C33C2A784}"/>
                </a:ext>
              </a:extLst>
            </p:cNvPr>
            <p:cNvGrpSpPr/>
            <p:nvPr/>
          </p:nvGrpSpPr>
          <p:grpSpPr>
            <a:xfrm>
              <a:off x="8176446" y="1652760"/>
              <a:ext cx="1553278" cy="2531385"/>
              <a:chOff x="2322180" y="5004917"/>
              <a:chExt cx="1553278" cy="2531385"/>
            </a:xfrm>
          </p:grpSpPr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370914CD-253E-4411-920B-3664203DED0C}"/>
                  </a:ext>
                </a:extLst>
              </p:cNvPr>
              <p:cNvSpPr txBox="1"/>
              <p:nvPr/>
            </p:nvSpPr>
            <p:spPr>
              <a:xfrm>
                <a:off x="2322180" y="500491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08488E3-FCBB-475A-A02B-79140B941CBE}"/>
                  </a:ext>
                </a:extLst>
              </p:cNvPr>
              <p:cNvSpPr txBox="1"/>
              <p:nvPr/>
            </p:nvSpPr>
            <p:spPr>
              <a:xfrm>
                <a:off x="2872151" y="5952160"/>
                <a:ext cx="4235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8E832F91-0353-4206-A60C-EB0F6BF0CAE1}"/>
                  </a:ext>
                </a:extLst>
              </p:cNvPr>
              <p:cNvSpPr txBox="1"/>
              <p:nvPr/>
            </p:nvSpPr>
            <p:spPr>
              <a:xfrm>
                <a:off x="3471181" y="7013082"/>
                <a:ext cx="4042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C7D80646-DF09-42D6-948A-46A59DDD98E5}"/>
                </a:ext>
              </a:extLst>
            </p:cNvPr>
            <p:cNvGrpSpPr/>
            <p:nvPr/>
          </p:nvGrpSpPr>
          <p:grpSpPr>
            <a:xfrm>
              <a:off x="4957166" y="1152147"/>
              <a:ext cx="2804851" cy="523220"/>
              <a:chOff x="4487585" y="1075947"/>
              <a:chExt cx="2804851" cy="523220"/>
            </a:xfrm>
          </p:grpSpPr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B40118E2-A0AF-40F5-AF2E-276D94B08BF1}"/>
                  </a:ext>
                </a:extLst>
              </p:cNvPr>
              <p:cNvSpPr txBox="1"/>
              <p:nvPr/>
            </p:nvSpPr>
            <p:spPr>
              <a:xfrm>
                <a:off x="4487585" y="1075947"/>
                <a:ext cx="2840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325BD332-2D2B-4ABF-BA38-0ABB8C0288AC}"/>
                  </a:ext>
                </a:extLst>
              </p:cNvPr>
              <p:cNvSpPr txBox="1"/>
              <p:nvPr/>
            </p:nvSpPr>
            <p:spPr>
              <a:xfrm>
                <a:off x="5639069" y="107594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CD91DDDA-4A75-45D5-94A6-2573592512AC}"/>
                  </a:ext>
                </a:extLst>
              </p:cNvPr>
              <p:cNvSpPr txBox="1"/>
              <p:nvPr/>
            </p:nvSpPr>
            <p:spPr>
              <a:xfrm>
                <a:off x="6828848" y="1075947"/>
                <a:ext cx="4635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DCC33A43-991F-47B8-9F01-EA289AD5FDE3}"/>
                </a:ext>
              </a:extLst>
            </p:cNvPr>
            <p:cNvGrpSpPr/>
            <p:nvPr/>
          </p:nvGrpSpPr>
          <p:grpSpPr>
            <a:xfrm>
              <a:off x="8470618" y="2080014"/>
              <a:ext cx="1474293" cy="2473020"/>
              <a:chOff x="2362255" y="5004917"/>
              <a:chExt cx="1474293" cy="2473020"/>
            </a:xfrm>
          </p:grpSpPr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CD443F1-A393-488D-9A23-56FE7D411F1C}"/>
                  </a:ext>
                </a:extLst>
              </p:cNvPr>
              <p:cNvSpPr txBox="1"/>
              <p:nvPr/>
            </p:nvSpPr>
            <p:spPr>
              <a:xfrm>
                <a:off x="2362255" y="5004917"/>
                <a:ext cx="4042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C06BD675-9B0E-4785-ACE0-D175926230CA}"/>
                  </a:ext>
                </a:extLst>
              </p:cNvPr>
              <p:cNvSpPr txBox="1"/>
              <p:nvPr/>
            </p:nvSpPr>
            <p:spPr>
              <a:xfrm>
                <a:off x="2851313" y="5952160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BB0286DA-41CE-40CB-9CFE-2CDA27889847}"/>
                  </a:ext>
                </a:extLst>
              </p:cNvPr>
              <p:cNvSpPr txBox="1"/>
              <p:nvPr/>
            </p:nvSpPr>
            <p:spPr>
              <a:xfrm>
                <a:off x="3451507" y="6954717"/>
                <a:ext cx="3850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620FFE94-C598-4CC7-A413-88FFBF1C5AB8}"/>
                </a:ext>
              </a:extLst>
            </p:cNvPr>
            <p:cNvGrpSpPr/>
            <p:nvPr/>
          </p:nvGrpSpPr>
          <p:grpSpPr>
            <a:xfrm flipH="1">
              <a:off x="2466532" y="1652760"/>
              <a:ext cx="1564501" cy="2531385"/>
              <a:chOff x="2248440" y="5004917"/>
              <a:chExt cx="1564501" cy="2531385"/>
            </a:xfrm>
          </p:grpSpPr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7181D1DA-57CA-4685-AA7C-3FAED52703D8}"/>
                  </a:ext>
                </a:extLst>
              </p:cNvPr>
              <p:cNvSpPr txBox="1"/>
              <p:nvPr/>
            </p:nvSpPr>
            <p:spPr>
              <a:xfrm>
                <a:off x="2248440" y="500491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48EE584D-88E4-45C5-8A86-F4CD8DDAAF49}"/>
                  </a:ext>
                </a:extLst>
              </p:cNvPr>
              <p:cNvSpPr txBox="1"/>
              <p:nvPr/>
            </p:nvSpPr>
            <p:spPr>
              <a:xfrm>
                <a:off x="2803222" y="5952160"/>
                <a:ext cx="4235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97EA71AB-1D96-4AB1-9C0D-152B466C36C1}"/>
                  </a:ext>
                </a:extLst>
              </p:cNvPr>
              <p:cNvSpPr txBox="1"/>
              <p:nvPr/>
            </p:nvSpPr>
            <p:spPr>
              <a:xfrm>
                <a:off x="3408664" y="7013082"/>
                <a:ext cx="4042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455113AA-6608-4330-B748-F887DB477EF8}"/>
                </a:ext>
              </a:extLst>
            </p:cNvPr>
            <p:cNvGrpSpPr/>
            <p:nvPr/>
          </p:nvGrpSpPr>
          <p:grpSpPr>
            <a:xfrm flipH="1">
              <a:off x="2154288" y="2099469"/>
              <a:ext cx="1583738" cy="2531385"/>
              <a:chOff x="2248440" y="5004917"/>
              <a:chExt cx="1583738" cy="2531385"/>
            </a:xfrm>
          </p:grpSpPr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687B4980-8DA3-45B5-97B8-EE0E482B996D}"/>
                  </a:ext>
                </a:extLst>
              </p:cNvPr>
              <p:cNvSpPr txBox="1"/>
              <p:nvPr/>
            </p:nvSpPr>
            <p:spPr>
              <a:xfrm>
                <a:off x="2248440" y="500491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24037B4B-F223-480A-A458-7034774A753B}"/>
                  </a:ext>
                </a:extLst>
              </p:cNvPr>
              <p:cNvSpPr txBox="1"/>
              <p:nvPr/>
            </p:nvSpPr>
            <p:spPr>
              <a:xfrm>
                <a:off x="2803222" y="5952160"/>
                <a:ext cx="4635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5A99E5C3-047F-4A27-AE9C-A1E1121AAD0E}"/>
                  </a:ext>
                </a:extLst>
              </p:cNvPr>
              <p:cNvSpPr txBox="1"/>
              <p:nvPr/>
            </p:nvSpPr>
            <p:spPr>
              <a:xfrm>
                <a:off x="3408664" y="7013082"/>
                <a:ext cx="4235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BAEEF3DC-FED3-4740-B240-39383F066DD7}"/>
                </a:ext>
              </a:extLst>
            </p:cNvPr>
            <p:cNvGrpSpPr/>
            <p:nvPr/>
          </p:nvGrpSpPr>
          <p:grpSpPr>
            <a:xfrm flipH="1">
              <a:off x="8502447" y="4851147"/>
              <a:ext cx="1561006" cy="2531385"/>
              <a:chOff x="2248440" y="5004917"/>
              <a:chExt cx="1561006" cy="2531385"/>
            </a:xfrm>
          </p:grpSpPr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1D1D49B6-C71E-4069-994F-8D11A1E006BD}"/>
                  </a:ext>
                </a:extLst>
              </p:cNvPr>
              <p:cNvSpPr txBox="1"/>
              <p:nvPr/>
            </p:nvSpPr>
            <p:spPr>
              <a:xfrm>
                <a:off x="2248440" y="5004917"/>
                <a:ext cx="4635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42DF3D07-8354-47DC-8ECB-FFD5FB93F64F}"/>
                  </a:ext>
                </a:extLst>
              </p:cNvPr>
              <p:cNvSpPr txBox="1"/>
              <p:nvPr/>
            </p:nvSpPr>
            <p:spPr>
              <a:xfrm>
                <a:off x="2803222" y="5952160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FFDFABE5-7192-4BD3-B53E-FDCA092372B2}"/>
                  </a:ext>
                </a:extLst>
              </p:cNvPr>
              <p:cNvSpPr txBox="1"/>
              <p:nvPr/>
            </p:nvSpPr>
            <p:spPr>
              <a:xfrm>
                <a:off x="3525394" y="7013082"/>
                <a:ext cx="2840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B4632A2C-42AF-42A6-9BB9-4D6FA8B5E408}"/>
                </a:ext>
              </a:extLst>
            </p:cNvPr>
            <p:cNvGrpSpPr/>
            <p:nvPr/>
          </p:nvGrpSpPr>
          <p:grpSpPr>
            <a:xfrm flipH="1">
              <a:off x="8125795" y="5297856"/>
              <a:ext cx="1644651" cy="2531385"/>
              <a:chOff x="2248440" y="5004917"/>
              <a:chExt cx="1644651" cy="2531385"/>
            </a:xfrm>
          </p:grpSpPr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4D2D1FF1-91C7-4DF7-A2D1-B14DB4510FDC}"/>
                  </a:ext>
                </a:extLst>
              </p:cNvPr>
              <p:cNvSpPr txBox="1"/>
              <p:nvPr/>
            </p:nvSpPr>
            <p:spPr>
              <a:xfrm>
                <a:off x="2248440" y="5004917"/>
                <a:ext cx="4635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5D74EFEF-12FE-46A7-B4B9-65B9B794FAF3}"/>
                  </a:ext>
                </a:extLst>
              </p:cNvPr>
              <p:cNvSpPr txBox="1"/>
              <p:nvPr/>
            </p:nvSpPr>
            <p:spPr>
              <a:xfrm>
                <a:off x="2803222" y="5952160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167FECBA-9FE3-4BE7-8E4C-11F60E9FFE73}"/>
                  </a:ext>
                </a:extLst>
              </p:cNvPr>
              <p:cNvSpPr txBox="1"/>
              <p:nvPr/>
            </p:nvSpPr>
            <p:spPr>
              <a:xfrm>
                <a:off x="3408664" y="7013082"/>
                <a:ext cx="4844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0C7A5B80-7946-49F1-B71C-F5076991D574}"/>
                </a:ext>
              </a:extLst>
            </p:cNvPr>
            <p:cNvGrpSpPr/>
            <p:nvPr/>
          </p:nvGrpSpPr>
          <p:grpSpPr>
            <a:xfrm>
              <a:off x="4523219" y="7746396"/>
              <a:ext cx="2788672" cy="523220"/>
              <a:chOff x="4503764" y="1075947"/>
              <a:chExt cx="2788672" cy="523220"/>
            </a:xfrm>
          </p:grpSpPr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A5CD01CA-2C5B-47E2-A7C6-100DBD3B16E3}"/>
                  </a:ext>
                </a:extLst>
              </p:cNvPr>
              <p:cNvSpPr txBox="1"/>
              <p:nvPr/>
            </p:nvSpPr>
            <p:spPr>
              <a:xfrm>
                <a:off x="4503764" y="1075947"/>
                <a:ext cx="4235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D4D2ADFE-4A48-45EB-BC26-D3609F3FD97D}"/>
                  </a:ext>
                </a:extLst>
              </p:cNvPr>
              <p:cNvSpPr txBox="1"/>
              <p:nvPr/>
            </p:nvSpPr>
            <p:spPr>
              <a:xfrm>
                <a:off x="5619834" y="1075947"/>
                <a:ext cx="4635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A5760563-968E-4FBA-B71A-090059672E31}"/>
                  </a:ext>
                </a:extLst>
              </p:cNvPr>
              <p:cNvSpPr txBox="1"/>
              <p:nvPr/>
            </p:nvSpPr>
            <p:spPr>
              <a:xfrm>
                <a:off x="6848084" y="107594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0D8B087D-8E4C-4E06-9CA8-97DDCB3D6DE3}"/>
                </a:ext>
              </a:extLst>
            </p:cNvPr>
            <p:cNvGrpSpPr/>
            <p:nvPr/>
          </p:nvGrpSpPr>
          <p:grpSpPr>
            <a:xfrm>
              <a:off x="4953671" y="7746396"/>
              <a:ext cx="2769436" cy="523220"/>
              <a:chOff x="4523000" y="1075947"/>
              <a:chExt cx="2769436" cy="523220"/>
            </a:xfrm>
          </p:grpSpPr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E83F6DD2-C48F-4E4B-ADD5-C332601E919E}"/>
                  </a:ext>
                </a:extLst>
              </p:cNvPr>
              <p:cNvSpPr txBox="1"/>
              <p:nvPr/>
            </p:nvSpPr>
            <p:spPr>
              <a:xfrm>
                <a:off x="4523000" y="1075947"/>
                <a:ext cx="4042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8F3CCF33-15D8-4DB4-90A2-29E37419825A}"/>
                  </a:ext>
                </a:extLst>
              </p:cNvPr>
              <p:cNvSpPr txBox="1"/>
              <p:nvPr/>
            </p:nvSpPr>
            <p:spPr>
              <a:xfrm>
                <a:off x="5639069" y="107594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EB402EAC-1ABD-40CB-AF5F-9222B2856AC4}"/>
                  </a:ext>
                </a:extLst>
              </p:cNvPr>
              <p:cNvSpPr txBox="1"/>
              <p:nvPr/>
            </p:nvSpPr>
            <p:spPr>
              <a:xfrm>
                <a:off x="6907395" y="1075947"/>
                <a:ext cx="3850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678AA3B1-7CED-4C82-BF41-0F918D26D311}"/>
                </a:ext>
              </a:extLst>
            </p:cNvPr>
            <p:cNvGrpSpPr/>
            <p:nvPr/>
          </p:nvGrpSpPr>
          <p:grpSpPr>
            <a:xfrm>
              <a:off x="2268365" y="4851147"/>
              <a:ext cx="1548837" cy="2531385"/>
              <a:chOff x="2347828" y="5004917"/>
              <a:chExt cx="1548837" cy="2531385"/>
            </a:xfrm>
          </p:grpSpPr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E77A7C00-AAA1-4EC7-A902-84096875B57D}"/>
                  </a:ext>
                </a:extLst>
              </p:cNvPr>
              <p:cNvSpPr txBox="1"/>
              <p:nvPr/>
            </p:nvSpPr>
            <p:spPr>
              <a:xfrm>
                <a:off x="2347828" y="5004917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89BB29A5-53A5-42DE-B1F9-758AF8644EFE}"/>
                  </a:ext>
                </a:extLst>
              </p:cNvPr>
              <p:cNvSpPr txBox="1"/>
              <p:nvPr/>
            </p:nvSpPr>
            <p:spPr>
              <a:xfrm>
                <a:off x="2876961" y="5952160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A17805B7-22F0-462A-88FC-0756D21E8B51}"/>
                  </a:ext>
                </a:extLst>
              </p:cNvPr>
              <p:cNvSpPr txBox="1"/>
              <p:nvPr/>
            </p:nvSpPr>
            <p:spPr>
              <a:xfrm>
                <a:off x="3452313" y="7013082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93F9979C-D0D2-4122-ADDD-E0183D74C240}"/>
                </a:ext>
              </a:extLst>
            </p:cNvPr>
            <p:cNvGrpSpPr/>
            <p:nvPr/>
          </p:nvGrpSpPr>
          <p:grpSpPr>
            <a:xfrm>
              <a:off x="2497033" y="5278401"/>
              <a:ext cx="1572514" cy="2531385"/>
              <a:chOff x="2302944" y="5004917"/>
              <a:chExt cx="1572514" cy="2531385"/>
            </a:xfrm>
          </p:grpSpPr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238839A5-E7BD-4EC1-86C1-37D08C38245A}"/>
                  </a:ext>
                </a:extLst>
              </p:cNvPr>
              <p:cNvSpPr txBox="1"/>
              <p:nvPr/>
            </p:nvSpPr>
            <p:spPr>
              <a:xfrm>
                <a:off x="2302944" y="5004917"/>
                <a:ext cx="4635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BBD81159-84C3-459B-8B0B-DDFF80F8DDC2}"/>
                  </a:ext>
                </a:extLst>
              </p:cNvPr>
              <p:cNvSpPr txBox="1"/>
              <p:nvPr/>
            </p:nvSpPr>
            <p:spPr>
              <a:xfrm>
                <a:off x="2851313" y="5952160"/>
                <a:ext cx="4443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EA5C35BD-CA45-4A1D-9DFC-63F8EC7BC656}"/>
                  </a:ext>
                </a:extLst>
              </p:cNvPr>
              <p:cNvSpPr txBox="1"/>
              <p:nvPr/>
            </p:nvSpPr>
            <p:spPr>
              <a:xfrm>
                <a:off x="3391031" y="7013082"/>
                <a:ext cx="4844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pt-PT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endParaRPr lang="pt-PT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8680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121</Words>
  <Application>Microsoft Office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39</cp:revision>
  <dcterms:created xsi:type="dcterms:W3CDTF">2020-06-17T11:21:17Z</dcterms:created>
  <dcterms:modified xsi:type="dcterms:W3CDTF">2020-08-25T12:01:21Z</dcterms:modified>
</cp:coreProperties>
</file>