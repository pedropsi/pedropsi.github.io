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66" r:id="rId6"/>
    <p:sldId id="265" r:id="rId7"/>
    <p:sldId id="262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EEDB"/>
    <a:srgbClr val="EBE9A9"/>
    <a:srgbClr val="FFFFF7"/>
    <a:srgbClr val="FFFFCC"/>
    <a:srgbClr val="D7D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2752" y="1192"/>
      </p:cViewPr>
      <p:guideLst>
        <p:guide orient="horz" pos="2137"/>
        <p:guide pos="4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A4DD-4D1A-4DB6-A81D-CA5C329D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268D9-8344-4329-8400-C90136D44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63EF-7686-453C-A9D3-BF54970F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2BB2-E4A3-45D8-BAA2-D7B50F19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9BFB-CB12-46C7-A237-A7843B7C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4893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57FE-E725-4894-A43E-678EDD1C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624E-CD04-4F27-8A0E-ACF3F6374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F6E5A-4C78-467A-B129-AFA5B0E2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62FE-72E9-441C-A4BD-1528367D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AFBF-F706-4A3B-8753-FD50AB09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86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07E1-B5CE-4092-8AAB-EE0BBB7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3961-9F8D-4E26-9F27-AA866AD06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89E53-01D6-4D28-BE4F-AE9A7B81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0320-79C1-4972-AC42-553D3BC0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3244-2ED7-4741-9BA1-FB0A4166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9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766A-9F27-4D5B-8CD0-204A9835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0A07-071A-4944-BF3C-3FF7AE6FA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EE387-3A2B-4B73-96AA-517A9367C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83A69-5445-4376-A642-58CE7B2D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7B3C0-2310-42B8-96C1-7C92309A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EB23A-4223-4F68-BB22-69CB4431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653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5749-C05A-4EFC-80AC-BE83659E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B1B78-AF63-43EC-BD57-A24B40DB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34FA0-080E-4265-9F9F-D8759E56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C551-6541-4867-9BE9-325C5A1E7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FB807-4802-4312-8BBB-B1CF406ED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3000F-0ACC-4B3D-8563-477B43C5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00B72-A425-4F37-859F-1604482E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94E4F-D2DB-4F46-8910-3AE6CC73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952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3D4B-8AF6-43BA-A551-3DE672F0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1E5A2-2011-4608-AF53-A35A382C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EFBA2-6EC4-41CB-B782-73C36C97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F84FB-DF02-481B-8C65-DF8AA51A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0923D-A2BD-4AA9-A83B-8C191820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6C34A-9E6E-45DA-AC49-5ACA95F6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78E8B-639C-489B-B2FD-F8B6C5FA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918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5AB8-176F-4533-A59E-8817D219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3537-FBE8-434A-9A9E-C0A0DA18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5C44D-44FE-443C-9876-3D4B6EE69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5F05-5C69-4417-878B-21CE3265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802B8-21D7-4232-B5B8-96B8D643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1E173-5214-4EA2-A9D8-6DECC2DD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945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12BC-C8C8-4A9E-8793-E001978D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EB7E7-7712-4B22-A1C2-7E74BDAF8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AA2B-F2A8-4B9D-B23F-947CDF13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44866-773B-4451-852D-96B1EF34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71D5-C71F-4246-B351-58E9FAB2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E3F9D-F37A-458E-B91E-74D0470D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513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496-CC00-4E33-A6A9-A8D5043C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7904-1C2E-46D5-B5AE-B7447844A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6E9A-8740-4717-ACDE-E8F1C404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B81A9-BE45-4338-9B80-4C5B72DB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5789B-944B-47F3-8CC4-DF28D4E2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1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B359E-7331-401F-A035-15D26DA47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C0C3C-3C43-4CDD-B5AD-43675D5D9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023C-0083-4F01-AD36-DC7C21CF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0AA1-AE6C-43F9-91A6-1A813C8C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97A7-D2B8-444C-BC68-3F4FC7FB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11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809BC-D2C0-4A3F-968F-7B965001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08487-09BF-426F-904F-00232FA9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B7B5-3891-4F0C-B9E2-FD46832AC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E44-2F0A-4043-A22D-B8F26AE54140}" type="datetimeFigureOut">
              <a:rPr lang="pt-PT" smtClean="0"/>
              <a:t>21/11/2020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BCCE6-22A1-49A7-84A0-DAF8B42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F554-7EB4-4529-AB80-C7A3B45D6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440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951DC4FA-C588-46B2-9117-060E20675428}"/>
              </a:ext>
            </a:extLst>
          </p:cNvPr>
          <p:cNvSpPr/>
          <p:nvPr/>
        </p:nvSpPr>
        <p:spPr>
          <a:xfrm rot="1684111">
            <a:off x="3179449" y="995928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A9081E8F-F08D-4A65-8E84-BAE0920AB2E8}"/>
              </a:ext>
            </a:extLst>
          </p:cNvPr>
          <p:cNvSpPr/>
          <p:nvPr/>
        </p:nvSpPr>
        <p:spPr>
          <a:xfrm rot="1684111">
            <a:off x="4268177" y="2104203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94EA1C83-5C27-4211-98DF-F6C5034A7CF0}"/>
              </a:ext>
            </a:extLst>
          </p:cNvPr>
          <p:cNvSpPr/>
          <p:nvPr/>
        </p:nvSpPr>
        <p:spPr>
          <a:xfrm rot="1684111">
            <a:off x="1641139" y="747655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1F02E702-6E7D-4F50-97C6-B649C5AF2801}"/>
              </a:ext>
            </a:extLst>
          </p:cNvPr>
          <p:cNvSpPr/>
          <p:nvPr/>
        </p:nvSpPr>
        <p:spPr>
          <a:xfrm rot="1684111">
            <a:off x="2410329" y="2409512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1689B999-E6CA-48D7-9FB9-DF54D9AD0807}"/>
              </a:ext>
            </a:extLst>
          </p:cNvPr>
          <p:cNvSpPr/>
          <p:nvPr/>
        </p:nvSpPr>
        <p:spPr>
          <a:xfrm rot="1684111">
            <a:off x="3499057" y="3517787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5" name="Star: 5 Points 84">
            <a:extLst>
              <a:ext uri="{FF2B5EF4-FFF2-40B4-BE49-F238E27FC236}">
                <a16:creationId xmlns:a16="http://schemas.microsoft.com/office/drawing/2014/main" id="{A832E775-B3D0-4D84-807F-B3B346AFFAE8}"/>
              </a:ext>
            </a:extLst>
          </p:cNvPr>
          <p:cNvSpPr/>
          <p:nvPr/>
        </p:nvSpPr>
        <p:spPr>
          <a:xfrm rot="1684111">
            <a:off x="872019" y="216123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07A341D2-0F67-46DB-ACFC-D309E18FB34F}"/>
              </a:ext>
            </a:extLst>
          </p:cNvPr>
          <p:cNvSpPr/>
          <p:nvPr/>
        </p:nvSpPr>
        <p:spPr>
          <a:xfrm rot="1684111">
            <a:off x="3953033" y="-44189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6C6FDE50-503A-4786-9C3A-D50BC20575C1}"/>
              </a:ext>
            </a:extLst>
          </p:cNvPr>
          <p:cNvSpPr/>
          <p:nvPr/>
        </p:nvSpPr>
        <p:spPr>
          <a:xfrm rot="1684111">
            <a:off x="5041761" y="66637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312F3BC5-F2F3-4D53-A964-A6E0D559FE74}"/>
              </a:ext>
            </a:extLst>
          </p:cNvPr>
          <p:cNvSpPr/>
          <p:nvPr/>
        </p:nvSpPr>
        <p:spPr>
          <a:xfrm rot="1684111">
            <a:off x="2414723" y="-69016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9E6C92F4-B362-4D3F-A7F8-8CB3FDD39FCF}"/>
              </a:ext>
            </a:extLst>
          </p:cNvPr>
          <p:cNvSpPr/>
          <p:nvPr/>
        </p:nvSpPr>
        <p:spPr>
          <a:xfrm rot="1684111">
            <a:off x="8435485" y="3725901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BF63C25F-2D4B-48F0-A323-4EFDFD92D19D}"/>
              </a:ext>
            </a:extLst>
          </p:cNvPr>
          <p:cNvSpPr/>
          <p:nvPr/>
        </p:nvSpPr>
        <p:spPr>
          <a:xfrm rot="1684111">
            <a:off x="5808447" y="2369353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70A2ACC8-BD4C-4F76-9705-002FE2B0B001}"/>
              </a:ext>
            </a:extLst>
          </p:cNvPr>
          <p:cNvSpPr/>
          <p:nvPr/>
        </p:nvSpPr>
        <p:spPr>
          <a:xfrm rot="1684111">
            <a:off x="6577637" y="4031210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08B1AFDF-CFE8-4D3B-9425-D81985617162}"/>
              </a:ext>
            </a:extLst>
          </p:cNvPr>
          <p:cNvSpPr/>
          <p:nvPr/>
        </p:nvSpPr>
        <p:spPr>
          <a:xfrm rot="1684111">
            <a:off x="7666365" y="5139485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3" name="Star: 5 Points 102">
            <a:extLst>
              <a:ext uri="{FF2B5EF4-FFF2-40B4-BE49-F238E27FC236}">
                <a16:creationId xmlns:a16="http://schemas.microsoft.com/office/drawing/2014/main" id="{DBC44A82-AE97-4D1B-9C64-4387AB181B45}"/>
              </a:ext>
            </a:extLst>
          </p:cNvPr>
          <p:cNvSpPr/>
          <p:nvPr/>
        </p:nvSpPr>
        <p:spPr>
          <a:xfrm rot="1684111">
            <a:off x="5039327" y="3782937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DE548047-146C-4D34-8C13-DC84EF5F9814}"/>
              </a:ext>
            </a:extLst>
          </p:cNvPr>
          <p:cNvSpPr/>
          <p:nvPr/>
        </p:nvSpPr>
        <p:spPr>
          <a:xfrm rot="1684111">
            <a:off x="8120341" y="1179802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1CEC326D-9282-4E97-85A6-7D7B2AA76159}"/>
              </a:ext>
            </a:extLst>
          </p:cNvPr>
          <p:cNvSpPr/>
          <p:nvPr/>
        </p:nvSpPr>
        <p:spPr>
          <a:xfrm rot="1684111">
            <a:off x="9209069" y="2288077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6" name="Star: 5 Points 105">
            <a:extLst>
              <a:ext uri="{FF2B5EF4-FFF2-40B4-BE49-F238E27FC236}">
                <a16:creationId xmlns:a16="http://schemas.microsoft.com/office/drawing/2014/main" id="{28795865-567C-493D-827E-6DF778018158}"/>
              </a:ext>
            </a:extLst>
          </p:cNvPr>
          <p:cNvSpPr/>
          <p:nvPr/>
        </p:nvSpPr>
        <p:spPr>
          <a:xfrm rot="1684111">
            <a:off x="6582031" y="93152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462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044BC45-2224-4BF1-B363-5E0F74B07845}"/>
              </a:ext>
            </a:extLst>
          </p:cNvPr>
          <p:cNvSpPr/>
          <p:nvPr/>
        </p:nvSpPr>
        <p:spPr>
          <a:xfrm rot="20700000">
            <a:off x="1808495" y="2130989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50EA7CCE-F1CC-4908-AB0E-8AB626C3F971}"/>
              </a:ext>
            </a:extLst>
          </p:cNvPr>
          <p:cNvSpPr/>
          <p:nvPr/>
        </p:nvSpPr>
        <p:spPr>
          <a:xfrm rot="1684111">
            <a:off x="3261415" y="124376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0CEBF270-3A59-43A1-AC3C-AFEFE98EA1D5}"/>
              </a:ext>
            </a:extLst>
          </p:cNvPr>
          <p:cNvSpPr/>
          <p:nvPr/>
        </p:nvSpPr>
        <p:spPr>
          <a:xfrm rot="1684111">
            <a:off x="1304993" y="3541685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3509103E-039F-45FF-A62C-60CEE585313F}"/>
              </a:ext>
            </a:extLst>
          </p:cNvPr>
          <p:cNvSpPr/>
          <p:nvPr/>
        </p:nvSpPr>
        <p:spPr>
          <a:xfrm rot="1684111">
            <a:off x="3020163" y="309427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94E6625E-325A-4C58-8511-A88F275C2171}"/>
              </a:ext>
            </a:extLst>
          </p:cNvPr>
          <p:cNvSpPr/>
          <p:nvPr/>
        </p:nvSpPr>
        <p:spPr>
          <a:xfrm rot="1684111">
            <a:off x="1629112" y="564477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26595037-CE1D-4001-8A14-457513129FE8}"/>
              </a:ext>
            </a:extLst>
          </p:cNvPr>
          <p:cNvSpPr/>
          <p:nvPr/>
        </p:nvSpPr>
        <p:spPr>
          <a:xfrm rot="1684111">
            <a:off x="447408" y="195580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F13808B4-83B6-4B39-B1C5-35B15348AE6D}"/>
              </a:ext>
            </a:extLst>
          </p:cNvPr>
          <p:cNvSpPr/>
          <p:nvPr/>
        </p:nvSpPr>
        <p:spPr>
          <a:xfrm rot="20030463">
            <a:off x="12732789" y="853311"/>
            <a:ext cx="1324453" cy="1324453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64D5BA61-C78B-4F06-8B93-13A98A9F3FA3}"/>
              </a:ext>
            </a:extLst>
          </p:cNvPr>
          <p:cNvSpPr/>
          <p:nvPr/>
        </p:nvSpPr>
        <p:spPr>
          <a:xfrm rot="333553">
            <a:off x="13408905" y="2066005"/>
            <a:ext cx="1324453" cy="1324453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1C953B1D-70FE-49F3-98AD-6E1C50A67B88}"/>
              </a:ext>
            </a:extLst>
          </p:cNvPr>
          <p:cNvSpPr/>
          <p:nvPr/>
        </p:nvSpPr>
        <p:spPr>
          <a:xfrm rot="18900000">
            <a:off x="13316595" y="1276697"/>
            <a:ext cx="1324453" cy="1324453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BB825462-D8DC-4DC9-868A-FDE8E0A0B104}"/>
              </a:ext>
            </a:extLst>
          </p:cNvPr>
          <p:cNvSpPr/>
          <p:nvPr/>
        </p:nvSpPr>
        <p:spPr>
          <a:xfrm rot="20700000">
            <a:off x="13723950" y="500316"/>
            <a:ext cx="1324453" cy="1324453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1DB83394-B278-43B8-A507-C23AF054DF57}"/>
              </a:ext>
            </a:extLst>
          </p:cNvPr>
          <p:cNvSpPr/>
          <p:nvPr/>
        </p:nvSpPr>
        <p:spPr>
          <a:xfrm>
            <a:off x="14191452" y="1459869"/>
            <a:ext cx="1324453" cy="1324453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0DCA474-A629-48EC-A660-21F1A67334DD}"/>
              </a:ext>
            </a:extLst>
          </p:cNvPr>
          <p:cNvGrpSpPr/>
          <p:nvPr/>
        </p:nvGrpSpPr>
        <p:grpSpPr>
          <a:xfrm>
            <a:off x="4884959" y="2041211"/>
            <a:ext cx="2710132" cy="3326004"/>
            <a:chOff x="6776210" y="-852480"/>
            <a:chExt cx="4491944" cy="5512730"/>
          </a:xfrm>
        </p:grpSpPr>
        <p:sp>
          <p:nvSpPr>
            <p:cNvPr id="38" name="Star: 5 Points 37">
              <a:extLst>
                <a:ext uri="{FF2B5EF4-FFF2-40B4-BE49-F238E27FC236}">
                  <a16:creationId xmlns:a16="http://schemas.microsoft.com/office/drawing/2014/main" id="{96400EDA-7EFE-405B-92E5-C8E2FAA4CA6A}"/>
                </a:ext>
              </a:extLst>
            </p:cNvPr>
            <p:cNvSpPr/>
            <p:nvPr/>
          </p:nvSpPr>
          <p:spPr>
            <a:xfrm rot="20700000">
              <a:off x="7279712" y="714032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Star: 5 Points 38">
              <a:extLst>
                <a:ext uri="{FF2B5EF4-FFF2-40B4-BE49-F238E27FC236}">
                  <a16:creationId xmlns:a16="http://schemas.microsoft.com/office/drawing/2014/main" id="{909E9F5F-C4C7-466D-9BD6-A8B1D618F646}"/>
                </a:ext>
              </a:extLst>
            </p:cNvPr>
            <p:cNvSpPr/>
            <p:nvPr/>
          </p:nvSpPr>
          <p:spPr>
            <a:xfrm rot="1684111">
              <a:off x="8732632" y="-17318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Star: 5 Points 39">
              <a:extLst>
                <a:ext uri="{FF2B5EF4-FFF2-40B4-BE49-F238E27FC236}">
                  <a16:creationId xmlns:a16="http://schemas.microsoft.com/office/drawing/2014/main" id="{F10D3654-1B14-4A1C-8775-D43920365C15}"/>
                </a:ext>
              </a:extLst>
            </p:cNvPr>
            <p:cNvSpPr/>
            <p:nvPr/>
          </p:nvSpPr>
          <p:spPr>
            <a:xfrm rot="1684111">
              <a:off x="6776210" y="212472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Star: 5 Points 40">
              <a:extLst>
                <a:ext uri="{FF2B5EF4-FFF2-40B4-BE49-F238E27FC236}">
                  <a16:creationId xmlns:a16="http://schemas.microsoft.com/office/drawing/2014/main" id="{733594C3-36D3-45A5-92B4-4CA209EC6D77}"/>
                </a:ext>
              </a:extLst>
            </p:cNvPr>
            <p:cNvSpPr/>
            <p:nvPr/>
          </p:nvSpPr>
          <p:spPr>
            <a:xfrm rot="1684111">
              <a:off x="8491380" y="1677319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D47B611A-5DC1-425B-BFF9-D95F4966E060}"/>
                </a:ext>
              </a:extLst>
            </p:cNvPr>
            <p:cNvSpPr/>
            <p:nvPr/>
          </p:nvSpPr>
          <p:spPr>
            <a:xfrm rot="1684111">
              <a:off x="7100329" y="-852480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19FFB2-2450-45EE-9BE0-663F56816BF1}"/>
              </a:ext>
            </a:extLst>
          </p:cNvPr>
          <p:cNvGrpSpPr/>
          <p:nvPr/>
        </p:nvGrpSpPr>
        <p:grpSpPr>
          <a:xfrm>
            <a:off x="7041930" y="3019659"/>
            <a:ext cx="1544309" cy="1895250"/>
            <a:chOff x="6776210" y="-852480"/>
            <a:chExt cx="4491944" cy="5512730"/>
          </a:xfrm>
        </p:grpSpPr>
        <p:sp>
          <p:nvSpPr>
            <p:cNvPr id="52" name="Star: 5 Points 51">
              <a:extLst>
                <a:ext uri="{FF2B5EF4-FFF2-40B4-BE49-F238E27FC236}">
                  <a16:creationId xmlns:a16="http://schemas.microsoft.com/office/drawing/2014/main" id="{FFD77A44-940F-40E9-9973-0E0A516B4E28}"/>
                </a:ext>
              </a:extLst>
            </p:cNvPr>
            <p:cNvSpPr/>
            <p:nvPr/>
          </p:nvSpPr>
          <p:spPr>
            <a:xfrm rot="20700000">
              <a:off x="7279712" y="714032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Star: 5 Points 52">
              <a:extLst>
                <a:ext uri="{FF2B5EF4-FFF2-40B4-BE49-F238E27FC236}">
                  <a16:creationId xmlns:a16="http://schemas.microsoft.com/office/drawing/2014/main" id="{71C8323A-B7C2-4D67-B3DE-CED5035B8E87}"/>
                </a:ext>
              </a:extLst>
            </p:cNvPr>
            <p:cNvSpPr/>
            <p:nvPr/>
          </p:nvSpPr>
          <p:spPr>
            <a:xfrm rot="1684111">
              <a:off x="8732632" y="-17318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Star: 5 Points 53">
              <a:extLst>
                <a:ext uri="{FF2B5EF4-FFF2-40B4-BE49-F238E27FC236}">
                  <a16:creationId xmlns:a16="http://schemas.microsoft.com/office/drawing/2014/main" id="{E104A74E-02A0-46D1-A4C6-339EDC30A798}"/>
                </a:ext>
              </a:extLst>
            </p:cNvPr>
            <p:cNvSpPr/>
            <p:nvPr/>
          </p:nvSpPr>
          <p:spPr>
            <a:xfrm rot="1684111">
              <a:off x="6776210" y="212472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Star: 5 Points 54">
              <a:extLst>
                <a:ext uri="{FF2B5EF4-FFF2-40B4-BE49-F238E27FC236}">
                  <a16:creationId xmlns:a16="http://schemas.microsoft.com/office/drawing/2014/main" id="{5BB80E0B-CE6F-46F7-A3B1-A8416AD52A66}"/>
                </a:ext>
              </a:extLst>
            </p:cNvPr>
            <p:cNvSpPr/>
            <p:nvPr/>
          </p:nvSpPr>
          <p:spPr>
            <a:xfrm rot="1684111">
              <a:off x="8491380" y="1677319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6" name="Star: 5 Points 55">
              <a:extLst>
                <a:ext uri="{FF2B5EF4-FFF2-40B4-BE49-F238E27FC236}">
                  <a16:creationId xmlns:a16="http://schemas.microsoft.com/office/drawing/2014/main" id="{EC30A690-F752-4375-B8C4-988D5505A71E}"/>
                </a:ext>
              </a:extLst>
            </p:cNvPr>
            <p:cNvSpPr/>
            <p:nvPr/>
          </p:nvSpPr>
          <p:spPr>
            <a:xfrm rot="1684111">
              <a:off x="7100329" y="-852480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3438AAF-12FA-4957-9E79-980322DB5580}"/>
              </a:ext>
            </a:extLst>
          </p:cNvPr>
          <p:cNvGrpSpPr/>
          <p:nvPr/>
        </p:nvGrpSpPr>
        <p:grpSpPr>
          <a:xfrm>
            <a:off x="8306644" y="3602454"/>
            <a:ext cx="828610" cy="1016910"/>
            <a:chOff x="6776210" y="-852480"/>
            <a:chExt cx="4491944" cy="5512730"/>
          </a:xfrm>
        </p:grpSpPr>
        <p:sp>
          <p:nvSpPr>
            <p:cNvPr id="58" name="Star: 5 Points 57">
              <a:extLst>
                <a:ext uri="{FF2B5EF4-FFF2-40B4-BE49-F238E27FC236}">
                  <a16:creationId xmlns:a16="http://schemas.microsoft.com/office/drawing/2014/main" id="{64DEAD55-B12C-41E2-9764-CA5B7B505C01}"/>
                </a:ext>
              </a:extLst>
            </p:cNvPr>
            <p:cNvSpPr/>
            <p:nvPr/>
          </p:nvSpPr>
          <p:spPr>
            <a:xfrm rot="20700000">
              <a:off x="7279712" y="714032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" name="Star: 5 Points 58">
              <a:extLst>
                <a:ext uri="{FF2B5EF4-FFF2-40B4-BE49-F238E27FC236}">
                  <a16:creationId xmlns:a16="http://schemas.microsoft.com/office/drawing/2014/main" id="{55A5F8C1-5224-4204-AE35-94A80608366A}"/>
                </a:ext>
              </a:extLst>
            </p:cNvPr>
            <p:cNvSpPr/>
            <p:nvPr/>
          </p:nvSpPr>
          <p:spPr>
            <a:xfrm rot="1684111">
              <a:off x="8732632" y="-17318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Star: 5 Points 59">
              <a:extLst>
                <a:ext uri="{FF2B5EF4-FFF2-40B4-BE49-F238E27FC236}">
                  <a16:creationId xmlns:a16="http://schemas.microsoft.com/office/drawing/2014/main" id="{E43E18D2-C148-44F0-BD54-5D3C2D0DC2AD}"/>
                </a:ext>
              </a:extLst>
            </p:cNvPr>
            <p:cNvSpPr/>
            <p:nvPr/>
          </p:nvSpPr>
          <p:spPr>
            <a:xfrm rot="1684111">
              <a:off x="6776210" y="212472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Star: 5 Points 60">
              <a:extLst>
                <a:ext uri="{FF2B5EF4-FFF2-40B4-BE49-F238E27FC236}">
                  <a16:creationId xmlns:a16="http://schemas.microsoft.com/office/drawing/2014/main" id="{18824FB7-09C2-4DFB-BF77-59A623A8CDE7}"/>
                </a:ext>
              </a:extLst>
            </p:cNvPr>
            <p:cNvSpPr/>
            <p:nvPr/>
          </p:nvSpPr>
          <p:spPr>
            <a:xfrm rot="1684111">
              <a:off x="8491380" y="1677319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Star: 5 Points 61">
              <a:extLst>
                <a:ext uri="{FF2B5EF4-FFF2-40B4-BE49-F238E27FC236}">
                  <a16:creationId xmlns:a16="http://schemas.microsoft.com/office/drawing/2014/main" id="{F2B146B6-2F74-4F39-B575-C3E8C84329E9}"/>
                </a:ext>
              </a:extLst>
            </p:cNvPr>
            <p:cNvSpPr/>
            <p:nvPr/>
          </p:nvSpPr>
          <p:spPr>
            <a:xfrm rot="1684111">
              <a:off x="7100329" y="-852480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D305E2B-B44F-436B-B4AE-01B03B89C8BF}"/>
              </a:ext>
            </a:extLst>
          </p:cNvPr>
          <p:cNvGrpSpPr/>
          <p:nvPr/>
        </p:nvGrpSpPr>
        <p:grpSpPr>
          <a:xfrm>
            <a:off x="8970318" y="3889392"/>
            <a:ext cx="475806" cy="583932"/>
            <a:chOff x="6776210" y="-852480"/>
            <a:chExt cx="4491944" cy="5512730"/>
          </a:xfrm>
        </p:grpSpPr>
        <p:sp>
          <p:nvSpPr>
            <p:cNvPr id="64" name="Star: 5 Points 63">
              <a:extLst>
                <a:ext uri="{FF2B5EF4-FFF2-40B4-BE49-F238E27FC236}">
                  <a16:creationId xmlns:a16="http://schemas.microsoft.com/office/drawing/2014/main" id="{44BC6AEA-FC4D-4D35-8A09-B474F67B2B55}"/>
                </a:ext>
              </a:extLst>
            </p:cNvPr>
            <p:cNvSpPr/>
            <p:nvPr/>
          </p:nvSpPr>
          <p:spPr>
            <a:xfrm rot="20700000">
              <a:off x="7279712" y="714032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Star: 5 Points 64">
              <a:extLst>
                <a:ext uri="{FF2B5EF4-FFF2-40B4-BE49-F238E27FC236}">
                  <a16:creationId xmlns:a16="http://schemas.microsoft.com/office/drawing/2014/main" id="{22A040FC-0F9B-4AD9-A696-82DBD9BB705D}"/>
                </a:ext>
              </a:extLst>
            </p:cNvPr>
            <p:cNvSpPr/>
            <p:nvPr/>
          </p:nvSpPr>
          <p:spPr>
            <a:xfrm rot="1684111">
              <a:off x="8732632" y="-17318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Star: 5 Points 65">
              <a:extLst>
                <a:ext uri="{FF2B5EF4-FFF2-40B4-BE49-F238E27FC236}">
                  <a16:creationId xmlns:a16="http://schemas.microsoft.com/office/drawing/2014/main" id="{D8A52053-95BC-4179-AD15-A01092563DAB}"/>
                </a:ext>
              </a:extLst>
            </p:cNvPr>
            <p:cNvSpPr/>
            <p:nvPr/>
          </p:nvSpPr>
          <p:spPr>
            <a:xfrm rot="1684111">
              <a:off x="6776210" y="2124728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Star: 5 Points 66">
              <a:extLst>
                <a:ext uri="{FF2B5EF4-FFF2-40B4-BE49-F238E27FC236}">
                  <a16:creationId xmlns:a16="http://schemas.microsoft.com/office/drawing/2014/main" id="{4D5383B9-AC67-498C-8175-3B6E3821D10B}"/>
                </a:ext>
              </a:extLst>
            </p:cNvPr>
            <p:cNvSpPr/>
            <p:nvPr/>
          </p:nvSpPr>
          <p:spPr>
            <a:xfrm rot="1684111">
              <a:off x="8491380" y="1677319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Star: 5 Points 67">
              <a:extLst>
                <a:ext uri="{FF2B5EF4-FFF2-40B4-BE49-F238E27FC236}">
                  <a16:creationId xmlns:a16="http://schemas.microsoft.com/office/drawing/2014/main" id="{2C531E9B-1257-4917-BF53-28B666D165F7}"/>
                </a:ext>
              </a:extLst>
            </p:cNvPr>
            <p:cNvSpPr/>
            <p:nvPr/>
          </p:nvSpPr>
          <p:spPr>
            <a:xfrm rot="1684111">
              <a:off x="7100329" y="-852480"/>
              <a:ext cx="2535522" cy="2535522"/>
            </a:xfrm>
            <a:prstGeom prst="star5">
              <a:avLst>
                <a:gd name="adj" fmla="val 18097"/>
                <a:gd name="hf" fmla="val 105146"/>
                <a:gd name="vf" fmla="val 110557"/>
              </a:avLst>
            </a:prstGeom>
            <a:noFill/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65AA6961-6704-4B4E-804D-C0373C4E3DB7}"/>
              </a:ext>
            </a:extLst>
          </p:cNvPr>
          <p:cNvSpPr/>
          <p:nvPr/>
        </p:nvSpPr>
        <p:spPr>
          <a:xfrm>
            <a:off x="9601200" y="4184194"/>
            <a:ext cx="93117" cy="93117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EB32A6C-9514-4D2B-A104-39CE9D13A2A9}"/>
              </a:ext>
            </a:extLst>
          </p:cNvPr>
          <p:cNvSpPr/>
          <p:nvPr/>
        </p:nvSpPr>
        <p:spPr>
          <a:xfrm>
            <a:off x="9780004" y="4184194"/>
            <a:ext cx="93117" cy="93117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D8BF091-932F-4D66-A3E0-30AA4187A3E1}"/>
              </a:ext>
            </a:extLst>
          </p:cNvPr>
          <p:cNvSpPr/>
          <p:nvPr/>
        </p:nvSpPr>
        <p:spPr>
          <a:xfrm>
            <a:off x="9952257" y="4184194"/>
            <a:ext cx="93117" cy="93117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D5D2FA67-6330-488C-8018-62C05E88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867" y="-2993172"/>
            <a:ext cx="6718645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85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044BC45-2224-4BF1-B363-5E0F74B07845}"/>
              </a:ext>
            </a:extLst>
          </p:cNvPr>
          <p:cNvSpPr/>
          <p:nvPr/>
        </p:nvSpPr>
        <p:spPr>
          <a:xfrm rot="20700000">
            <a:off x="1808495" y="2130989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50EA7CCE-F1CC-4908-AB0E-8AB626C3F971}"/>
              </a:ext>
            </a:extLst>
          </p:cNvPr>
          <p:cNvSpPr/>
          <p:nvPr/>
        </p:nvSpPr>
        <p:spPr>
          <a:xfrm rot="1684111">
            <a:off x="3261415" y="124376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0CEBF270-3A59-43A1-AC3C-AFEFE98EA1D5}"/>
              </a:ext>
            </a:extLst>
          </p:cNvPr>
          <p:cNvSpPr/>
          <p:nvPr/>
        </p:nvSpPr>
        <p:spPr>
          <a:xfrm rot="1684111">
            <a:off x="1304993" y="3541685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3509103E-039F-45FF-A62C-60CEE585313F}"/>
              </a:ext>
            </a:extLst>
          </p:cNvPr>
          <p:cNvSpPr/>
          <p:nvPr/>
        </p:nvSpPr>
        <p:spPr>
          <a:xfrm rot="1684111">
            <a:off x="3020163" y="309427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94E6625E-325A-4C58-8511-A88F275C2171}"/>
              </a:ext>
            </a:extLst>
          </p:cNvPr>
          <p:cNvSpPr/>
          <p:nvPr/>
        </p:nvSpPr>
        <p:spPr>
          <a:xfrm rot="1684111">
            <a:off x="1629112" y="564477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26595037-CE1D-4001-8A14-457513129FE8}"/>
              </a:ext>
            </a:extLst>
          </p:cNvPr>
          <p:cNvSpPr/>
          <p:nvPr/>
        </p:nvSpPr>
        <p:spPr>
          <a:xfrm rot="1684111">
            <a:off x="447408" y="195580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5" name="Star: 4 Points 94">
            <a:extLst>
              <a:ext uri="{FF2B5EF4-FFF2-40B4-BE49-F238E27FC236}">
                <a16:creationId xmlns:a16="http://schemas.microsoft.com/office/drawing/2014/main" id="{130C92F9-22F5-495D-9DF6-6F95790CA5C2}"/>
              </a:ext>
            </a:extLst>
          </p:cNvPr>
          <p:cNvSpPr/>
          <p:nvPr/>
        </p:nvSpPr>
        <p:spPr>
          <a:xfrm>
            <a:off x="4128219" y="3905070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6" name="Star: 4 Points 95">
            <a:extLst>
              <a:ext uri="{FF2B5EF4-FFF2-40B4-BE49-F238E27FC236}">
                <a16:creationId xmlns:a16="http://schemas.microsoft.com/office/drawing/2014/main" id="{711567E4-5A34-400C-90A3-957CEF9FED33}"/>
              </a:ext>
            </a:extLst>
          </p:cNvPr>
          <p:cNvSpPr/>
          <p:nvPr/>
        </p:nvSpPr>
        <p:spPr>
          <a:xfrm>
            <a:off x="2128636" y="-3914469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4" name="Star: 4 Points 113">
            <a:extLst>
              <a:ext uri="{FF2B5EF4-FFF2-40B4-BE49-F238E27FC236}">
                <a16:creationId xmlns:a16="http://schemas.microsoft.com/office/drawing/2014/main" id="{1761D03F-39BC-4AA6-95F2-A607ADF6914D}"/>
              </a:ext>
            </a:extLst>
          </p:cNvPr>
          <p:cNvSpPr/>
          <p:nvPr/>
        </p:nvSpPr>
        <p:spPr>
          <a:xfrm>
            <a:off x="2128636" y="2602679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5" name="Star: 4 Points 114">
            <a:extLst>
              <a:ext uri="{FF2B5EF4-FFF2-40B4-BE49-F238E27FC236}">
                <a16:creationId xmlns:a16="http://schemas.microsoft.com/office/drawing/2014/main" id="{2710B3C0-DB31-48EC-9152-95A3B3EA5DA6}"/>
              </a:ext>
            </a:extLst>
          </p:cNvPr>
          <p:cNvSpPr/>
          <p:nvPr/>
        </p:nvSpPr>
        <p:spPr>
          <a:xfrm>
            <a:off x="-4261383" y="-3914469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6" name="Star: 4 Points 115">
            <a:extLst>
              <a:ext uri="{FF2B5EF4-FFF2-40B4-BE49-F238E27FC236}">
                <a16:creationId xmlns:a16="http://schemas.microsoft.com/office/drawing/2014/main" id="{1F6BBA58-82C3-4B10-B026-34C161FFEF4A}"/>
              </a:ext>
            </a:extLst>
          </p:cNvPr>
          <p:cNvSpPr/>
          <p:nvPr/>
        </p:nvSpPr>
        <p:spPr>
          <a:xfrm>
            <a:off x="-4240376" y="2621103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7" name="Star: 4 Points 116">
            <a:extLst>
              <a:ext uri="{FF2B5EF4-FFF2-40B4-BE49-F238E27FC236}">
                <a16:creationId xmlns:a16="http://schemas.microsoft.com/office/drawing/2014/main" id="{12A568C2-A9AC-4DF3-B768-89040B28706A}"/>
              </a:ext>
            </a:extLst>
          </p:cNvPr>
          <p:cNvSpPr/>
          <p:nvPr/>
        </p:nvSpPr>
        <p:spPr>
          <a:xfrm>
            <a:off x="-402165" y="-109392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8" name="Star: 4 Points 117">
            <a:extLst>
              <a:ext uri="{FF2B5EF4-FFF2-40B4-BE49-F238E27FC236}">
                <a16:creationId xmlns:a16="http://schemas.microsoft.com/office/drawing/2014/main" id="{C83A63C6-708D-4524-9FEB-90AA09064B04}"/>
              </a:ext>
            </a:extLst>
          </p:cNvPr>
          <p:cNvSpPr/>
          <p:nvPr/>
        </p:nvSpPr>
        <p:spPr>
          <a:xfrm>
            <a:off x="-1412275" y="-1071749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9" name="Star: 4 Points 118">
            <a:extLst>
              <a:ext uri="{FF2B5EF4-FFF2-40B4-BE49-F238E27FC236}">
                <a16:creationId xmlns:a16="http://schemas.microsoft.com/office/drawing/2014/main" id="{246B2AC3-2D1B-4ED8-8628-30F4C3485315}"/>
              </a:ext>
            </a:extLst>
          </p:cNvPr>
          <p:cNvSpPr/>
          <p:nvPr/>
        </p:nvSpPr>
        <p:spPr>
          <a:xfrm>
            <a:off x="639716" y="5059519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8479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0AD45CF-13B6-48D3-A85F-118F872D4237}"/>
              </a:ext>
            </a:extLst>
          </p:cNvPr>
          <p:cNvGrpSpPr/>
          <p:nvPr/>
        </p:nvGrpSpPr>
        <p:grpSpPr>
          <a:xfrm rot="19800000">
            <a:off x="4497534" y="1995420"/>
            <a:ext cx="4159944" cy="4199400"/>
            <a:chOff x="6108339" y="259184"/>
            <a:chExt cx="4159944" cy="4199400"/>
          </a:xfrm>
        </p:grpSpPr>
        <p:sp>
          <p:nvSpPr>
            <p:cNvPr id="38" name="Star: 5 Points 37">
              <a:extLst>
                <a:ext uri="{FF2B5EF4-FFF2-40B4-BE49-F238E27FC236}">
                  <a16:creationId xmlns:a16="http://schemas.microsoft.com/office/drawing/2014/main" id="{A4F7C66D-F104-4596-8DC7-937F515BAF27}"/>
                </a:ext>
              </a:extLst>
            </p:cNvPr>
            <p:cNvSpPr/>
            <p:nvPr/>
          </p:nvSpPr>
          <p:spPr>
            <a:xfrm rot="1684111">
              <a:off x="6108339" y="984451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Star: 5 Points 38">
              <a:extLst>
                <a:ext uri="{FF2B5EF4-FFF2-40B4-BE49-F238E27FC236}">
                  <a16:creationId xmlns:a16="http://schemas.microsoft.com/office/drawing/2014/main" id="{3666304B-1192-4552-962F-47558D602063}"/>
                </a:ext>
              </a:extLst>
            </p:cNvPr>
            <p:cNvSpPr/>
            <p:nvPr/>
          </p:nvSpPr>
          <p:spPr>
            <a:xfrm rot="1684111">
              <a:off x="6540733" y="1923062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Star: 5 Points 39">
              <a:extLst>
                <a:ext uri="{FF2B5EF4-FFF2-40B4-BE49-F238E27FC236}">
                  <a16:creationId xmlns:a16="http://schemas.microsoft.com/office/drawing/2014/main" id="{1159B2AB-8080-4C6B-B562-63370EAF9B94}"/>
                </a:ext>
              </a:extLst>
            </p:cNvPr>
            <p:cNvSpPr/>
            <p:nvPr/>
          </p:nvSpPr>
          <p:spPr>
            <a:xfrm rot="1684111">
              <a:off x="7732761" y="718828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Star: 5 Points 40">
              <a:extLst>
                <a:ext uri="{FF2B5EF4-FFF2-40B4-BE49-F238E27FC236}">
                  <a16:creationId xmlns:a16="http://schemas.microsoft.com/office/drawing/2014/main" id="{11CCC16F-6F8E-4440-B487-9D9FE10E3768}"/>
                </a:ext>
              </a:extLst>
            </p:cNvPr>
            <p:cNvSpPr/>
            <p:nvPr/>
          </p:nvSpPr>
          <p:spPr>
            <a:xfrm rot="1684111">
              <a:off x="7536900" y="1744400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B6F172F7-B5A9-4746-94D6-EE2CFEA2F7F1}"/>
                </a:ext>
              </a:extLst>
            </p:cNvPr>
            <p:cNvSpPr/>
            <p:nvPr/>
          </p:nvSpPr>
          <p:spPr>
            <a:xfrm rot="1684111">
              <a:off x="6846980" y="259184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ADD4DE-5CDB-4B20-B2BE-42D006F10AD3}"/>
              </a:ext>
            </a:extLst>
          </p:cNvPr>
          <p:cNvGrpSpPr/>
          <p:nvPr/>
        </p:nvGrpSpPr>
        <p:grpSpPr>
          <a:xfrm rot="19800000">
            <a:off x="3934430" y="394825"/>
            <a:ext cx="4159944" cy="4199400"/>
            <a:chOff x="6108339" y="259184"/>
            <a:chExt cx="4159944" cy="4199400"/>
          </a:xfrm>
        </p:grpSpPr>
        <p:sp>
          <p:nvSpPr>
            <p:cNvPr id="44" name="Star: 5 Points 43">
              <a:extLst>
                <a:ext uri="{FF2B5EF4-FFF2-40B4-BE49-F238E27FC236}">
                  <a16:creationId xmlns:a16="http://schemas.microsoft.com/office/drawing/2014/main" id="{5ABE36EB-1F21-4FB7-9363-2866ED49FBB3}"/>
                </a:ext>
              </a:extLst>
            </p:cNvPr>
            <p:cNvSpPr/>
            <p:nvPr/>
          </p:nvSpPr>
          <p:spPr>
            <a:xfrm rot="1684111">
              <a:off x="6108339" y="984451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" name="Star: 5 Points 44">
              <a:extLst>
                <a:ext uri="{FF2B5EF4-FFF2-40B4-BE49-F238E27FC236}">
                  <a16:creationId xmlns:a16="http://schemas.microsoft.com/office/drawing/2014/main" id="{940147D8-4B7D-4AB2-87FC-C87889868345}"/>
                </a:ext>
              </a:extLst>
            </p:cNvPr>
            <p:cNvSpPr/>
            <p:nvPr/>
          </p:nvSpPr>
          <p:spPr>
            <a:xfrm rot="1684111">
              <a:off x="6540733" y="1923062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6" name="Star: 5 Points 45">
              <a:extLst>
                <a:ext uri="{FF2B5EF4-FFF2-40B4-BE49-F238E27FC236}">
                  <a16:creationId xmlns:a16="http://schemas.microsoft.com/office/drawing/2014/main" id="{365A1395-AF89-43B5-9DD6-5232626E9054}"/>
                </a:ext>
              </a:extLst>
            </p:cNvPr>
            <p:cNvSpPr/>
            <p:nvPr/>
          </p:nvSpPr>
          <p:spPr>
            <a:xfrm rot="1684111">
              <a:off x="7732761" y="718828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Star: 5 Points 46">
              <a:extLst>
                <a:ext uri="{FF2B5EF4-FFF2-40B4-BE49-F238E27FC236}">
                  <a16:creationId xmlns:a16="http://schemas.microsoft.com/office/drawing/2014/main" id="{124A90AD-F7E4-41CA-A073-0862F65CE2DC}"/>
                </a:ext>
              </a:extLst>
            </p:cNvPr>
            <p:cNvSpPr/>
            <p:nvPr/>
          </p:nvSpPr>
          <p:spPr>
            <a:xfrm rot="1684111">
              <a:off x="7536900" y="1744400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Star: 5 Points 47">
              <a:extLst>
                <a:ext uri="{FF2B5EF4-FFF2-40B4-BE49-F238E27FC236}">
                  <a16:creationId xmlns:a16="http://schemas.microsoft.com/office/drawing/2014/main" id="{E8881432-8B6E-4B2B-99D0-4FD7FE286F1E}"/>
                </a:ext>
              </a:extLst>
            </p:cNvPr>
            <p:cNvSpPr/>
            <p:nvPr/>
          </p:nvSpPr>
          <p:spPr>
            <a:xfrm rot="1684111">
              <a:off x="6846980" y="259184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09EE1F9-708C-4280-A7D3-DA8C1F59CEE8}"/>
              </a:ext>
            </a:extLst>
          </p:cNvPr>
          <p:cNvGrpSpPr/>
          <p:nvPr/>
        </p:nvGrpSpPr>
        <p:grpSpPr>
          <a:xfrm rot="19800000">
            <a:off x="6526498" y="300044"/>
            <a:ext cx="4159944" cy="4199400"/>
            <a:chOff x="6108339" y="259184"/>
            <a:chExt cx="4159944" cy="4199400"/>
          </a:xfrm>
        </p:grpSpPr>
        <p:sp>
          <p:nvSpPr>
            <p:cNvPr id="50" name="Star: 5 Points 49">
              <a:extLst>
                <a:ext uri="{FF2B5EF4-FFF2-40B4-BE49-F238E27FC236}">
                  <a16:creationId xmlns:a16="http://schemas.microsoft.com/office/drawing/2014/main" id="{1A5C10CF-3497-4D54-B16E-E36D773BFC5D}"/>
                </a:ext>
              </a:extLst>
            </p:cNvPr>
            <p:cNvSpPr/>
            <p:nvPr/>
          </p:nvSpPr>
          <p:spPr>
            <a:xfrm rot="1684111">
              <a:off x="6108339" y="984451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Star: 5 Points 50">
              <a:extLst>
                <a:ext uri="{FF2B5EF4-FFF2-40B4-BE49-F238E27FC236}">
                  <a16:creationId xmlns:a16="http://schemas.microsoft.com/office/drawing/2014/main" id="{A55F5232-A139-49A0-9E0A-F573FAF22FE5}"/>
                </a:ext>
              </a:extLst>
            </p:cNvPr>
            <p:cNvSpPr/>
            <p:nvPr/>
          </p:nvSpPr>
          <p:spPr>
            <a:xfrm rot="1684111">
              <a:off x="6540733" y="1923062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Star: 5 Points 51">
              <a:extLst>
                <a:ext uri="{FF2B5EF4-FFF2-40B4-BE49-F238E27FC236}">
                  <a16:creationId xmlns:a16="http://schemas.microsoft.com/office/drawing/2014/main" id="{4075FA85-D137-470B-A6DB-B2DF596E2A9A}"/>
                </a:ext>
              </a:extLst>
            </p:cNvPr>
            <p:cNvSpPr/>
            <p:nvPr/>
          </p:nvSpPr>
          <p:spPr>
            <a:xfrm rot="1684111">
              <a:off x="7732761" y="718828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Star: 5 Points 52">
              <a:extLst>
                <a:ext uri="{FF2B5EF4-FFF2-40B4-BE49-F238E27FC236}">
                  <a16:creationId xmlns:a16="http://schemas.microsoft.com/office/drawing/2014/main" id="{0826C133-BA9C-4BBA-B8B5-F5F6F937E746}"/>
                </a:ext>
              </a:extLst>
            </p:cNvPr>
            <p:cNvSpPr/>
            <p:nvPr/>
          </p:nvSpPr>
          <p:spPr>
            <a:xfrm rot="1684111">
              <a:off x="7536900" y="1744400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Star: 5 Points 53">
              <a:extLst>
                <a:ext uri="{FF2B5EF4-FFF2-40B4-BE49-F238E27FC236}">
                  <a16:creationId xmlns:a16="http://schemas.microsoft.com/office/drawing/2014/main" id="{5FCC5F46-2FD7-44F1-AEAA-CD341A186C59}"/>
                </a:ext>
              </a:extLst>
            </p:cNvPr>
            <p:cNvSpPr/>
            <p:nvPr/>
          </p:nvSpPr>
          <p:spPr>
            <a:xfrm rot="1684111">
              <a:off x="6846980" y="259184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4AEE414-2E60-4423-9E2C-073092E77A2E}"/>
              </a:ext>
            </a:extLst>
          </p:cNvPr>
          <p:cNvGrpSpPr/>
          <p:nvPr/>
        </p:nvGrpSpPr>
        <p:grpSpPr>
          <a:xfrm rot="9000000">
            <a:off x="-86743" y="401440"/>
            <a:ext cx="4159944" cy="4199400"/>
            <a:chOff x="6108339" y="259184"/>
            <a:chExt cx="4159944" cy="4199400"/>
          </a:xfrm>
        </p:grpSpPr>
        <p:sp>
          <p:nvSpPr>
            <p:cNvPr id="80" name="Star: 5 Points 79">
              <a:extLst>
                <a:ext uri="{FF2B5EF4-FFF2-40B4-BE49-F238E27FC236}">
                  <a16:creationId xmlns:a16="http://schemas.microsoft.com/office/drawing/2014/main" id="{5D87EE9B-D9ED-4B8C-B706-3F8F0381429F}"/>
                </a:ext>
              </a:extLst>
            </p:cNvPr>
            <p:cNvSpPr/>
            <p:nvPr/>
          </p:nvSpPr>
          <p:spPr>
            <a:xfrm rot="1684111">
              <a:off x="6108339" y="984451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1" name="Star: 5 Points 80">
              <a:extLst>
                <a:ext uri="{FF2B5EF4-FFF2-40B4-BE49-F238E27FC236}">
                  <a16:creationId xmlns:a16="http://schemas.microsoft.com/office/drawing/2014/main" id="{0FF5B1C9-70EF-4DAD-AF59-3DDDBEFC6004}"/>
                </a:ext>
              </a:extLst>
            </p:cNvPr>
            <p:cNvSpPr/>
            <p:nvPr/>
          </p:nvSpPr>
          <p:spPr>
            <a:xfrm rot="1684111">
              <a:off x="6540733" y="1923062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" name="Star: 5 Points 81">
              <a:extLst>
                <a:ext uri="{FF2B5EF4-FFF2-40B4-BE49-F238E27FC236}">
                  <a16:creationId xmlns:a16="http://schemas.microsoft.com/office/drawing/2014/main" id="{553A2CA4-626A-4C9C-8F5A-7C2003DD98EB}"/>
                </a:ext>
              </a:extLst>
            </p:cNvPr>
            <p:cNvSpPr/>
            <p:nvPr/>
          </p:nvSpPr>
          <p:spPr>
            <a:xfrm rot="1684111">
              <a:off x="7732761" y="718828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" name="Star: 5 Points 82">
              <a:extLst>
                <a:ext uri="{FF2B5EF4-FFF2-40B4-BE49-F238E27FC236}">
                  <a16:creationId xmlns:a16="http://schemas.microsoft.com/office/drawing/2014/main" id="{BA7E147F-247A-439F-91FD-FDECEF2FD237}"/>
                </a:ext>
              </a:extLst>
            </p:cNvPr>
            <p:cNvSpPr/>
            <p:nvPr/>
          </p:nvSpPr>
          <p:spPr>
            <a:xfrm rot="1684111">
              <a:off x="7536900" y="1744400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" name="Star: 5 Points 83">
              <a:extLst>
                <a:ext uri="{FF2B5EF4-FFF2-40B4-BE49-F238E27FC236}">
                  <a16:creationId xmlns:a16="http://schemas.microsoft.com/office/drawing/2014/main" id="{E9AB0E56-F3B1-42F9-A4C3-AFE871541922}"/>
                </a:ext>
              </a:extLst>
            </p:cNvPr>
            <p:cNvSpPr/>
            <p:nvPr/>
          </p:nvSpPr>
          <p:spPr>
            <a:xfrm rot="1684111">
              <a:off x="6846980" y="259184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02205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044BC45-2224-4BF1-B363-5E0F74B07845}"/>
              </a:ext>
            </a:extLst>
          </p:cNvPr>
          <p:cNvSpPr/>
          <p:nvPr/>
        </p:nvSpPr>
        <p:spPr>
          <a:xfrm rot="20700000">
            <a:off x="1808495" y="2130989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50EA7CCE-F1CC-4908-AB0E-8AB626C3F971}"/>
              </a:ext>
            </a:extLst>
          </p:cNvPr>
          <p:cNvSpPr/>
          <p:nvPr/>
        </p:nvSpPr>
        <p:spPr>
          <a:xfrm rot="1684111">
            <a:off x="3261415" y="1243769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0CEBF270-3A59-43A1-AC3C-AFEFE98EA1D5}"/>
              </a:ext>
            </a:extLst>
          </p:cNvPr>
          <p:cNvSpPr/>
          <p:nvPr/>
        </p:nvSpPr>
        <p:spPr>
          <a:xfrm rot="1684111">
            <a:off x="1304993" y="3541685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3509103E-039F-45FF-A62C-60CEE585313F}"/>
              </a:ext>
            </a:extLst>
          </p:cNvPr>
          <p:cNvSpPr/>
          <p:nvPr/>
        </p:nvSpPr>
        <p:spPr>
          <a:xfrm rot="1684111">
            <a:off x="3020163" y="309427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94E6625E-325A-4C58-8511-A88F275C2171}"/>
              </a:ext>
            </a:extLst>
          </p:cNvPr>
          <p:cNvSpPr/>
          <p:nvPr/>
        </p:nvSpPr>
        <p:spPr>
          <a:xfrm rot="1684111">
            <a:off x="1629112" y="564477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26595037-CE1D-4001-8A14-457513129FE8}"/>
              </a:ext>
            </a:extLst>
          </p:cNvPr>
          <p:cNvSpPr/>
          <p:nvPr/>
        </p:nvSpPr>
        <p:spPr>
          <a:xfrm rot="1684111">
            <a:off x="447408" y="1955806"/>
            <a:ext cx="2535522" cy="2535522"/>
          </a:xfrm>
          <a:prstGeom prst="star5">
            <a:avLst>
              <a:gd name="adj" fmla="val 18097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5" name="Star: 4 Points 94">
            <a:extLst>
              <a:ext uri="{FF2B5EF4-FFF2-40B4-BE49-F238E27FC236}">
                <a16:creationId xmlns:a16="http://schemas.microsoft.com/office/drawing/2014/main" id="{130C92F9-22F5-495D-9DF6-6F95790CA5C2}"/>
              </a:ext>
            </a:extLst>
          </p:cNvPr>
          <p:cNvSpPr/>
          <p:nvPr/>
        </p:nvSpPr>
        <p:spPr>
          <a:xfrm>
            <a:off x="20308019" y="584122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6" name="Star: 4 Points 95">
            <a:extLst>
              <a:ext uri="{FF2B5EF4-FFF2-40B4-BE49-F238E27FC236}">
                <a16:creationId xmlns:a16="http://schemas.microsoft.com/office/drawing/2014/main" id="{711567E4-5A34-400C-90A3-957CEF9FED33}"/>
              </a:ext>
            </a:extLst>
          </p:cNvPr>
          <p:cNvSpPr/>
          <p:nvPr/>
        </p:nvSpPr>
        <p:spPr>
          <a:xfrm>
            <a:off x="18308436" y="-7235417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4" name="Star: 4 Points 113">
            <a:extLst>
              <a:ext uri="{FF2B5EF4-FFF2-40B4-BE49-F238E27FC236}">
                <a16:creationId xmlns:a16="http://schemas.microsoft.com/office/drawing/2014/main" id="{1761D03F-39BC-4AA6-95F2-A607ADF6914D}"/>
              </a:ext>
            </a:extLst>
          </p:cNvPr>
          <p:cNvSpPr/>
          <p:nvPr/>
        </p:nvSpPr>
        <p:spPr>
          <a:xfrm>
            <a:off x="18308436" y="-718269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5" name="Star: 4 Points 114">
            <a:extLst>
              <a:ext uri="{FF2B5EF4-FFF2-40B4-BE49-F238E27FC236}">
                <a16:creationId xmlns:a16="http://schemas.microsoft.com/office/drawing/2014/main" id="{2710B3C0-DB31-48EC-9152-95A3B3EA5DA6}"/>
              </a:ext>
            </a:extLst>
          </p:cNvPr>
          <p:cNvSpPr/>
          <p:nvPr/>
        </p:nvSpPr>
        <p:spPr>
          <a:xfrm>
            <a:off x="11918417" y="-7235417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6" name="Star: 4 Points 115">
            <a:extLst>
              <a:ext uri="{FF2B5EF4-FFF2-40B4-BE49-F238E27FC236}">
                <a16:creationId xmlns:a16="http://schemas.microsoft.com/office/drawing/2014/main" id="{1F6BBA58-82C3-4B10-B026-34C161FFEF4A}"/>
              </a:ext>
            </a:extLst>
          </p:cNvPr>
          <p:cNvSpPr/>
          <p:nvPr/>
        </p:nvSpPr>
        <p:spPr>
          <a:xfrm>
            <a:off x="11939424" y="-699845"/>
            <a:ext cx="8276506" cy="8276506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7" name="Star: 4 Points 116">
            <a:extLst>
              <a:ext uri="{FF2B5EF4-FFF2-40B4-BE49-F238E27FC236}">
                <a16:creationId xmlns:a16="http://schemas.microsoft.com/office/drawing/2014/main" id="{12A568C2-A9AC-4DF3-B768-89040B28706A}"/>
              </a:ext>
            </a:extLst>
          </p:cNvPr>
          <p:cNvSpPr/>
          <p:nvPr/>
        </p:nvSpPr>
        <p:spPr>
          <a:xfrm>
            <a:off x="15777635" y="-3430340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8" name="Star: 4 Points 117">
            <a:extLst>
              <a:ext uri="{FF2B5EF4-FFF2-40B4-BE49-F238E27FC236}">
                <a16:creationId xmlns:a16="http://schemas.microsoft.com/office/drawing/2014/main" id="{C83A63C6-708D-4524-9FEB-90AA09064B04}"/>
              </a:ext>
            </a:extLst>
          </p:cNvPr>
          <p:cNvSpPr/>
          <p:nvPr/>
        </p:nvSpPr>
        <p:spPr>
          <a:xfrm>
            <a:off x="14767525" y="-4392697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19" name="Star: 4 Points 118">
            <a:extLst>
              <a:ext uri="{FF2B5EF4-FFF2-40B4-BE49-F238E27FC236}">
                <a16:creationId xmlns:a16="http://schemas.microsoft.com/office/drawing/2014/main" id="{246B2AC3-2D1B-4ED8-8628-30F4C3485315}"/>
              </a:ext>
            </a:extLst>
          </p:cNvPr>
          <p:cNvSpPr/>
          <p:nvPr/>
        </p:nvSpPr>
        <p:spPr>
          <a:xfrm>
            <a:off x="16819516" y="1738571"/>
            <a:ext cx="3430340" cy="3430340"/>
          </a:xfrm>
          <a:prstGeom prst="star4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6931BFDC-3032-4758-90EA-59EB9A370568}"/>
              </a:ext>
            </a:extLst>
          </p:cNvPr>
          <p:cNvSpPr/>
          <p:nvPr/>
        </p:nvSpPr>
        <p:spPr>
          <a:xfrm rot="20700000">
            <a:off x="8030034" y="-3992731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090E1712-0DE4-49C9-9AEE-255697B0CEF8}"/>
              </a:ext>
            </a:extLst>
          </p:cNvPr>
          <p:cNvSpPr/>
          <p:nvPr/>
        </p:nvSpPr>
        <p:spPr>
          <a:xfrm rot="20700000">
            <a:off x="2564005" y="-5917194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80599EB9-05AD-4672-82B0-10B561793C42}"/>
              </a:ext>
            </a:extLst>
          </p:cNvPr>
          <p:cNvSpPr/>
          <p:nvPr/>
        </p:nvSpPr>
        <p:spPr>
          <a:xfrm rot="20700000">
            <a:off x="3714536" y="-5897393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07DB8197-8DCF-47C3-B687-361FCAA37714}"/>
              </a:ext>
            </a:extLst>
          </p:cNvPr>
          <p:cNvSpPr/>
          <p:nvPr/>
        </p:nvSpPr>
        <p:spPr>
          <a:xfrm rot="20700000">
            <a:off x="4865068" y="-5804991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97A93D7A-FED0-4590-8AAA-EFDD97E37040}"/>
              </a:ext>
            </a:extLst>
          </p:cNvPr>
          <p:cNvSpPr/>
          <p:nvPr/>
        </p:nvSpPr>
        <p:spPr>
          <a:xfrm rot="20700000">
            <a:off x="1494238" y="-6035115"/>
            <a:ext cx="2433250" cy="2433250"/>
          </a:xfrm>
          <a:prstGeom prst="star5">
            <a:avLst>
              <a:gd name="adj" fmla="val 27851"/>
              <a:gd name="hf" fmla="val 105146"/>
              <a:gd name="vf" fmla="val 110557"/>
            </a:avLst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B89670C-3325-4FF7-A465-DB12FC44998C}"/>
              </a:ext>
            </a:extLst>
          </p:cNvPr>
          <p:cNvGrpSpPr/>
          <p:nvPr/>
        </p:nvGrpSpPr>
        <p:grpSpPr>
          <a:xfrm>
            <a:off x="-3378072" y="-4859230"/>
            <a:ext cx="3517858" cy="5128090"/>
            <a:chOff x="7443849" y="971079"/>
            <a:chExt cx="3517858" cy="5128090"/>
          </a:xfrm>
        </p:grpSpPr>
        <p:sp>
          <p:nvSpPr>
            <p:cNvPr id="130" name="Star: 5 Points 129">
              <a:extLst>
                <a:ext uri="{FF2B5EF4-FFF2-40B4-BE49-F238E27FC236}">
                  <a16:creationId xmlns:a16="http://schemas.microsoft.com/office/drawing/2014/main" id="{A380ADA8-00E9-4130-8D17-18B0909E6362}"/>
                </a:ext>
              </a:extLst>
            </p:cNvPr>
            <p:cNvSpPr/>
            <p:nvPr/>
          </p:nvSpPr>
          <p:spPr>
            <a:xfrm rot="20700000">
              <a:off x="7443849" y="2678631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6" name="Star: 5 Points 135">
              <a:extLst>
                <a:ext uri="{FF2B5EF4-FFF2-40B4-BE49-F238E27FC236}">
                  <a16:creationId xmlns:a16="http://schemas.microsoft.com/office/drawing/2014/main" id="{1A93CC9F-A0E6-4EE5-A782-D87C43C3A5A9}"/>
                </a:ext>
              </a:extLst>
            </p:cNvPr>
            <p:cNvSpPr/>
            <p:nvPr/>
          </p:nvSpPr>
          <p:spPr>
            <a:xfrm rot="20700000">
              <a:off x="7634009" y="971079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6" name="Star: 5 Points 145">
              <a:extLst>
                <a:ext uri="{FF2B5EF4-FFF2-40B4-BE49-F238E27FC236}">
                  <a16:creationId xmlns:a16="http://schemas.microsoft.com/office/drawing/2014/main" id="{E9B5CC2B-E148-4741-8502-01CDF873678C}"/>
                </a:ext>
              </a:extLst>
            </p:cNvPr>
            <p:cNvSpPr/>
            <p:nvPr/>
          </p:nvSpPr>
          <p:spPr>
            <a:xfrm rot="9900000">
              <a:off x="8528457" y="1958367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7" name="Star: 5 Points 146">
              <a:extLst>
                <a:ext uri="{FF2B5EF4-FFF2-40B4-BE49-F238E27FC236}">
                  <a16:creationId xmlns:a16="http://schemas.microsoft.com/office/drawing/2014/main" id="{EC7FB710-BD31-4E98-9492-E226EA639669}"/>
                </a:ext>
              </a:extLst>
            </p:cNvPr>
            <p:cNvSpPr/>
            <p:nvPr/>
          </p:nvSpPr>
          <p:spPr>
            <a:xfrm rot="9900000">
              <a:off x="8338297" y="3665919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6AF3AA4-485B-4EF4-BF11-2D7F9C122E20}"/>
              </a:ext>
            </a:extLst>
          </p:cNvPr>
          <p:cNvGrpSpPr/>
          <p:nvPr/>
        </p:nvGrpSpPr>
        <p:grpSpPr>
          <a:xfrm>
            <a:off x="-841335" y="-4027181"/>
            <a:ext cx="3517858" cy="5128090"/>
            <a:chOff x="7443849" y="971079"/>
            <a:chExt cx="3517858" cy="5128090"/>
          </a:xfrm>
        </p:grpSpPr>
        <p:sp>
          <p:nvSpPr>
            <p:cNvPr id="151" name="Star: 5 Points 150">
              <a:extLst>
                <a:ext uri="{FF2B5EF4-FFF2-40B4-BE49-F238E27FC236}">
                  <a16:creationId xmlns:a16="http://schemas.microsoft.com/office/drawing/2014/main" id="{DAF34E28-9D7F-43E3-9F3C-1F814F787FAB}"/>
                </a:ext>
              </a:extLst>
            </p:cNvPr>
            <p:cNvSpPr/>
            <p:nvPr/>
          </p:nvSpPr>
          <p:spPr>
            <a:xfrm rot="20700000">
              <a:off x="7443849" y="2678631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2" name="Star: 5 Points 151">
              <a:extLst>
                <a:ext uri="{FF2B5EF4-FFF2-40B4-BE49-F238E27FC236}">
                  <a16:creationId xmlns:a16="http://schemas.microsoft.com/office/drawing/2014/main" id="{656C23DB-516E-4CE1-B137-81DEEBC0EB35}"/>
                </a:ext>
              </a:extLst>
            </p:cNvPr>
            <p:cNvSpPr/>
            <p:nvPr/>
          </p:nvSpPr>
          <p:spPr>
            <a:xfrm rot="20700000">
              <a:off x="7634009" y="971079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3" name="Star: 5 Points 152">
              <a:extLst>
                <a:ext uri="{FF2B5EF4-FFF2-40B4-BE49-F238E27FC236}">
                  <a16:creationId xmlns:a16="http://schemas.microsoft.com/office/drawing/2014/main" id="{AB501D4B-6474-4DEF-9F16-8B17CDB8B4A6}"/>
                </a:ext>
              </a:extLst>
            </p:cNvPr>
            <p:cNvSpPr/>
            <p:nvPr/>
          </p:nvSpPr>
          <p:spPr>
            <a:xfrm rot="9900000">
              <a:off x="8528457" y="1958367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4" name="Star: 5 Points 153">
              <a:extLst>
                <a:ext uri="{FF2B5EF4-FFF2-40B4-BE49-F238E27FC236}">
                  <a16:creationId xmlns:a16="http://schemas.microsoft.com/office/drawing/2014/main" id="{A082D03F-EC8A-41CB-81C4-EA20CD6982E2}"/>
                </a:ext>
              </a:extLst>
            </p:cNvPr>
            <p:cNvSpPr/>
            <p:nvPr/>
          </p:nvSpPr>
          <p:spPr>
            <a:xfrm rot="9900000">
              <a:off x="8338297" y="3665919"/>
              <a:ext cx="2433250" cy="2433250"/>
            </a:xfrm>
            <a:prstGeom prst="star5">
              <a:avLst>
                <a:gd name="adj" fmla="val 27851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9E3B7D7-E8C2-4438-BA2F-7831DD58DAD7}"/>
              </a:ext>
            </a:extLst>
          </p:cNvPr>
          <p:cNvGrpSpPr/>
          <p:nvPr/>
        </p:nvGrpSpPr>
        <p:grpSpPr>
          <a:xfrm rot="19800000">
            <a:off x="6818726" y="1329300"/>
            <a:ext cx="4159944" cy="4199400"/>
            <a:chOff x="6108339" y="259184"/>
            <a:chExt cx="4159944" cy="4199400"/>
          </a:xfrm>
        </p:grpSpPr>
        <p:sp>
          <p:nvSpPr>
            <p:cNvPr id="158" name="Star: 5 Points 157">
              <a:extLst>
                <a:ext uri="{FF2B5EF4-FFF2-40B4-BE49-F238E27FC236}">
                  <a16:creationId xmlns:a16="http://schemas.microsoft.com/office/drawing/2014/main" id="{F538F290-22CF-4907-81A0-4DD1F99F1EC5}"/>
                </a:ext>
              </a:extLst>
            </p:cNvPr>
            <p:cNvSpPr/>
            <p:nvPr/>
          </p:nvSpPr>
          <p:spPr>
            <a:xfrm rot="1684111">
              <a:off x="6108339" y="984451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0" name="Star: 5 Points 159">
              <a:extLst>
                <a:ext uri="{FF2B5EF4-FFF2-40B4-BE49-F238E27FC236}">
                  <a16:creationId xmlns:a16="http://schemas.microsoft.com/office/drawing/2014/main" id="{F073A2A8-1598-4B6A-B73C-CFF79A37D795}"/>
                </a:ext>
              </a:extLst>
            </p:cNvPr>
            <p:cNvSpPr/>
            <p:nvPr/>
          </p:nvSpPr>
          <p:spPr>
            <a:xfrm rot="1684111">
              <a:off x="6540733" y="1923062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1" name="Star: 5 Points 160">
              <a:extLst>
                <a:ext uri="{FF2B5EF4-FFF2-40B4-BE49-F238E27FC236}">
                  <a16:creationId xmlns:a16="http://schemas.microsoft.com/office/drawing/2014/main" id="{5EE0DE5D-FCDA-42FE-96B6-59A93CB3574E}"/>
                </a:ext>
              </a:extLst>
            </p:cNvPr>
            <p:cNvSpPr/>
            <p:nvPr/>
          </p:nvSpPr>
          <p:spPr>
            <a:xfrm rot="1684111">
              <a:off x="7732761" y="718828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2" name="Star: 5 Points 161">
              <a:extLst>
                <a:ext uri="{FF2B5EF4-FFF2-40B4-BE49-F238E27FC236}">
                  <a16:creationId xmlns:a16="http://schemas.microsoft.com/office/drawing/2014/main" id="{8DBC5992-54F6-451E-9AF7-90ECC84F2251}"/>
                </a:ext>
              </a:extLst>
            </p:cNvPr>
            <p:cNvSpPr/>
            <p:nvPr/>
          </p:nvSpPr>
          <p:spPr>
            <a:xfrm rot="1684111">
              <a:off x="7536900" y="1744400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3" name="Star: 5 Points 162">
              <a:extLst>
                <a:ext uri="{FF2B5EF4-FFF2-40B4-BE49-F238E27FC236}">
                  <a16:creationId xmlns:a16="http://schemas.microsoft.com/office/drawing/2014/main" id="{557985FF-E84B-44FA-BEC6-29687BE25ACE}"/>
                </a:ext>
              </a:extLst>
            </p:cNvPr>
            <p:cNvSpPr/>
            <p:nvPr/>
          </p:nvSpPr>
          <p:spPr>
            <a:xfrm rot="1684111">
              <a:off x="6846980" y="259184"/>
              <a:ext cx="2535522" cy="2535522"/>
            </a:xfrm>
            <a:prstGeom prst="star5">
              <a:avLst>
                <a:gd name="adj" fmla="val 19597"/>
                <a:gd name="hf" fmla="val 105146"/>
                <a:gd name="vf" fmla="val 110557"/>
              </a:avLst>
            </a:prstGeom>
            <a:noFill/>
            <a:ln w="635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35984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7292CA-3C83-4379-8A42-16543C43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65717" y="-3709196"/>
            <a:ext cx="5569236" cy="3924502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1EA43F95-68B2-4579-9D48-72A962DC3CC9}"/>
              </a:ext>
            </a:extLst>
          </p:cNvPr>
          <p:cNvSpPr/>
          <p:nvPr/>
        </p:nvSpPr>
        <p:spPr>
          <a:xfrm rot="6713205">
            <a:off x="3889560" y="-7613708"/>
            <a:ext cx="2446071" cy="9752715"/>
          </a:xfrm>
          <a:prstGeom prst="ellipse">
            <a:avLst/>
          </a:prstGeom>
          <a:noFill/>
          <a:ln w="1270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30469D8-FD02-4692-A5BC-573882D6E27A}"/>
              </a:ext>
            </a:extLst>
          </p:cNvPr>
          <p:cNvSpPr/>
          <p:nvPr/>
        </p:nvSpPr>
        <p:spPr>
          <a:xfrm rot="6713205">
            <a:off x="-282089" y="-7294887"/>
            <a:ext cx="2446071" cy="9752715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3A17843-6586-47E3-A0F7-0B4C3EAAB4B1}"/>
              </a:ext>
            </a:extLst>
          </p:cNvPr>
          <p:cNvSpPr/>
          <p:nvPr/>
        </p:nvSpPr>
        <p:spPr>
          <a:xfrm rot="6713205">
            <a:off x="1803735" y="-7257380"/>
            <a:ext cx="2446071" cy="9752715"/>
          </a:xfrm>
          <a:prstGeom prst="ellipse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Star: 6 Points 6">
            <a:extLst>
              <a:ext uri="{FF2B5EF4-FFF2-40B4-BE49-F238E27FC236}">
                <a16:creationId xmlns:a16="http://schemas.microsoft.com/office/drawing/2014/main" id="{8455475F-3256-463B-A631-51A406C060C4}"/>
              </a:ext>
            </a:extLst>
          </p:cNvPr>
          <p:cNvSpPr/>
          <p:nvPr/>
        </p:nvSpPr>
        <p:spPr>
          <a:xfrm>
            <a:off x="4337878" y="534129"/>
            <a:ext cx="6598072" cy="65980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88" name="Star: 6 Points 87">
            <a:extLst>
              <a:ext uri="{FF2B5EF4-FFF2-40B4-BE49-F238E27FC236}">
                <a16:creationId xmlns:a16="http://schemas.microsoft.com/office/drawing/2014/main" id="{B485143B-CF88-4411-BC59-300E40058EB0}"/>
              </a:ext>
            </a:extLst>
          </p:cNvPr>
          <p:cNvSpPr/>
          <p:nvPr/>
        </p:nvSpPr>
        <p:spPr>
          <a:xfrm>
            <a:off x="14219006" y="6612555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89" name="Star: 6 Points 88">
            <a:extLst>
              <a:ext uri="{FF2B5EF4-FFF2-40B4-BE49-F238E27FC236}">
                <a16:creationId xmlns:a16="http://schemas.microsoft.com/office/drawing/2014/main" id="{2E46151C-ACBB-4BBC-9C14-CF23A729A21A}"/>
              </a:ext>
            </a:extLst>
          </p:cNvPr>
          <p:cNvSpPr/>
          <p:nvPr/>
        </p:nvSpPr>
        <p:spPr>
          <a:xfrm>
            <a:off x="6536305" y="540458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0" name="Star: 6 Points 89">
            <a:extLst>
              <a:ext uri="{FF2B5EF4-FFF2-40B4-BE49-F238E27FC236}">
                <a16:creationId xmlns:a16="http://schemas.microsoft.com/office/drawing/2014/main" id="{3279D9E3-C523-409A-8172-6FE07E87325E}"/>
              </a:ext>
            </a:extLst>
          </p:cNvPr>
          <p:cNvSpPr/>
          <p:nvPr/>
        </p:nvSpPr>
        <p:spPr>
          <a:xfrm>
            <a:off x="9850152" y="4453555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2" name="Star: 6 Points 91">
            <a:extLst>
              <a:ext uri="{FF2B5EF4-FFF2-40B4-BE49-F238E27FC236}">
                <a16:creationId xmlns:a16="http://schemas.microsoft.com/office/drawing/2014/main" id="{24ED33F1-2D04-4465-BD72-9FA3F9CE7C65}"/>
              </a:ext>
            </a:extLst>
          </p:cNvPr>
          <p:cNvSpPr/>
          <p:nvPr/>
        </p:nvSpPr>
        <p:spPr>
          <a:xfrm>
            <a:off x="4399681" y="2796599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3" name="Star: 6 Points 92">
            <a:extLst>
              <a:ext uri="{FF2B5EF4-FFF2-40B4-BE49-F238E27FC236}">
                <a16:creationId xmlns:a16="http://schemas.microsoft.com/office/drawing/2014/main" id="{60FA239D-3844-4206-B8D7-AAF7137F0936}"/>
              </a:ext>
            </a:extLst>
          </p:cNvPr>
          <p:cNvSpPr/>
          <p:nvPr/>
        </p:nvSpPr>
        <p:spPr>
          <a:xfrm>
            <a:off x="8773142" y="2777144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4" name="Star: 6 Points 93">
            <a:extLst>
              <a:ext uri="{FF2B5EF4-FFF2-40B4-BE49-F238E27FC236}">
                <a16:creationId xmlns:a16="http://schemas.microsoft.com/office/drawing/2014/main" id="{E1F7B4DA-353C-498F-B607-4517201D10CB}"/>
              </a:ext>
            </a:extLst>
          </p:cNvPr>
          <p:cNvSpPr/>
          <p:nvPr/>
        </p:nvSpPr>
        <p:spPr>
          <a:xfrm>
            <a:off x="3286949" y="4473010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5" name="Star: 6 Points 94">
            <a:extLst>
              <a:ext uri="{FF2B5EF4-FFF2-40B4-BE49-F238E27FC236}">
                <a16:creationId xmlns:a16="http://schemas.microsoft.com/office/drawing/2014/main" id="{F52F7D09-E492-4453-B2F8-71C2C32FCA15}"/>
              </a:ext>
            </a:extLst>
          </p:cNvPr>
          <p:cNvSpPr/>
          <p:nvPr/>
        </p:nvSpPr>
        <p:spPr>
          <a:xfrm>
            <a:off x="4337878" y="2777144"/>
            <a:ext cx="6598072" cy="65980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6" name="Star: 6 Points 95">
            <a:extLst>
              <a:ext uri="{FF2B5EF4-FFF2-40B4-BE49-F238E27FC236}">
                <a16:creationId xmlns:a16="http://schemas.microsoft.com/office/drawing/2014/main" id="{B6D80570-CE32-4856-8CF3-16D918789A39}"/>
              </a:ext>
            </a:extLst>
          </p:cNvPr>
          <p:cNvSpPr/>
          <p:nvPr/>
        </p:nvSpPr>
        <p:spPr>
          <a:xfrm>
            <a:off x="9875285" y="1129119"/>
            <a:ext cx="6598072" cy="65980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7" name="Star: 6 Points 96">
            <a:extLst>
              <a:ext uri="{FF2B5EF4-FFF2-40B4-BE49-F238E27FC236}">
                <a16:creationId xmlns:a16="http://schemas.microsoft.com/office/drawing/2014/main" id="{453C4204-3307-407C-BFFD-AC101F5B8C92}"/>
              </a:ext>
            </a:extLst>
          </p:cNvPr>
          <p:cNvSpPr/>
          <p:nvPr/>
        </p:nvSpPr>
        <p:spPr>
          <a:xfrm>
            <a:off x="1061698" y="1103719"/>
            <a:ext cx="6598072" cy="65980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8" name="Star: 6 Points 97">
            <a:extLst>
              <a:ext uri="{FF2B5EF4-FFF2-40B4-BE49-F238E27FC236}">
                <a16:creationId xmlns:a16="http://schemas.microsoft.com/office/drawing/2014/main" id="{BF105D0C-21DF-400B-88BF-2B52FA544A18}"/>
              </a:ext>
            </a:extLst>
          </p:cNvPr>
          <p:cNvSpPr/>
          <p:nvPr/>
        </p:nvSpPr>
        <p:spPr>
          <a:xfrm>
            <a:off x="13521041" y="5539783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  <p:sp>
        <p:nvSpPr>
          <p:cNvPr id="99" name="Star: 6 Points 98">
            <a:extLst>
              <a:ext uri="{FF2B5EF4-FFF2-40B4-BE49-F238E27FC236}">
                <a16:creationId xmlns:a16="http://schemas.microsoft.com/office/drawing/2014/main" id="{53BD2537-9DAE-41B8-880A-5D80285B2D62}"/>
              </a:ext>
            </a:extLst>
          </p:cNvPr>
          <p:cNvSpPr/>
          <p:nvPr/>
        </p:nvSpPr>
        <p:spPr>
          <a:xfrm>
            <a:off x="13888508" y="6090904"/>
            <a:ext cx="2178472" cy="2178472"/>
          </a:xfrm>
          <a:prstGeom prst="star6">
            <a:avLst/>
          </a:prstGeom>
          <a:noFill/>
          <a:ln w="635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11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3F3B4E15-9CBB-4733-A7DE-59D4A5477F65}"/>
              </a:ext>
            </a:extLst>
          </p:cNvPr>
          <p:cNvSpPr/>
          <p:nvPr/>
        </p:nvSpPr>
        <p:spPr>
          <a:xfrm>
            <a:off x="831185" y="-2559813"/>
            <a:ext cx="10529630" cy="10230613"/>
          </a:xfrm>
          <a:prstGeom prst="rect">
            <a:avLst/>
          </a:prstGeom>
          <a:solidFill>
            <a:srgbClr val="A6EEDB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DE89A3-863D-4A34-9856-6618555F0764}"/>
              </a:ext>
            </a:extLst>
          </p:cNvPr>
          <p:cNvSpPr/>
          <p:nvPr/>
        </p:nvSpPr>
        <p:spPr>
          <a:xfrm>
            <a:off x="6076602" y="6781236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#16 by Pedro PSI – 21</a:t>
            </a:r>
            <a:r>
              <a:rPr lang="en-US" b="1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November 2020</a:t>
            </a:r>
          </a:p>
          <a:p>
            <a:pPr algn="r"/>
            <a:r>
              <a:rPr lang="pt-PT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B4A0A2-A69C-43C1-BECD-8D2EEAE24229}"/>
              </a:ext>
            </a:extLst>
          </p:cNvPr>
          <p:cNvSpPr txBox="1"/>
          <p:nvPr/>
        </p:nvSpPr>
        <p:spPr>
          <a:xfrm>
            <a:off x="1393445" y="-2222173"/>
            <a:ext cx="9405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pt-PT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5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Morganing</a:t>
            </a:r>
            <a:r>
              <a:rPr lang="pt-PT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5400" dirty="0">
                <a:solidFill>
                  <a:srgbClr val="002060"/>
                </a:solidFill>
              </a:rPr>
              <a:t> ★</a:t>
            </a:r>
            <a:endParaRPr lang="pt-PT" sz="5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761143-01AB-4EAA-8826-DAB18A4EB6D2}"/>
              </a:ext>
            </a:extLst>
          </p:cNvPr>
          <p:cNvSpPr txBox="1"/>
          <p:nvPr/>
        </p:nvSpPr>
        <p:spPr>
          <a:xfrm>
            <a:off x="831184" y="-1393204"/>
            <a:ext cx="1052963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stars per </a:t>
            </a:r>
            <a:r>
              <a:rPr lang="pt-PT" sz="2800" b="1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ellipse</a:t>
            </a:r>
            <a:r>
              <a:rPr lang="pt-PT" sz="28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28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containing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stars share no </a:t>
            </a:r>
            <a:r>
              <a:rPr lang="pt-PT" sz="2800" i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vertices</a:t>
            </a:r>
            <a:r>
              <a:rPr lang="pt-PT" sz="28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FF68D0-7B6F-4FE6-A53F-6B90FC08927B}"/>
              </a:ext>
            </a:extLst>
          </p:cNvPr>
          <p:cNvGrpSpPr/>
          <p:nvPr/>
        </p:nvGrpSpPr>
        <p:grpSpPr>
          <a:xfrm>
            <a:off x="1393446" y="-97276"/>
            <a:ext cx="9405108" cy="7329423"/>
            <a:chOff x="1393446" y="-97276"/>
            <a:chExt cx="9405108" cy="7329423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4DA08BD-3A5B-46D4-93F8-DFC11A174B0C}"/>
                </a:ext>
              </a:extLst>
            </p:cNvPr>
            <p:cNvGrpSpPr/>
            <p:nvPr/>
          </p:nvGrpSpPr>
          <p:grpSpPr>
            <a:xfrm rot="9900000">
              <a:off x="4435327" y="2347076"/>
              <a:ext cx="5116391" cy="4885071"/>
              <a:chOff x="2079711" y="-496348"/>
              <a:chExt cx="7391664" cy="7057477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949E857-85C4-42EF-A168-502C2CE4EC96}"/>
                  </a:ext>
                </a:extLst>
              </p:cNvPr>
              <p:cNvSpPr/>
              <p:nvPr/>
            </p:nvSpPr>
            <p:spPr>
              <a:xfrm rot="4500000">
                <a:off x="4776727" y="1987650"/>
                <a:ext cx="3546539" cy="76073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A9F89C7-7094-47AB-85D8-8B50A2B61700}"/>
                  </a:ext>
                </a:extLst>
              </p:cNvPr>
              <p:cNvSpPr/>
              <p:nvPr/>
            </p:nvSpPr>
            <p:spPr>
              <a:xfrm rot="8100000">
                <a:off x="4114514" y="2026989"/>
                <a:ext cx="3822141" cy="91131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0D06AAC-DD89-4451-8E53-9A61496B526C}"/>
                  </a:ext>
                </a:extLst>
              </p:cNvPr>
              <p:cNvSpPr/>
              <p:nvPr/>
            </p:nvSpPr>
            <p:spPr>
              <a:xfrm rot="11631303">
                <a:off x="4283378" y="3164070"/>
                <a:ext cx="2802675" cy="1051210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892E437E-FE56-48EC-B9FB-277AA89E6307}"/>
                  </a:ext>
                </a:extLst>
              </p:cNvPr>
              <p:cNvSpPr/>
              <p:nvPr/>
            </p:nvSpPr>
            <p:spPr>
              <a:xfrm rot="11984027">
                <a:off x="2079711" y="542324"/>
                <a:ext cx="7391664" cy="1209532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8B00AE52-B27C-4489-9394-D14A04C11018}"/>
                  </a:ext>
                </a:extLst>
              </p:cNvPr>
              <p:cNvSpPr/>
              <p:nvPr/>
            </p:nvSpPr>
            <p:spPr>
              <a:xfrm rot="14775064">
                <a:off x="219767" y="1963218"/>
                <a:ext cx="7057477" cy="2138346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9A5E556-0CB2-4508-A551-72CD2A60BC57}"/>
                </a:ext>
              </a:extLst>
            </p:cNvPr>
            <p:cNvGrpSpPr/>
            <p:nvPr/>
          </p:nvGrpSpPr>
          <p:grpSpPr>
            <a:xfrm rot="20700000">
              <a:off x="1774482" y="1144032"/>
              <a:ext cx="5617897" cy="4742123"/>
              <a:chOff x="1999617" y="-487604"/>
              <a:chExt cx="8116191" cy="6850959"/>
            </a:xfrm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83F6160-9C6B-4DA3-9F09-54305EAB2646}"/>
                  </a:ext>
                </a:extLst>
              </p:cNvPr>
              <p:cNvSpPr/>
              <p:nvPr/>
            </p:nvSpPr>
            <p:spPr>
              <a:xfrm rot="4642395">
                <a:off x="5516962" y="2546090"/>
                <a:ext cx="2368254" cy="76073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FF009A19-DCE9-441E-8700-18B25F928C0D}"/>
                  </a:ext>
                </a:extLst>
              </p:cNvPr>
              <p:cNvSpPr/>
              <p:nvPr/>
            </p:nvSpPr>
            <p:spPr>
              <a:xfrm rot="8100000">
                <a:off x="2799988" y="2558110"/>
                <a:ext cx="5388959" cy="911314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1600D9C5-148B-4764-A67F-54F7F73CD61F}"/>
                  </a:ext>
                </a:extLst>
              </p:cNvPr>
              <p:cNvSpPr/>
              <p:nvPr/>
            </p:nvSpPr>
            <p:spPr>
              <a:xfrm rot="11631303">
                <a:off x="2442486" y="3025802"/>
                <a:ext cx="4719929" cy="771886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70F4E273-854F-44F4-81FB-86643F8EF21E}"/>
                  </a:ext>
                </a:extLst>
              </p:cNvPr>
              <p:cNvSpPr/>
              <p:nvPr/>
            </p:nvSpPr>
            <p:spPr>
              <a:xfrm rot="11984027">
                <a:off x="1999617" y="642528"/>
                <a:ext cx="8116191" cy="1210517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AA0D681-7BCA-4CB5-8DF8-28B5BB02E95D}"/>
                  </a:ext>
                </a:extLst>
              </p:cNvPr>
              <p:cNvSpPr/>
              <p:nvPr/>
            </p:nvSpPr>
            <p:spPr>
              <a:xfrm rot="14775064">
                <a:off x="281440" y="1868703"/>
                <a:ext cx="6850959" cy="2138346"/>
              </a:xfrm>
              <a:prstGeom prst="ellipse">
                <a:avLst/>
              </a:prstGeom>
              <a:noFill/>
              <a:ln w="1016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C4D48EA-F0EA-4327-8708-0ED462B1D831}"/>
                </a:ext>
              </a:extLst>
            </p:cNvPr>
            <p:cNvSpPr/>
            <p:nvPr/>
          </p:nvSpPr>
          <p:spPr>
            <a:xfrm rot="7642703">
              <a:off x="4913751" y="3469645"/>
              <a:ext cx="1532687" cy="1545463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A3B5E6E-41E0-4C94-8A85-1A34F8E63DA7}"/>
                </a:ext>
              </a:extLst>
            </p:cNvPr>
            <p:cNvSpPr/>
            <p:nvPr/>
          </p:nvSpPr>
          <p:spPr>
            <a:xfrm rot="7642703">
              <a:off x="5081493" y="1581122"/>
              <a:ext cx="3827962" cy="1448095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BFE14B9-66A3-4FFD-80DC-D3BF2B226839}"/>
                </a:ext>
              </a:extLst>
            </p:cNvPr>
            <p:cNvSpPr/>
            <p:nvPr/>
          </p:nvSpPr>
          <p:spPr>
            <a:xfrm rot="5400000">
              <a:off x="3300444" y="583012"/>
              <a:ext cx="2650214" cy="1289638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3A079A2-09F8-4022-AD0C-E18F8D2385FD}"/>
                </a:ext>
              </a:extLst>
            </p:cNvPr>
            <p:cNvSpPr/>
            <p:nvPr/>
          </p:nvSpPr>
          <p:spPr>
            <a:xfrm rot="9405075">
              <a:off x="7256642" y="2560443"/>
              <a:ext cx="3406686" cy="1264261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E01DF3E-74FA-4BA6-B891-F2C4F0A1D16D}"/>
                </a:ext>
              </a:extLst>
            </p:cNvPr>
            <p:cNvSpPr/>
            <p:nvPr/>
          </p:nvSpPr>
          <p:spPr>
            <a:xfrm rot="6713205">
              <a:off x="6576652" y="-2000303"/>
              <a:ext cx="1693131" cy="6750672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610C4FA-C4F6-4A74-92DE-2074957A8D23}"/>
                </a:ext>
              </a:extLst>
            </p:cNvPr>
            <p:cNvSpPr/>
            <p:nvPr/>
          </p:nvSpPr>
          <p:spPr>
            <a:xfrm rot="7149909">
              <a:off x="3907424" y="4479593"/>
              <a:ext cx="2075447" cy="2118801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E7F7BB5-8995-47F4-A7C7-791AA35680F6}"/>
                </a:ext>
              </a:extLst>
            </p:cNvPr>
            <p:cNvSpPr/>
            <p:nvPr/>
          </p:nvSpPr>
          <p:spPr>
            <a:xfrm rot="6758370">
              <a:off x="2605880" y="1142437"/>
              <a:ext cx="729873" cy="3154742"/>
            </a:xfrm>
            <a:prstGeom prst="ellipse">
              <a:avLst/>
            </a:prstGeom>
            <a:noFill/>
            <a:ln w="1016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9E42662-DC13-4FF1-BE44-67B454B4A956}"/>
              </a:ext>
            </a:extLst>
          </p:cNvPr>
          <p:cNvGrpSpPr/>
          <p:nvPr/>
        </p:nvGrpSpPr>
        <p:grpSpPr>
          <a:xfrm>
            <a:off x="1393446" y="-97276"/>
            <a:ext cx="9405108" cy="7329423"/>
            <a:chOff x="1393446" y="-97276"/>
            <a:chExt cx="9405108" cy="7329423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6A592D6-99B1-4CCE-842E-B45FDDA622EB}"/>
                </a:ext>
              </a:extLst>
            </p:cNvPr>
            <p:cNvGrpSpPr/>
            <p:nvPr/>
          </p:nvGrpSpPr>
          <p:grpSpPr>
            <a:xfrm rot="9900000">
              <a:off x="4435327" y="2347076"/>
              <a:ext cx="5116391" cy="4885071"/>
              <a:chOff x="2079711" y="-496348"/>
              <a:chExt cx="7391663" cy="7057477"/>
            </a:xfrm>
            <a:solidFill>
              <a:schemeClr val="bg1"/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53049738-997C-4686-801C-9FF8048862E1}"/>
                  </a:ext>
                </a:extLst>
              </p:cNvPr>
              <p:cNvSpPr/>
              <p:nvPr/>
            </p:nvSpPr>
            <p:spPr>
              <a:xfrm rot="4500000">
                <a:off x="4776725" y="1987650"/>
                <a:ext cx="3546539" cy="76073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3999444-745D-4EEE-B74F-9CC5A9666F41}"/>
                  </a:ext>
                </a:extLst>
              </p:cNvPr>
              <p:cNvSpPr/>
              <p:nvPr/>
            </p:nvSpPr>
            <p:spPr>
              <a:xfrm rot="8100000">
                <a:off x="4114513" y="2026989"/>
                <a:ext cx="3822141" cy="91131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E941D066-4E52-4EB6-BF73-63A74A559DB5}"/>
                  </a:ext>
                </a:extLst>
              </p:cNvPr>
              <p:cNvSpPr/>
              <p:nvPr/>
            </p:nvSpPr>
            <p:spPr>
              <a:xfrm rot="11631303">
                <a:off x="4283376" y="3164071"/>
                <a:ext cx="2802675" cy="1051209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E41E06FA-1FAE-4D1A-AC16-678EF915AB8C}"/>
                  </a:ext>
                </a:extLst>
              </p:cNvPr>
              <p:cNvSpPr/>
              <p:nvPr/>
            </p:nvSpPr>
            <p:spPr>
              <a:xfrm rot="11984027">
                <a:off x="2079711" y="542324"/>
                <a:ext cx="7391663" cy="1209531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8B9ECE0-04C7-4BF9-952D-18FC42BBD80D}"/>
                  </a:ext>
                </a:extLst>
              </p:cNvPr>
              <p:cNvSpPr/>
              <p:nvPr/>
            </p:nvSpPr>
            <p:spPr>
              <a:xfrm rot="14775064">
                <a:off x="219766" y="1963218"/>
                <a:ext cx="7057477" cy="2138346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144B734-C271-4FEF-8CD0-B64DF1F2BD41}"/>
                </a:ext>
              </a:extLst>
            </p:cNvPr>
            <p:cNvGrpSpPr/>
            <p:nvPr/>
          </p:nvGrpSpPr>
          <p:grpSpPr>
            <a:xfrm rot="20700000">
              <a:off x="1774482" y="1144032"/>
              <a:ext cx="5617897" cy="4742123"/>
              <a:chOff x="1999617" y="-487604"/>
              <a:chExt cx="8116190" cy="6850959"/>
            </a:xfrm>
            <a:solidFill>
              <a:schemeClr val="bg1"/>
            </a:solidFill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EDB6CDA9-576D-4ACA-98BC-7A6D584CCA6A}"/>
                  </a:ext>
                </a:extLst>
              </p:cNvPr>
              <p:cNvSpPr/>
              <p:nvPr/>
            </p:nvSpPr>
            <p:spPr>
              <a:xfrm rot="4642395">
                <a:off x="5516962" y="2546090"/>
                <a:ext cx="2368254" cy="76073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DA35B73-966E-45B4-82DF-0A02A6E4E834}"/>
                  </a:ext>
                </a:extLst>
              </p:cNvPr>
              <p:cNvSpPr/>
              <p:nvPr/>
            </p:nvSpPr>
            <p:spPr>
              <a:xfrm rot="8100000">
                <a:off x="2799987" y="2558110"/>
                <a:ext cx="5388959" cy="911314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7174A3F-F34B-4F00-BC60-F6C97D5D7C50}"/>
                  </a:ext>
                </a:extLst>
              </p:cNvPr>
              <p:cNvSpPr/>
              <p:nvPr/>
            </p:nvSpPr>
            <p:spPr>
              <a:xfrm rot="11631303">
                <a:off x="2442486" y="3025802"/>
                <a:ext cx="4719928" cy="771886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FDA6B57-C54C-40F7-B502-821ABE6285A9}"/>
                  </a:ext>
                </a:extLst>
              </p:cNvPr>
              <p:cNvSpPr/>
              <p:nvPr/>
            </p:nvSpPr>
            <p:spPr>
              <a:xfrm rot="11984027">
                <a:off x="1999617" y="642530"/>
                <a:ext cx="8116190" cy="1210517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7D294CC-6B32-437B-B0BD-802C9731ECB0}"/>
                  </a:ext>
                </a:extLst>
              </p:cNvPr>
              <p:cNvSpPr/>
              <p:nvPr/>
            </p:nvSpPr>
            <p:spPr>
              <a:xfrm rot="14775064">
                <a:off x="281440" y="1868703"/>
                <a:ext cx="6850959" cy="2138346"/>
              </a:xfrm>
              <a:prstGeom prst="ellips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2137834-ED7D-4C8C-9D8B-156642963730}"/>
                </a:ext>
              </a:extLst>
            </p:cNvPr>
            <p:cNvSpPr/>
            <p:nvPr/>
          </p:nvSpPr>
          <p:spPr>
            <a:xfrm rot="7642703">
              <a:off x="4913751" y="3469645"/>
              <a:ext cx="1532687" cy="1545463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AD91E35-2D59-4432-8244-54B2266B9DE5}"/>
                </a:ext>
              </a:extLst>
            </p:cNvPr>
            <p:cNvSpPr/>
            <p:nvPr/>
          </p:nvSpPr>
          <p:spPr>
            <a:xfrm rot="7642703">
              <a:off x="5078822" y="1582444"/>
              <a:ext cx="3831286" cy="1448095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FA023E3-F215-4545-9B9F-80C633103AD4}"/>
                </a:ext>
              </a:extLst>
            </p:cNvPr>
            <p:cNvSpPr/>
            <p:nvPr/>
          </p:nvSpPr>
          <p:spPr>
            <a:xfrm rot="5400000">
              <a:off x="3300444" y="583012"/>
              <a:ext cx="2650214" cy="1289638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C7FDD2E-6255-4AFE-81B2-E675B551974C}"/>
                </a:ext>
              </a:extLst>
            </p:cNvPr>
            <p:cNvSpPr/>
            <p:nvPr/>
          </p:nvSpPr>
          <p:spPr>
            <a:xfrm rot="9405075">
              <a:off x="7256642" y="2560443"/>
              <a:ext cx="3406686" cy="1264261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83D1856-C40A-4B85-A9C8-F707D26EC2E8}"/>
                </a:ext>
              </a:extLst>
            </p:cNvPr>
            <p:cNvSpPr/>
            <p:nvPr/>
          </p:nvSpPr>
          <p:spPr>
            <a:xfrm rot="6713205">
              <a:off x="6576652" y="-2000303"/>
              <a:ext cx="1693131" cy="6750672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9D90ED4-0C50-45A9-8A14-703D12AEF4E6}"/>
                </a:ext>
              </a:extLst>
            </p:cNvPr>
            <p:cNvSpPr/>
            <p:nvPr/>
          </p:nvSpPr>
          <p:spPr>
            <a:xfrm rot="7149909">
              <a:off x="3907424" y="4479593"/>
              <a:ext cx="2075447" cy="2118801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20482A4-C598-41A8-A149-8BC2014D4CA5}"/>
                </a:ext>
              </a:extLst>
            </p:cNvPr>
            <p:cNvSpPr/>
            <p:nvPr/>
          </p:nvSpPr>
          <p:spPr>
            <a:xfrm rot="6758370">
              <a:off x="2605880" y="1142437"/>
              <a:ext cx="729873" cy="3154742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291EF77-88E2-46B1-B1F5-75E16C62DB5A}"/>
              </a:ext>
            </a:extLst>
          </p:cNvPr>
          <p:cNvGrpSpPr/>
          <p:nvPr/>
        </p:nvGrpSpPr>
        <p:grpSpPr>
          <a:xfrm>
            <a:off x="1393446" y="-97276"/>
            <a:ext cx="9405108" cy="7329423"/>
            <a:chOff x="1393446" y="-97276"/>
            <a:chExt cx="9405108" cy="732942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215E600-7C66-44F5-85C5-99F1EB3145B3}"/>
                </a:ext>
              </a:extLst>
            </p:cNvPr>
            <p:cNvGrpSpPr/>
            <p:nvPr/>
          </p:nvGrpSpPr>
          <p:grpSpPr>
            <a:xfrm rot="9900000">
              <a:off x="4435327" y="2347076"/>
              <a:ext cx="5116391" cy="4885071"/>
              <a:chOff x="2079711" y="-496348"/>
              <a:chExt cx="7391664" cy="7057477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2E7F486-5C1E-4F4E-92C6-E3DADAF16574}"/>
                  </a:ext>
                </a:extLst>
              </p:cNvPr>
              <p:cNvSpPr/>
              <p:nvPr/>
            </p:nvSpPr>
            <p:spPr>
              <a:xfrm rot="4500000">
                <a:off x="4776727" y="1987650"/>
                <a:ext cx="3546539" cy="76073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526B99CC-919C-42B7-ABEF-F7EDAA1BD4D7}"/>
                  </a:ext>
                </a:extLst>
              </p:cNvPr>
              <p:cNvSpPr/>
              <p:nvPr/>
            </p:nvSpPr>
            <p:spPr>
              <a:xfrm rot="8100000">
                <a:off x="4114514" y="2026989"/>
                <a:ext cx="3822141" cy="91131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2B7ED61-86D5-459A-B174-4A52DCD45015}"/>
                  </a:ext>
                </a:extLst>
              </p:cNvPr>
              <p:cNvSpPr/>
              <p:nvPr/>
            </p:nvSpPr>
            <p:spPr>
              <a:xfrm rot="11631303">
                <a:off x="4283378" y="3164070"/>
                <a:ext cx="2802675" cy="1051210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7E7F168-768E-486E-BF44-BFACCB08B33F}"/>
                  </a:ext>
                </a:extLst>
              </p:cNvPr>
              <p:cNvSpPr/>
              <p:nvPr/>
            </p:nvSpPr>
            <p:spPr>
              <a:xfrm rot="11984027">
                <a:off x="2079711" y="542324"/>
                <a:ext cx="7391664" cy="1209532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F3A9DE7-7D7A-442A-B799-2509AD62ECF8}"/>
                  </a:ext>
                </a:extLst>
              </p:cNvPr>
              <p:cNvSpPr/>
              <p:nvPr/>
            </p:nvSpPr>
            <p:spPr>
              <a:xfrm rot="14775064">
                <a:off x="219767" y="1963218"/>
                <a:ext cx="7057477" cy="2138346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225E0B-A370-4B91-9F92-FA284B50C120}"/>
                </a:ext>
              </a:extLst>
            </p:cNvPr>
            <p:cNvGrpSpPr/>
            <p:nvPr/>
          </p:nvGrpSpPr>
          <p:grpSpPr>
            <a:xfrm rot="20700000">
              <a:off x="1774482" y="1144032"/>
              <a:ext cx="5617897" cy="4742123"/>
              <a:chOff x="1999617" y="-487604"/>
              <a:chExt cx="8116191" cy="685095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D701582-1C53-4398-B5F6-084E459C1505}"/>
                  </a:ext>
                </a:extLst>
              </p:cNvPr>
              <p:cNvSpPr/>
              <p:nvPr/>
            </p:nvSpPr>
            <p:spPr>
              <a:xfrm rot="4642395">
                <a:off x="5516962" y="2546090"/>
                <a:ext cx="2368254" cy="76073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4AE28B5-199F-44B9-8D47-CBA7BA5B84C3}"/>
                  </a:ext>
                </a:extLst>
              </p:cNvPr>
              <p:cNvSpPr/>
              <p:nvPr/>
            </p:nvSpPr>
            <p:spPr>
              <a:xfrm rot="8100000">
                <a:off x="2799988" y="2558110"/>
                <a:ext cx="5388959" cy="911314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CDB445-A9A0-4663-ABB9-1F0288B7EC58}"/>
                  </a:ext>
                </a:extLst>
              </p:cNvPr>
              <p:cNvSpPr/>
              <p:nvPr/>
            </p:nvSpPr>
            <p:spPr>
              <a:xfrm rot="11631303">
                <a:off x="2442486" y="3025802"/>
                <a:ext cx="4719929" cy="771886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2A9E492-6DC0-4655-9A1A-5A287A0C863A}"/>
                  </a:ext>
                </a:extLst>
              </p:cNvPr>
              <p:cNvSpPr/>
              <p:nvPr/>
            </p:nvSpPr>
            <p:spPr>
              <a:xfrm rot="11984027">
                <a:off x="1999617" y="642528"/>
                <a:ext cx="8116191" cy="1210517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5C22552-A306-41FC-A51F-FE76E9326235}"/>
                  </a:ext>
                </a:extLst>
              </p:cNvPr>
              <p:cNvSpPr/>
              <p:nvPr/>
            </p:nvSpPr>
            <p:spPr>
              <a:xfrm rot="14775064">
                <a:off x="281440" y="1868703"/>
                <a:ext cx="6850959" cy="2138346"/>
              </a:xfrm>
              <a:prstGeom prst="ellipse">
                <a:avLst/>
              </a:prstGeom>
              <a:noFill/>
              <a:ln w="508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8CA404A-E476-4572-A6AD-50C6CE5227FB}"/>
                </a:ext>
              </a:extLst>
            </p:cNvPr>
            <p:cNvSpPr/>
            <p:nvPr/>
          </p:nvSpPr>
          <p:spPr>
            <a:xfrm rot="7642703">
              <a:off x="4913751" y="3469645"/>
              <a:ext cx="1532687" cy="1545463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CEFB67A-A611-4830-8BCA-D7F7C4BAEC1C}"/>
                </a:ext>
              </a:extLst>
            </p:cNvPr>
            <p:cNvSpPr/>
            <p:nvPr/>
          </p:nvSpPr>
          <p:spPr>
            <a:xfrm rot="7642703">
              <a:off x="5078822" y="1582444"/>
              <a:ext cx="3831286" cy="1448095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9E710C3-61AE-4AF0-B2CB-4C39AC209C26}"/>
                </a:ext>
              </a:extLst>
            </p:cNvPr>
            <p:cNvSpPr/>
            <p:nvPr/>
          </p:nvSpPr>
          <p:spPr>
            <a:xfrm rot="5400000">
              <a:off x="3300444" y="583012"/>
              <a:ext cx="2650214" cy="1289638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1ECF458-D4B1-4B96-8EDF-9CDE8768B563}"/>
                </a:ext>
              </a:extLst>
            </p:cNvPr>
            <p:cNvSpPr/>
            <p:nvPr/>
          </p:nvSpPr>
          <p:spPr>
            <a:xfrm rot="9405075">
              <a:off x="7256642" y="2560443"/>
              <a:ext cx="3406686" cy="1264261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FBA3246-6D28-4DEE-9F61-B78BDB5D46B2}"/>
                </a:ext>
              </a:extLst>
            </p:cNvPr>
            <p:cNvSpPr/>
            <p:nvPr/>
          </p:nvSpPr>
          <p:spPr>
            <a:xfrm rot="6713205">
              <a:off x="6576652" y="-2000303"/>
              <a:ext cx="1693131" cy="6750672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575BE13-109F-44E4-85E6-344B7AC5A9D9}"/>
                </a:ext>
              </a:extLst>
            </p:cNvPr>
            <p:cNvSpPr/>
            <p:nvPr/>
          </p:nvSpPr>
          <p:spPr>
            <a:xfrm rot="7149909">
              <a:off x="3907424" y="4479593"/>
              <a:ext cx="2075447" cy="2118801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09E8C9D-FE02-4A01-AB0B-1121D59F2984}"/>
                </a:ext>
              </a:extLst>
            </p:cNvPr>
            <p:cNvSpPr/>
            <p:nvPr/>
          </p:nvSpPr>
          <p:spPr>
            <a:xfrm rot="6758370">
              <a:off x="2605880" y="1142437"/>
              <a:ext cx="729873" cy="3154742"/>
            </a:xfrm>
            <a:prstGeom prst="ellipse">
              <a:avLst/>
            </a:prstGeom>
            <a:noFill/>
            <a:ln w="508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1455328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35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66</cp:revision>
  <dcterms:created xsi:type="dcterms:W3CDTF">2020-11-20T09:35:21Z</dcterms:created>
  <dcterms:modified xsi:type="dcterms:W3CDTF">2020-11-21T13:46:06Z</dcterms:modified>
</cp:coreProperties>
</file>