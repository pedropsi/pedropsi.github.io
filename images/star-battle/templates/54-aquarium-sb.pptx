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A4"/>
    <a:srgbClr val="CCFFFF"/>
    <a:srgbClr val="ABDDFF"/>
    <a:srgbClr val="DDEFEE"/>
    <a:srgbClr val="CCFFC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648" y="59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9C6F-3349-44DA-BF53-8CA90526D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6DC63-A618-4A0F-98B0-4C21C8B72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A7A3D-B776-4C39-A391-4C795B7A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CA884-BDAE-4158-B6A8-9EFF51F4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5742-CD2B-4754-8F06-800C47D1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6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1ED4-A71B-4AFC-9C20-EFAAA4B8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0B06-6398-4E20-8C6C-750FAD27F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434C-3FBE-48C6-BB5C-BEEF1D55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18E2-818B-409F-AC05-B72D9E8F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84ECF-539F-4CCB-B317-EF59BDE4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6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59ED-EFA1-4536-B880-B5E12E0FF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BC17F-3063-4110-95D7-ABA9F3BB8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2A6C-0422-4778-83C8-BD032CD0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82772-4B22-48ED-B6BF-0219A744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7D03-4D90-4CDC-9EE2-916E81AC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0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D64A-C473-4040-B575-3706D4BB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A37B-1263-415D-8993-C5BC24D9A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CB4CA-7A2F-43D9-863C-9CBB7DF88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D3AC3-E208-4DE6-BE27-8264F483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FA7E8-10A0-4514-89EA-6C857227B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30E8D-0146-4649-8027-7D41AE06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1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BA43-E88C-4A0B-8E82-5CCF5104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3A537-4954-4840-9FF3-B2EF8A2DE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2D1FF-879F-4B74-B2DD-A7849DF81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F1BDBD-3395-4677-A226-EBC57320C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E59A2-88D8-4B43-9C06-9CAA4C6E7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F9756-15E7-45C6-A08F-1229371D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A1721-2DB9-4970-8449-73E5F314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065A6-426E-497E-AE3D-18BB243B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16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3D01-7917-4CFC-B9A7-AAD12DD2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5672E-5225-4169-AAE5-291C3468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B76A3-AAB1-409D-9605-D583CAE0C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208EA-29A8-49AD-BF79-5FD5B84F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5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EF5CC-011D-4659-88F9-148B3C8F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55F00-87E5-49F7-BBEE-9704D416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68D14-E5E4-4181-9657-B5A2EB18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0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4974-B11C-4080-9A44-C3B0E0B4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F76A-7057-44D0-8457-8C4E2CB10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7CCC0-4FC1-41CB-9435-82EB30597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07D96-88B0-4449-BD5C-49D5C66A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6E26-C885-45DF-AC0A-9F2E00D3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29EE3-DFA6-4CB5-AB69-0B539551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1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0D50-993D-4EFF-B48E-3EC72596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C1247-5654-424E-929C-389A9296D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C15C1-94D2-4FCF-A3DF-CFCC68283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B840F-D84F-4612-A209-FBD9A2A6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06FC0-9159-4112-A20F-83920B942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E3FA1-B22C-4A47-9FF6-9B761F91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9743-1973-4173-9FEF-AC4E4470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25351-D160-4463-A8A2-1D18B5BB1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ACB48-A78F-4EBF-A8C3-B1B83950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D1DCB-9B2A-464E-A9B2-0FF9E7D2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70EB-BE03-4018-A11D-C6996806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B3D90-D815-43DF-B6B8-6FF499C4D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2A787-D55C-435A-8A96-17207AE14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0DA82-36EC-4E9E-8776-CA66CD87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B9746-A8FC-45B1-89E9-839A1B1DE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FE606-1F40-4705-8FE4-7ED0A1DD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8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138C3-D80D-440D-BFD9-044A072A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E314A-4793-4672-9C04-62FB3FCB0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57F7-997F-4FF6-93E2-F60FEBEB5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D411-A451-437E-85A2-85BC02AAEA4C}" type="datetimeFigureOut">
              <a:rPr lang="en-US" smtClean="0"/>
              <a:t>3/13/2021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E2E7E-4A52-44A3-B102-B0F56CA0C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FC2FB-BFE2-4B3F-8FEC-2DF0BE807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F5D8E-C43F-403B-984E-6671E02FB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6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8C473B-748F-4844-8017-D2217120C55A}"/>
              </a:ext>
            </a:extLst>
          </p:cNvPr>
          <p:cNvGrpSpPr/>
          <p:nvPr/>
        </p:nvGrpSpPr>
        <p:grpSpPr>
          <a:xfrm>
            <a:off x="-173319" y="-5936650"/>
            <a:ext cx="11126394" cy="13371284"/>
            <a:chOff x="1065606" y="-8621484"/>
            <a:chExt cx="11126394" cy="13371284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DD43EE79-4E4E-4F0E-86E3-06F294D8B561}"/>
                </a:ext>
              </a:extLst>
            </p:cNvPr>
            <p:cNvSpPr/>
            <p:nvPr/>
          </p:nvSpPr>
          <p:spPr>
            <a:xfrm>
              <a:off x="1065606" y="-8621484"/>
              <a:ext cx="11126394" cy="13371284"/>
            </a:xfrm>
            <a:prstGeom prst="rect">
              <a:avLst/>
            </a:prstGeom>
            <a:solidFill>
              <a:srgbClr val="ABDDFF"/>
            </a:solidFill>
            <a:ln w="76200">
              <a:solidFill>
                <a:srgbClr val="0062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86909848-808D-47D6-83BF-D961CF82563E}"/>
                </a:ext>
              </a:extLst>
            </p:cNvPr>
            <p:cNvSpPr txBox="1"/>
            <p:nvPr/>
          </p:nvSpPr>
          <p:spPr>
            <a:xfrm>
              <a:off x="1402561" y="-7029524"/>
              <a:ext cx="10529630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water to the Aquarium, filling the given number of cells per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Gravity makes the top surface of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each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water body horizontal.</a:t>
              </a:r>
            </a:p>
            <a:p>
              <a:pPr algn="ctr"/>
              <a:r>
                <a:rPr lang="en-GB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Then place</a:t>
              </a:r>
              <a:r>
                <a:rPr lang="pt-PT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AU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 stars per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compartment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line.</a:t>
              </a:r>
            </a:p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 containing sea stars share no vertices.</a:t>
              </a:r>
            </a:p>
            <a:p>
              <a:pPr algn="ctr"/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sea stars are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underwater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709439BC-1243-4FAD-B617-6B4EA814117C}"/>
                </a:ext>
              </a:extLst>
            </p:cNvPr>
            <p:cNvSpPr/>
            <p:nvPr/>
          </p:nvSpPr>
          <p:spPr>
            <a:xfrm>
              <a:off x="5064264" y="3963386"/>
              <a:ext cx="7021450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rgbClr val="0062A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#54 by Pedro PSI – 13</a:t>
              </a:r>
              <a:r>
                <a:rPr lang="en-US" b="1" baseline="30000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March 2021</a:t>
              </a:r>
            </a:p>
            <a:p>
              <a:pPr algn="r"/>
              <a:r>
                <a:rPr lang="pt-PT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</a:t>
              </a:r>
              <a:r>
                <a:rPr lang="pt-PT" i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endParaRPr lang="pt-PT" i="1" dirty="0">
                <a:solidFill>
                  <a:srgbClr val="0062A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C29BF731-6494-4196-9321-26CEDBC259D7}"/>
                </a:ext>
              </a:extLst>
            </p:cNvPr>
            <p:cNvSpPr txBox="1"/>
            <p:nvPr/>
          </p:nvSpPr>
          <p:spPr>
            <a:xfrm>
              <a:off x="1500909" y="-8154804"/>
              <a:ext cx="103113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5400" b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</a:t>
              </a:r>
              <a:r>
                <a:rPr lang="pt-PT" sz="5400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5400" b="1" i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5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Aquarium</a:t>
              </a:r>
              <a:r>
                <a:rPr lang="pt-PT" sz="5400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2★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3A3855C-2DC5-4DEE-8F50-CC8C924370C2}"/>
                </a:ext>
              </a:extLst>
            </p:cNvPr>
            <p:cNvGrpSpPr/>
            <p:nvPr/>
          </p:nvGrpSpPr>
          <p:grpSpPr>
            <a:xfrm>
              <a:off x="2340491" y="-4921417"/>
              <a:ext cx="7886137" cy="8784114"/>
              <a:chOff x="2233487" y="-5101160"/>
              <a:chExt cx="7886137" cy="8784114"/>
            </a:xfrm>
          </p:grpSpPr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B498C704-323D-48E0-8262-67075E8C3F99}"/>
                  </a:ext>
                </a:extLst>
              </p:cNvPr>
              <p:cNvGrpSpPr/>
              <p:nvPr/>
            </p:nvGrpSpPr>
            <p:grpSpPr>
              <a:xfrm>
                <a:off x="2815540" y="-4322304"/>
                <a:ext cx="7240248" cy="7240603"/>
                <a:chOff x="3080338" y="459782"/>
                <a:chExt cx="6030414" cy="6030709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33918D86-A671-4C69-A5C1-F7EE08A822E2}"/>
                    </a:ext>
                  </a:extLst>
                </p:cNvPr>
                <p:cNvGrpSpPr/>
                <p:nvPr/>
              </p:nvGrpSpPr>
              <p:grpSpPr>
                <a:xfrm>
                  <a:off x="3081247" y="459782"/>
                  <a:ext cx="6029505" cy="6011461"/>
                  <a:chOff x="-3014195" y="-4673362"/>
                  <a:chExt cx="6029505" cy="6011461"/>
                </a:xfrm>
              </p:grpSpPr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461357F8-90E8-4441-B30B-A9041FBE9C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1486456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9EFCC8E0-277B-4330-9353-02AF9869A0E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BE4C31F-CFF4-467C-BBB5-50E2F0E1344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525B5525-5ED4-4119-962B-6DE47E6C4F8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983C2F12-8EB5-42BC-8018-B010FD3F4E2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5" name="Rectangle 344">
                    <a:extLst>
                      <a:ext uri="{FF2B5EF4-FFF2-40B4-BE49-F238E27FC236}">
                        <a16:creationId xmlns:a16="http://schemas.microsoft.com/office/drawing/2014/main" id="{D6E3842E-6184-47DA-B455-89A837163BB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D82950D3-09F0-4180-97D1-2E102EFC867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7" name="Rectangle 346">
                    <a:extLst>
                      <a:ext uri="{FF2B5EF4-FFF2-40B4-BE49-F238E27FC236}">
                        <a16:creationId xmlns:a16="http://schemas.microsoft.com/office/drawing/2014/main" id="{C9390886-5590-4295-AA14-772F46AA695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97AA28A8-E9EB-4815-B50F-519E5FEC2BA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01520753-43C9-4F85-A2E6-35F7E2FA3EF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05765EE4-3FEB-464D-BE27-DD3C54A6772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10EBB24D-5D68-4A28-970C-1B3AA2F8C2F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0E668EA8-FEFB-4854-8E1D-ABE443A56D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916A1044-50A1-4B8D-BA09-3F3F209BC7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284674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A0B1931D-966D-4D0D-A6D6-217CA2616BA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1D6DFF31-5F7A-4AC8-B705-7DFDD1DA6E9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76332369-9577-435F-AA10-6066A672B6F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C8E83CD5-C15F-4687-A2BC-91F35E938CB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id="{0E4DB55E-26EB-4F9B-9ECB-BDFA0C026D5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9" name="Rectangle 358">
                    <a:extLst>
                      <a:ext uri="{FF2B5EF4-FFF2-40B4-BE49-F238E27FC236}">
                        <a16:creationId xmlns:a16="http://schemas.microsoft.com/office/drawing/2014/main" id="{1AD1423D-DF06-4F41-AED1-48DD43C794A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286095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0" name="Rectangle 359">
                    <a:extLst>
                      <a:ext uri="{FF2B5EF4-FFF2-40B4-BE49-F238E27FC236}">
                        <a16:creationId xmlns:a16="http://schemas.microsoft.com/office/drawing/2014/main" id="{B4ECD8FB-3CE9-43DC-B4B2-962B626ED5B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346508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69216AB-4F66-43E9-AC2B-24505168C9B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8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931FAFAC-4183-4499-A06B-022563D22AD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3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46163BBC-C046-44F9-AA7C-C128F50D120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7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92647429-2FAD-419E-805D-478B11CEC2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9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EF4B203A-1327-4A6D-868B-C1E045CEFD2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4" y="-227187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34B4C221-208B-4529-9A8B-95C222366CD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5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DD9440D3-B7ED-4162-9473-7118D896DD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1528854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0E117A27-1E29-4E7B-9EB8-1C95147A6AF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98D62736-DDAE-4FCD-B1FB-CF772A355B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31C8257A-5BCC-4263-BDF7-04635955D21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1" name="Rectangle 370">
                    <a:extLst>
                      <a:ext uri="{FF2B5EF4-FFF2-40B4-BE49-F238E27FC236}">
                        <a16:creationId xmlns:a16="http://schemas.microsoft.com/office/drawing/2014/main" id="{C82C6E8E-E765-44C1-B3C2-7602D983E7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2" name="Rectangle 371">
                    <a:extLst>
                      <a:ext uri="{FF2B5EF4-FFF2-40B4-BE49-F238E27FC236}">
                        <a16:creationId xmlns:a16="http://schemas.microsoft.com/office/drawing/2014/main" id="{898E30B0-D685-4B43-B41A-485A5BF196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3" name="Rectangle 372">
                    <a:extLst>
                      <a:ext uri="{FF2B5EF4-FFF2-40B4-BE49-F238E27FC236}">
                        <a16:creationId xmlns:a16="http://schemas.microsoft.com/office/drawing/2014/main" id="{694674D1-314E-4A70-9504-9785B2162F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02BFAEE2-C54E-4007-BFB1-92704918BB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885311B1-5310-42E3-8A51-64E7C681E47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6D4F0D61-3891-4B55-91ED-12532D8C65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76C5258D-8957-49CF-8B31-BABF249265B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C1E86FEB-3BE0-4EC1-B2BF-8BFEF4C7D3B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CBE9C313-EEF3-4EC5-90AA-F86E3111E0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2DBF0EAB-2210-4B56-AD32-F2C14A756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2730636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4F79F949-9981-4ED7-B2CD-3BD3A449DC7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74AF27F2-C2A0-4C70-9966-0DDA9A5C253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6BF7AB5A-99E5-4660-A582-A9AE7F3D16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FB73ED2D-3951-49E7-B0BB-F0A0CC94A94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CA6B310A-0AB8-4C5F-8A5F-F9939366C4E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3728C2B4-9895-45BD-9534-731F47E3844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286095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A6AF534B-467F-447A-9C9D-349EA270600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346508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A00F97A8-1B77-4CD5-A6AE-5DC4C8AA108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2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209C34D1-B783-4785-8349-2C3C8FCBFC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7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5448CBA3-CB33-4FD0-A5E3-3CB15EC7E3A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3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6120DBD5-5B9A-4163-8B9C-70B31B2C0B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1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39400186-9572-4192-87B7-D94F98CA304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6" y="-227187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E2338B02-0585-435B-AE98-AB11581A8CC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5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31F49B93-4AE7-4E5E-B845-F65DE91105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1486456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9" name="Rectangle 398">
                    <a:extLst>
                      <a:ext uri="{FF2B5EF4-FFF2-40B4-BE49-F238E27FC236}">
                        <a16:creationId xmlns:a16="http://schemas.microsoft.com/office/drawing/2014/main" id="{F52ED5CB-49F3-4D63-9BB6-32EC261DD49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AEF72098-ECAF-4083-916F-38D052021EB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6E709C7C-C555-4679-8253-E7CCCABC548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01292FEF-D8F1-4662-B71D-7860771E7B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9B06F4A8-010A-46C5-96FE-9A73F778652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1DE4B250-7C93-4683-875D-AABC469576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F60E00FD-4A93-401E-9705-09E2D31A477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7F2017C4-6F9C-4B6F-B294-5F7FBBB3AB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842D6E95-4558-46FC-A05C-4F9F386C6CD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46978206-F3AA-4F90-90F6-259A4AC481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50DACBCF-B2A6-4BE2-9FD7-004112AC858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id="{30C41E06-5BFD-473F-9BAD-6E1A36E1C6F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11" name="Straight Connector 410">
                    <a:extLst>
                      <a:ext uri="{FF2B5EF4-FFF2-40B4-BE49-F238E27FC236}">
                        <a16:creationId xmlns:a16="http://schemas.microsoft.com/office/drawing/2014/main" id="{899705C8-164B-432C-811D-54613FDDA9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284674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2" name="Rectangle 411">
                    <a:extLst>
                      <a:ext uri="{FF2B5EF4-FFF2-40B4-BE49-F238E27FC236}">
                        <a16:creationId xmlns:a16="http://schemas.microsoft.com/office/drawing/2014/main" id="{989C7F5F-8268-4DEF-BA77-09CB6A60343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4FE5995F-A1E5-4A90-96E4-26B8D05F42A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9748ABAD-7993-4FDA-A951-E239B5A2846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DA69FAF1-04C5-4349-910F-C256E95E5FA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78B17E85-5C52-4B4B-8195-9E658506956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14E04F0B-EE4D-461A-AAB0-A080E7DA6CA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1448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5DB52DF2-7C01-4B06-97FC-440B1DD11DB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5925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1748C40C-4136-48C5-8A0F-D25B24A3271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8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F3BA98BD-7F2E-41B3-AEE6-081B4129838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3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612B46D8-E2E8-4D28-ABC5-63E260CF281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7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8E6FE9FB-808B-456D-85CB-894A50588DD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9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ACBF68E5-D398-4F89-B286-EE3F9D9D9D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4" y="73396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4" name="Rectangle 423">
                    <a:extLst>
                      <a:ext uri="{FF2B5EF4-FFF2-40B4-BE49-F238E27FC236}">
                        <a16:creationId xmlns:a16="http://schemas.microsoft.com/office/drawing/2014/main" id="{1EBD3E60-D429-4210-A35A-80C723E518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5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081742E-530A-4BF8-8B73-D4BE9F8F00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1528854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28887812-D499-44F9-A798-159A40EAE26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B232B810-FCB8-4E4B-B946-D6D44EE57AB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7B52F843-15C3-4338-ABEA-FD644936486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AE2B67F8-603E-43CE-8ECA-F21F8B03876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21F1D90-A23B-40CF-A7B0-75CE4578F4E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26DC2657-560F-4205-AE54-119F22B9A07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A476D3FA-8F9F-4CD5-80CF-E91A012EF4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819B6524-E5D9-413C-83AD-66CF66622EB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F6305A40-EE8B-4451-B0A0-FC00427529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AD091C07-B367-497A-87E6-DAD535B9069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6" name="Rectangle 435">
                    <a:extLst>
                      <a:ext uri="{FF2B5EF4-FFF2-40B4-BE49-F238E27FC236}">
                        <a16:creationId xmlns:a16="http://schemas.microsoft.com/office/drawing/2014/main" id="{441BA4DE-D192-4571-8994-57E5ADDA5D6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7" name="Rectangle 436">
                    <a:extLst>
                      <a:ext uri="{FF2B5EF4-FFF2-40B4-BE49-F238E27FC236}">
                        <a16:creationId xmlns:a16="http://schemas.microsoft.com/office/drawing/2014/main" id="{B12DA856-4967-47EF-B0C4-D92F0972808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17BD7421-AF89-4FA3-883E-423D7D1388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2730636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BA042AAB-7D87-4299-B3A2-05B0EE4180F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EAF505AF-1AD4-4360-B5E7-175552BAC1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7CA8962D-CC38-4967-934F-818C438FA9F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44C97F99-6555-4738-9878-BBDB5E59A39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B03EB39-52E2-4432-A666-FC293964D6F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40AFBCD7-391A-45BD-9721-90DBFA5978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1448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1E6CEEB4-DF2E-4653-A7A5-080A603078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5925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015FDD7-8E23-4621-8336-600BD93F8D0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2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48EC4CA1-0E74-4E7A-98C6-2BE50D1A3D9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7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479D96DD-BF92-452D-B14B-414215C99EF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3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9" name="Rectangle 448">
                    <a:extLst>
                      <a:ext uri="{FF2B5EF4-FFF2-40B4-BE49-F238E27FC236}">
                        <a16:creationId xmlns:a16="http://schemas.microsoft.com/office/drawing/2014/main" id="{5B5D0BB6-92C8-40DC-86B8-53B3A11969C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1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id="{711C4101-4284-4167-B0F8-2DBA924CE7C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6" y="73396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51" name="Rectangle 450">
                    <a:extLst>
                      <a:ext uri="{FF2B5EF4-FFF2-40B4-BE49-F238E27FC236}">
                        <a16:creationId xmlns:a16="http://schemas.microsoft.com/office/drawing/2014/main" id="{281586C5-9903-4DCD-B82D-0C887799752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5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</p:grp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BB979532-35FD-4BCD-A1AF-5B0425C376E7}"/>
                    </a:ext>
                  </a:extLst>
                </p:cNvPr>
                <p:cNvGrpSpPr/>
                <p:nvPr/>
              </p:nvGrpSpPr>
              <p:grpSpPr>
                <a:xfrm>
                  <a:off x="3080338" y="459782"/>
                  <a:ext cx="6030412" cy="6030709"/>
                  <a:chOff x="3080338" y="459782"/>
                  <a:chExt cx="6030412" cy="6030709"/>
                </a:xfrm>
              </p:grpSpPr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43B35090-9AB7-4556-99C6-906738940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81247" y="459782"/>
                    <a:ext cx="6029503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48466CBD-D424-47AF-9F1E-6FA28052FE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81247" y="6490491"/>
                    <a:ext cx="6029503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2D74BCA2-A8A7-46CD-B147-E6BCF77A06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10750" y="467312"/>
                    <a:ext cx="0" cy="6003929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A702570E-D00D-4401-BCF1-68B4B727CE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81247" y="467312"/>
                    <a:ext cx="0" cy="6003929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Straight Connector 283">
                    <a:extLst>
                      <a:ext uri="{FF2B5EF4-FFF2-40B4-BE49-F238E27FC236}">
                        <a16:creationId xmlns:a16="http://schemas.microsoft.com/office/drawing/2014/main" id="{CA580961-FC4F-4834-9088-16BF3432B0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04832" y="1066010"/>
                    <a:ext cx="180591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>
                    <a:extLst>
                      <a:ext uri="{FF2B5EF4-FFF2-40B4-BE49-F238E27FC236}">
                        <a16:creationId xmlns:a16="http://schemas.microsoft.com/office/drawing/2014/main" id="{5F760FF6-8F29-42F9-BC4B-FE41CB8F2A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14184" y="2857078"/>
                    <a:ext cx="296374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Straight Connector 285">
                    <a:extLst>
                      <a:ext uri="{FF2B5EF4-FFF2-40B4-BE49-F238E27FC236}">
                        <a16:creationId xmlns:a16="http://schemas.microsoft.com/office/drawing/2014/main" id="{C59C78AD-C70B-4FF6-A9ED-6A14126ADC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92029" y="1675766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Straight Connector 286">
                    <a:extLst>
                      <a:ext uri="{FF2B5EF4-FFF2-40B4-BE49-F238E27FC236}">
                        <a16:creationId xmlns:a16="http://schemas.microsoft.com/office/drawing/2014/main" id="{EAA54376-0E87-457D-AC3D-56EBC59E0D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98340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Straight Connector 287">
                    <a:extLst>
                      <a:ext uri="{FF2B5EF4-FFF2-40B4-BE49-F238E27FC236}">
                        <a16:creationId xmlns:a16="http://schemas.microsoft.com/office/drawing/2014/main" id="{5B0165E4-3920-4665-956F-5F866C724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1385448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Straight Connector 288">
                    <a:extLst>
                      <a:ext uri="{FF2B5EF4-FFF2-40B4-BE49-F238E27FC236}">
                        <a16:creationId xmlns:a16="http://schemas.microsoft.com/office/drawing/2014/main" id="{458F5280-7E84-435D-9B16-A0D192463B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385758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Straight Connector 289">
                    <a:extLst>
                      <a:ext uri="{FF2B5EF4-FFF2-40B4-BE49-F238E27FC236}">
                        <a16:creationId xmlns:a16="http://schemas.microsoft.com/office/drawing/2014/main" id="{78F14E59-F6D5-4E83-B688-7DFEAA114F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393047" y="777322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Straight Connector 290">
                    <a:extLst>
                      <a:ext uri="{FF2B5EF4-FFF2-40B4-BE49-F238E27FC236}">
                        <a16:creationId xmlns:a16="http://schemas.microsoft.com/office/drawing/2014/main" id="{3862A0A8-84D8-4052-94D5-3105DD312F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95440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>
                    <a:extLst>
                      <a:ext uri="{FF2B5EF4-FFF2-40B4-BE49-F238E27FC236}">
                        <a16:creationId xmlns:a16="http://schemas.microsoft.com/office/drawing/2014/main" id="{842546DF-7ECA-4748-A154-ECED20FE5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Connector 292">
                    <a:extLst>
                      <a:ext uri="{FF2B5EF4-FFF2-40B4-BE49-F238E27FC236}">
                        <a16:creationId xmlns:a16="http://schemas.microsoft.com/office/drawing/2014/main" id="{7702120A-74A9-4675-B57B-43E42AB38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800365" y="1385448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FBF49E3D-3F94-46ED-87A5-7C2B02EC2F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12349" y="491785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48586F59-0124-4775-95A3-5848EAD35F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189235" y="789602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E81A3DC7-D199-4D33-9DC4-662E514D87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370656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40D40107-FFA6-4FBF-8DB8-4D0A3A8C1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85384" y="1675766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>
                    <a:extLst>
                      <a:ext uri="{FF2B5EF4-FFF2-40B4-BE49-F238E27FC236}">
                        <a16:creationId xmlns:a16="http://schemas.microsoft.com/office/drawing/2014/main" id="{95227E68-8C24-4DEF-895C-32DCD43EA3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596849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Straight Connector 298">
                    <a:extLst>
                      <a:ext uri="{FF2B5EF4-FFF2-40B4-BE49-F238E27FC236}">
                        <a16:creationId xmlns:a16="http://schemas.microsoft.com/office/drawing/2014/main" id="{4C50426D-2F28-49B9-A0F5-E484D9C350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06531" y="2288192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EF6A2252-815A-40F5-9DE2-AB2AD8EEC0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295647" y="1058925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5E87BF54-0F3E-469A-9F09-B738D8DEE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701329" y="2247139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Connector 301">
                    <a:extLst>
                      <a:ext uri="{FF2B5EF4-FFF2-40B4-BE49-F238E27FC236}">
                        <a16:creationId xmlns:a16="http://schemas.microsoft.com/office/drawing/2014/main" id="{701CCD84-DAFD-434B-B85F-B262F15AA5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924911" y="2875782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Straight Connector 302">
                    <a:extLst>
                      <a:ext uri="{FF2B5EF4-FFF2-40B4-BE49-F238E27FC236}">
                        <a16:creationId xmlns:a16="http://schemas.microsoft.com/office/drawing/2014/main" id="{A4D3A776-50A5-45E6-9050-84A660B1AB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98340" y="28989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" name="Straight Connector 303">
                    <a:extLst>
                      <a:ext uri="{FF2B5EF4-FFF2-40B4-BE49-F238E27FC236}">
                        <a16:creationId xmlns:a16="http://schemas.microsoft.com/office/drawing/2014/main" id="{1724E3C9-319D-419B-808C-2DDBABCEE7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5570895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Straight Connector 304">
                    <a:extLst>
                      <a:ext uri="{FF2B5EF4-FFF2-40B4-BE49-F238E27FC236}">
                        <a16:creationId xmlns:a16="http://schemas.microsoft.com/office/drawing/2014/main" id="{487FB373-696C-4F7F-8B74-9EAD79EE25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8200230" y="5580520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Straight Connector 305">
                    <a:extLst>
                      <a:ext uri="{FF2B5EF4-FFF2-40B4-BE49-F238E27FC236}">
                        <a16:creationId xmlns:a16="http://schemas.microsoft.com/office/drawing/2014/main" id="{F0E170A2-2A89-4726-ABBE-06ACB38623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793371" y="5570895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171F4721-0339-42DE-900F-149CC24C8D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981828" y="4982559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9" name="Straight Connector 308">
                    <a:extLst>
                      <a:ext uri="{FF2B5EF4-FFF2-40B4-BE49-F238E27FC236}">
                        <a16:creationId xmlns:a16="http://schemas.microsoft.com/office/drawing/2014/main" id="{20ADDDA4-AE0B-4225-9241-86B77B8A73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52940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0" name="Straight Connector 309">
                    <a:extLst>
                      <a:ext uri="{FF2B5EF4-FFF2-40B4-BE49-F238E27FC236}">
                        <a16:creationId xmlns:a16="http://schemas.microsoft.com/office/drawing/2014/main" id="{7DECD698-92D7-467E-B84B-8FB65F0628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87878" y="52940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>
                    <a:extLst>
                      <a:ext uri="{FF2B5EF4-FFF2-40B4-BE49-F238E27FC236}">
                        <a16:creationId xmlns:a16="http://schemas.microsoft.com/office/drawing/2014/main" id="{5733460F-8484-4FD6-9420-4B57FD87A3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596057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4FB9B9C3-CF69-40CD-8861-B28ACF4027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Connector 312">
                    <a:extLst>
                      <a:ext uri="{FF2B5EF4-FFF2-40B4-BE49-F238E27FC236}">
                        <a16:creationId xmlns:a16="http://schemas.microsoft.com/office/drawing/2014/main" id="{132BB2B2-397B-4D92-9DCA-A6240A8FB0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189235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" name="Straight Connector 313">
                    <a:extLst>
                      <a:ext uri="{FF2B5EF4-FFF2-40B4-BE49-F238E27FC236}">
                        <a16:creationId xmlns:a16="http://schemas.microsoft.com/office/drawing/2014/main" id="{8D2E3043-63DE-4455-9087-09AC263A11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439440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5" name="Straight Connector 314">
                    <a:extLst>
                      <a:ext uri="{FF2B5EF4-FFF2-40B4-BE49-F238E27FC236}">
                        <a16:creationId xmlns:a16="http://schemas.microsoft.com/office/drawing/2014/main" id="{D7C298D7-7225-43CE-A001-E68D1F8505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2729" y="4085759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6" name="Straight Connector 315">
                    <a:extLst>
                      <a:ext uri="{FF2B5EF4-FFF2-40B4-BE49-F238E27FC236}">
                        <a16:creationId xmlns:a16="http://schemas.microsoft.com/office/drawing/2014/main" id="{E1F4413D-6B16-467F-B5CC-B974A6C7BB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793371" y="3795441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7" name="Straight Connector 316">
                    <a:extLst>
                      <a:ext uri="{FF2B5EF4-FFF2-40B4-BE49-F238E27FC236}">
                        <a16:creationId xmlns:a16="http://schemas.microsoft.com/office/drawing/2014/main" id="{03B7E572-3917-4124-A9FF-9A86CA1616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8" name="Straight Connector 317">
                    <a:extLst>
                      <a:ext uri="{FF2B5EF4-FFF2-40B4-BE49-F238E27FC236}">
                        <a16:creationId xmlns:a16="http://schemas.microsoft.com/office/drawing/2014/main" id="{C817391B-F677-4122-989D-F160E10BB8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00028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Straight Connector 318">
                    <a:extLst>
                      <a:ext uri="{FF2B5EF4-FFF2-40B4-BE49-F238E27FC236}">
                        <a16:creationId xmlns:a16="http://schemas.microsoft.com/office/drawing/2014/main" id="{AC241311-E4C9-4FBA-AAD2-7821200A6E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04832" y="4085759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Straight Connector 319">
                    <a:extLst>
                      <a:ext uri="{FF2B5EF4-FFF2-40B4-BE49-F238E27FC236}">
                        <a16:creationId xmlns:a16="http://schemas.microsoft.com/office/drawing/2014/main" id="{A5AAA32D-AFA9-463F-830A-9F75212BE6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611092" y="439440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Straight Connector 320">
                    <a:extLst>
                      <a:ext uri="{FF2B5EF4-FFF2-40B4-BE49-F238E27FC236}">
                        <a16:creationId xmlns:a16="http://schemas.microsoft.com/office/drawing/2014/main" id="{C19E3E33-8623-4349-939E-C80AB72653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3795441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Straight Connector 321">
                    <a:extLst>
                      <a:ext uri="{FF2B5EF4-FFF2-40B4-BE49-F238E27FC236}">
                        <a16:creationId xmlns:a16="http://schemas.microsoft.com/office/drawing/2014/main" id="{77B58C7D-CC21-4ED9-BA6B-D5E94C64E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5882167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Straight Connector 322">
                    <a:extLst>
                      <a:ext uri="{FF2B5EF4-FFF2-40B4-BE49-F238E27FC236}">
                        <a16:creationId xmlns:a16="http://schemas.microsoft.com/office/drawing/2014/main" id="{24BB1D78-568F-4C68-8B29-AF1280B319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3465402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>
                    <a:extLst>
                      <a:ext uri="{FF2B5EF4-FFF2-40B4-BE49-F238E27FC236}">
                        <a16:creationId xmlns:a16="http://schemas.microsoft.com/office/drawing/2014/main" id="{4C208D69-7071-487C-88EC-81E87113BB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317012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372B6F37-20B3-4372-8FCD-99CE815604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0731" y="2273300"/>
                    <a:ext cx="0" cy="1802335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id="{75EDD93D-E4C4-4962-BF59-4C6B2CBC03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7311" y="5284406"/>
                    <a:ext cx="0" cy="116027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Connector 327">
                    <a:extLst>
                      <a:ext uri="{FF2B5EF4-FFF2-40B4-BE49-F238E27FC236}">
                        <a16:creationId xmlns:a16="http://schemas.microsoft.com/office/drawing/2014/main" id="{38A206BA-2418-4F83-8390-6E60F26DF5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87167" y="2272193"/>
                    <a:ext cx="0" cy="176534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9" name="Straight Connector 328">
                    <a:extLst>
                      <a:ext uri="{FF2B5EF4-FFF2-40B4-BE49-F238E27FC236}">
                        <a16:creationId xmlns:a16="http://schemas.microsoft.com/office/drawing/2014/main" id="{5E5D6351-6E71-4324-9F1F-ED5FAD41CC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79480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0" name="Straight Connector 329">
                    <a:extLst>
                      <a:ext uri="{FF2B5EF4-FFF2-40B4-BE49-F238E27FC236}">
                        <a16:creationId xmlns:a16="http://schemas.microsoft.com/office/drawing/2014/main" id="{3E24AE39-11AF-4A78-8B42-216D3E9817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1665798"/>
                    <a:ext cx="0" cy="2992095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Straight Connector 330">
                    <a:extLst>
                      <a:ext uri="{FF2B5EF4-FFF2-40B4-BE49-F238E27FC236}">
                        <a16:creationId xmlns:a16="http://schemas.microsoft.com/office/drawing/2014/main" id="{E98B9E4F-CC69-45F6-9279-0DAC48D96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98917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D2CF0256-6C0D-4DF7-A301-E6813DB392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596849" y="376709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42160A9C-DC52-40CA-ADE8-DC8BA6CB4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999204" y="317012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D4C30234-F13E-4FA7-BF53-DDCC38E02A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87167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9E0237EC-F539-4516-AC5D-EB2B64FDFC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82574" y="3460445"/>
                    <a:ext cx="0" cy="1231708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C106D4A-74BE-4661-959C-1DF6E2C58C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04833" y="348528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374AC460-B216-4432-894E-CA8AFC22AB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0224" y="4682528"/>
                    <a:ext cx="180591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947B3492-611F-4C67-ACEE-23F9AFABA0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529048" y="3479919"/>
                    <a:ext cx="0" cy="238129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54DDBFA6-29DE-42F9-9D9F-70D94B1B59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895750" y="5882167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Straight Connector 181">
                    <a:extLst>
                      <a:ext uri="{FF2B5EF4-FFF2-40B4-BE49-F238E27FC236}">
                        <a16:creationId xmlns:a16="http://schemas.microsoft.com/office/drawing/2014/main" id="{2FC26623-17A3-4470-BDFD-61EB3158BE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701329" y="5272877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EE93576D-EC2A-4390-B1F1-6F8D170C2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72146" y="52940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9D1BDC9-9A43-4389-A086-DAF37E042643}"/>
                  </a:ext>
                </a:extLst>
              </p:cNvPr>
              <p:cNvGrpSpPr/>
              <p:nvPr/>
            </p:nvGrpSpPr>
            <p:grpSpPr>
              <a:xfrm>
                <a:off x="2233487" y="-5101160"/>
                <a:ext cx="7886137" cy="8784114"/>
                <a:chOff x="2514525" y="-205132"/>
                <a:chExt cx="6568376" cy="7316302"/>
              </a:xfrm>
            </p:grpSpPr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0F7A242F-C874-4620-955A-6B497628AF35}"/>
                    </a:ext>
                  </a:extLst>
                </p:cNvPr>
                <p:cNvSpPr txBox="1"/>
                <p:nvPr/>
              </p:nvSpPr>
              <p:spPr>
                <a:xfrm>
                  <a:off x="2514525" y="3429000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83C27851-7F5F-4E55-96E0-3730577CD03B}"/>
                    </a:ext>
                  </a:extLst>
                </p:cNvPr>
                <p:cNvSpPr txBox="1"/>
                <p:nvPr/>
              </p:nvSpPr>
              <p:spPr>
                <a:xfrm>
                  <a:off x="3149537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797EC165-2AE1-40F0-9AB3-C9D075A23AAB}"/>
                    </a:ext>
                  </a:extLst>
                </p:cNvPr>
                <p:cNvSpPr txBox="1"/>
                <p:nvPr/>
              </p:nvSpPr>
              <p:spPr>
                <a:xfrm>
                  <a:off x="4370660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D5C2241-DCF4-4FB2-9691-49D522EE2CA5}"/>
                    </a:ext>
                  </a:extLst>
                </p:cNvPr>
                <p:cNvSpPr txBox="1"/>
                <p:nvPr/>
              </p:nvSpPr>
              <p:spPr>
                <a:xfrm>
                  <a:off x="3742253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66C8A678-A9D1-4B56-8709-FD1E887E6F70}"/>
                    </a:ext>
                  </a:extLst>
                </p:cNvPr>
                <p:cNvSpPr txBox="1"/>
                <p:nvPr/>
              </p:nvSpPr>
              <p:spPr>
                <a:xfrm>
                  <a:off x="8405716" y="6470301"/>
                  <a:ext cx="677185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28E8D4A-9913-4425-B199-E3A7B044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75091" y="-2594228"/>
            <a:ext cx="6075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5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8C473B-748F-4844-8017-D2217120C55A}"/>
              </a:ext>
            </a:extLst>
          </p:cNvPr>
          <p:cNvGrpSpPr/>
          <p:nvPr/>
        </p:nvGrpSpPr>
        <p:grpSpPr>
          <a:xfrm>
            <a:off x="1065606" y="-8621484"/>
            <a:ext cx="11126394" cy="12765468"/>
            <a:chOff x="1065606" y="-8621484"/>
            <a:chExt cx="11126394" cy="12765468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DD43EE79-4E4E-4F0E-86E3-06F294D8B561}"/>
                </a:ext>
              </a:extLst>
            </p:cNvPr>
            <p:cNvSpPr/>
            <p:nvPr/>
          </p:nvSpPr>
          <p:spPr>
            <a:xfrm>
              <a:off x="1065606" y="-8621484"/>
              <a:ext cx="11126394" cy="12765468"/>
            </a:xfrm>
            <a:prstGeom prst="rect">
              <a:avLst/>
            </a:prstGeom>
            <a:solidFill>
              <a:srgbClr val="ABDDFF"/>
            </a:solidFill>
            <a:ln w="76200">
              <a:solidFill>
                <a:srgbClr val="0062A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86909848-808D-47D6-83BF-D961CF82563E}"/>
                </a:ext>
              </a:extLst>
            </p:cNvPr>
            <p:cNvSpPr txBox="1"/>
            <p:nvPr/>
          </p:nvSpPr>
          <p:spPr>
            <a:xfrm>
              <a:off x="1402561" y="-7029524"/>
              <a:ext cx="10529630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water to the Aquarium, filling the given number of cells per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Gravity makes the top surface of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each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water body horizontal.</a:t>
              </a:r>
            </a:p>
            <a:p>
              <a:pPr algn="ctr"/>
              <a:r>
                <a:rPr lang="en-GB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Then place</a:t>
              </a:r>
              <a:r>
                <a:rPr lang="pt-PT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AU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 stars per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compartment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line.</a:t>
              </a:r>
            </a:p>
            <a:p>
              <a:pPr algn="ctr"/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 containing sea stars share no vertices.</a:t>
              </a:r>
            </a:p>
            <a:p>
              <a:pPr algn="ctr"/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All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sea stars are </a:t>
              </a:r>
              <a:r>
                <a:rPr lang="en-US" sz="2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underwater</a:t>
              </a:r>
              <a:r>
                <a:rPr lang="en-US" sz="2400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709439BC-1243-4FAD-B617-6B4EA814117C}"/>
                </a:ext>
              </a:extLst>
            </p:cNvPr>
            <p:cNvSpPr/>
            <p:nvPr/>
          </p:nvSpPr>
          <p:spPr>
            <a:xfrm>
              <a:off x="5064264" y="3303568"/>
              <a:ext cx="7021450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rgbClr val="0062A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#54 by Pedro PSI – 13</a:t>
              </a:r>
              <a:r>
                <a:rPr lang="en-US" b="1" baseline="30000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March 2021</a:t>
              </a:r>
            </a:p>
            <a:p>
              <a:pPr algn="r"/>
              <a:r>
                <a:rPr lang="pt-PT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</a:t>
              </a:r>
              <a:r>
                <a:rPr lang="pt-PT" i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endParaRPr lang="pt-PT" i="1" dirty="0">
                <a:solidFill>
                  <a:srgbClr val="0062A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C29BF731-6494-4196-9321-26CEDBC259D7}"/>
                </a:ext>
              </a:extLst>
            </p:cNvPr>
            <p:cNvSpPr txBox="1"/>
            <p:nvPr/>
          </p:nvSpPr>
          <p:spPr>
            <a:xfrm>
              <a:off x="1500909" y="-8154804"/>
              <a:ext cx="1031131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5400" b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</a:t>
              </a:r>
              <a:r>
                <a:rPr lang="pt-PT" sz="5400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5400" b="1" i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5400" b="1" i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dirty="0" err="1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Aquarium</a:t>
              </a:r>
              <a:r>
                <a:rPr lang="pt-PT" sz="5400" b="1" dirty="0">
                  <a:solidFill>
                    <a:srgbClr val="0062A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2★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3A3855C-2DC5-4DEE-8F50-CC8C924370C2}"/>
                </a:ext>
              </a:extLst>
            </p:cNvPr>
            <p:cNvGrpSpPr/>
            <p:nvPr/>
          </p:nvGrpSpPr>
          <p:grpSpPr>
            <a:xfrm>
              <a:off x="2340491" y="-4921417"/>
              <a:ext cx="7822301" cy="8019459"/>
              <a:chOff x="2233487" y="-5101160"/>
              <a:chExt cx="7822301" cy="8019459"/>
            </a:xfrm>
          </p:grpSpPr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B498C704-323D-48E0-8262-67075E8C3F99}"/>
                  </a:ext>
                </a:extLst>
              </p:cNvPr>
              <p:cNvGrpSpPr/>
              <p:nvPr/>
            </p:nvGrpSpPr>
            <p:grpSpPr>
              <a:xfrm>
                <a:off x="2815540" y="-4322304"/>
                <a:ext cx="7240248" cy="7240603"/>
                <a:chOff x="3080338" y="459782"/>
                <a:chExt cx="6030414" cy="6030709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33918D86-A671-4C69-A5C1-F7EE08A822E2}"/>
                    </a:ext>
                  </a:extLst>
                </p:cNvPr>
                <p:cNvGrpSpPr/>
                <p:nvPr/>
              </p:nvGrpSpPr>
              <p:grpSpPr>
                <a:xfrm>
                  <a:off x="3081247" y="459782"/>
                  <a:ext cx="6029505" cy="6011461"/>
                  <a:chOff x="-3014195" y="-4673362"/>
                  <a:chExt cx="6029505" cy="6011461"/>
                </a:xfrm>
              </p:grpSpPr>
              <p:cxnSp>
                <p:nvCxnSpPr>
                  <p:cNvPr id="340" name="Straight Connector 339">
                    <a:extLst>
                      <a:ext uri="{FF2B5EF4-FFF2-40B4-BE49-F238E27FC236}">
                        <a16:creationId xmlns:a16="http://schemas.microsoft.com/office/drawing/2014/main" id="{461357F8-90E8-4441-B30B-A9041FBE9C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1486456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1" name="Rectangle 340">
                    <a:extLst>
                      <a:ext uri="{FF2B5EF4-FFF2-40B4-BE49-F238E27FC236}">
                        <a16:creationId xmlns:a16="http://schemas.microsoft.com/office/drawing/2014/main" id="{9EFCC8E0-277B-4330-9353-02AF9869A0E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2" name="Rectangle 341">
                    <a:extLst>
                      <a:ext uri="{FF2B5EF4-FFF2-40B4-BE49-F238E27FC236}">
                        <a16:creationId xmlns:a16="http://schemas.microsoft.com/office/drawing/2014/main" id="{7BE4C31F-CFF4-467C-BBB5-50E2F0E1344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3" name="Rectangle 342">
                    <a:extLst>
                      <a:ext uri="{FF2B5EF4-FFF2-40B4-BE49-F238E27FC236}">
                        <a16:creationId xmlns:a16="http://schemas.microsoft.com/office/drawing/2014/main" id="{525B5525-5ED4-4119-962B-6DE47E6C4F8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4" name="Rectangle 343">
                    <a:extLst>
                      <a:ext uri="{FF2B5EF4-FFF2-40B4-BE49-F238E27FC236}">
                        <a16:creationId xmlns:a16="http://schemas.microsoft.com/office/drawing/2014/main" id="{983C2F12-8EB5-42BC-8018-B010FD3F4E2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5" name="Rectangle 344">
                    <a:extLst>
                      <a:ext uri="{FF2B5EF4-FFF2-40B4-BE49-F238E27FC236}">
                        <a16:creationId xmlns:a16="http://schemas.microsoft.com/office/drawing/2014/main" id="{D6E3842E-6184-47DA-B455-89A837163BB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6" name="Rectangle 345">
                    <a:extLst>
                      <a:ext uri="{FF2B5EF4-FFF2-40B4-BE49-F238E27FC236}">
                        <a16:creationId xmlns:a16="http://schemas.microsoft.com/office/drawing/2014/main" id="{D82950D3-09F0-4180-97D1-2E102EFC867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7" name="Rectangle 346">
                    <a:extLst>
                      <a:ext uri="{FF2B5EF4-FFF2-40B4-BE49-F238E27FC236}">
                        <a16:creationId xmlns:a16="http://schemas.microsoft.com/office/drawing/2014/main" id="{C9390886-5590-4295-AA14-772F46AA695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8" name="Rectangle 347">
                    <a:extLst>
                      <a:ext uri="{FF2B5EF4-FFF2-40B4-BE49-F238E27FC236}">
                        <a16:creationId xmlns:a16="http://schemas.microsoft.com/office/drawing/2014/main" id="{97AA28A8-E9EB-4815-B50F-519E5FEC2BA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49" name="Rectangle 348">
                    <a:extLst>
                      <a:ext uri="{FF2B5EF4-FFF2-40B4-BE49-F238E27FC236}">
                        <a16:creationId xmlns:a16="http://schemas.microsoft.com/office/drawing/2014/main" id="{01520753-43C9-4F85-A2E6-35F7E2FA3EF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0" name="Rectangle 349">
                    <a:extLst>
                      <a:ext uri="{FF2B5EF4-FFF2-40B4-BE49-F238E27FC236}">
                        <a16:creationId xmlns:a16="http://schemas.microsoft.com/office/drawing/2014/main" id="{05765EE4-3FEB-464D-BE27-DD3C54A6772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1" name="Rectangle 350">
                    <a:extLst>
                      <a:ext uri="{FF2B5EF4-FFF2-40B4-BE49-F238E27FC236}">
                        <a16:creationId xmlns:a16="http://schemas.microsoft.com/office/drawing/2014/main" id="{10EBB24D-5D68-4A28-970C-1B3AA2F8C2F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2" name="Rectangle 351">
                    <a:extLst>
                      <a:ext uri="{FF2B5EF4-FFF2-40B4-BE49-F238E27FC236}">
                        <a16:creationId xmlns:a16="http://schemas.microsoft.com/office/drawing/2014/main" id="{0E668EA8-FEFB-4854-8E1D-ABE443A56D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916A1044-50A1-4B8D-BA09-3F3F209BC7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284674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4" name="Rectangle 353">
                    <a:extLst>
                      <a:ext uri="{FF2B5EF4-FFF2-40B4-BE49-F238E27FC236}">
                        <a16:creationId xmlns:a16="http://schemas.microsoft.com/office/drawing/2014/main" id="{A0B1931D-966D-4D0D-A6D6-217CA2616BA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5" name="Rectangle 354">
                    <a:extLst>
                      <a:ext uri="{FF2B5EF4-FFF2-40B4-BE49-F238E27FC236}">
                        <a16:creationId xmlns:a16="http://schemas.microsoft.com/office/drawing/2014/main" id="{1D6DFF31-5F7A-4AC8-B705-7DFDD1DA6E9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6" name="Rectangle 355">
                    <a:extLst>
                      <a:ext uri="{FF2B5EF4-FFF2-40B4-BE49-F238E27FC236}">
                        <a16:creationId xmlns:a16="http://schemas.microsoft.com/office/drawing/2014/main" id="{76332369-9577-435F-AA10-6066A672B6F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7" name="Rectangle 356">
                    <a:extLst>
                      <a:ext uri="{FF2B5EF4-FFF2-40B4-BE49-F238E27FC236}">
                        <a16:creationId xmlns:a16="http://schemas.microsoft.com/office/drawing/2014/main" id="{C8E83CD5-C15F-4687-A2BC-91F35E938CB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8" name="Rectangle 357">
                    <a:extLst>
                      <a:ext uri="{FF2B5EF4-FFF2-40B4-BE49-F238E27FC236}">
                        <a16:creationId xmlns:a16="http://schemas.microsoft.com/office/drawing/2014/main" id="{0E4DB55E-26EB-4F9B-9ECB-BDFA0C026D5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59" name="Rectangle 358">
                    <a:extLst>
                      <a:ext uri="{FF2B5EF4-FFF2-40B4-BE49-F238E27FC236}">
                        <a16:creationId xmlns:a16="http://schemas.microsoft.com/office/drawing/2014/main" id="{1AD1423D-DF06-4F41-AED1-48DD43C794A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286095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0" name="Rectangle 359">
                    <a:extLst>
                      <a:ext uri="{FF2B5EF4-FFF2-40B4-BE49-F238E27FC236}">
                        <a16:creationId xmlns:a16="http://schemas.microsoft.com/office/drawing/2014/main" id="{B4ECD8FB-3CE9-43DC-B4B2-962B626ED5B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346508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1" name="Rectangle 360">
                    <a:extLst>
                      <a:ext uri="{FF2B5EF4-FFF2-40B4-BE49-F238E27FC236}">
                        <a16:creationId xmlns:a16="http://schemas.microsoft.com/office/drawing/2014/main" id="{069216AB-4F66-43E9-AC2B-24505168C9B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8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2" name="Rectangle 361">
                    <a:extLst>
                      <a:ext uri="{FF2B5EF4-FFF2-40B4-BE49-F238E27FC236}">
                        <a16:creationId xmlns:a16="http://schemas.microsoft.com/office/drawing/2014/main" id="{931FAFAC-4183-4499-A06B-022563D22AD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3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3" name="Rectangle 362">
                    <a:extLst>
                      <a:ext uri="{FF2B5EF4-FFF2-40B4-BE49-F238E27FC236}">
                        <a16:creationId xmlns:a16="http://schemas.microsoft.com/office/drawing/2014/main" id="{46163BBC-C046-44F9-AA7C-C128F50D120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7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4" name="Rectangle 363">
                    <a:extLst>
                      <a:ext uri="{FF2B5EF4-FFF2-40B4-BE49-F238E27FC236}">
                        <a16:creationId xmlns:a16="http://schemas.microsoft.com/office/drawing/2014/main" id="{92647429-2FAD-419E-805D-478B11CEC2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9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5" name="Rectangle 364">
                    <a:extLst>
                      <a:ext uri="{FF2B5EF4-FFF2-40B4-BE49-F238E27FC236}">
                        <a16:creationId xmlns:a16="http://schemas.microsoft.com/office/drawing/2014/main" id="{EF4B203A-1327-4A6D-868B-C1E045CEFD2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4" y="-227187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6" name="Rectangle 365">
                    <a:extLst>
                      <a:ext uri="{FF2B5EF4-FFF2-40B4-BE49-F238E27FC236}">
                        <a16:creationId xmlns:a16="http://schemas.microsoft.com/office/drawing/2014/main" id="{34B4C221-208B-4529-9A8B-95C222366CD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5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67" name="Straight Connector 366">
                    <a:extLst>
                      <a:ext uri="{FF2B5EF4-FFF2-40B4-BE49-F238E27FC236}">
                        <a16:creationId xmlns:a16="http://schemas.microsoft.com/office/drawing/2014/main" id="{DD9440D3-B7ED-4162-9473-7118D896DD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1528854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8" name="Rectangle 367">
                    <a:extLst>
                      <a:ext uri="{FF2B5EF4-FFF2-40B4-BE49-F238E27FC236}">
                        <a16:creationId xmlns:a16="http://schemas.microsoft.com/office/drawing/2014/main" id="{0E117A27-1E29-4E7B-9EB8-1C95147A6AF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69" name="Rectangle 368">
                    <a:extLst>
                      <a:ext uri="{FF2B5EF4-FFF2-40B4-BE49-F238E27FC236}">
                        <a16:creationId xmlns:a16="http://schemas.microsoft.com/office/drawing/2014/main" id="{98D62736-DDAE-4FCD-B1FB-CF772A355B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0" name="Rectangle 369">
                    <a:extLst>
                      <a:ext uri="{FF2B5EF4-FFF2-40B4-BE49-F238E27FC236}">
                        <a16:creationId xmlns:a16="http://schemas.microsoft.com/office/drawing/2014/main" id="{31C8257A-5BCC-4263-BDF7-04635955D21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1" name="Rectangle 370">
                    <a:extLst>
                      <a:ext uri="{FF2B5EF4-FFF2-40B4-BE49-F238E27FC236}">
                        <a16:creationId xmlns:a16="http://schemas.microsoft.com/office/drawing/2014/main" id="{C82C6E8E-E765-44C1-B3C2-7602D983E7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2" name="Rectangle 371">
                    <a:extLst>
                      <a:ext uri="{FF2B5EF4-FFF2-40B4-BE49-F238E27FC236}">
                        <a16:creationId xmlns:a16="http://schemas.microsoft.com/office/drawing/2014/main" id="{898E30B0-D685-4B43-B41A-485A5BF196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3" name="Rectangle 372">
                    <a:extLst>
                      <a:ext uri="{FF2B5EF4-FFF2-40B4-BE49-F238E27FC236}">
                        <a16:creationId xmlns:a16="http://schemas.microsoft.com/office/drawing/2014/main" id="{694674D1-314E-4A70-9504-9785B2162F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4" name="Rectangle 373">
                    <a:extLst>
                      <a:ext uri="{FF2B5EF4-FFF2-40B4-BE49-F238E27FC236}">
                        <a16:creationId xmlns:a16="http://schemas.microsoft.com/office/drawing/2014/main" id="{02BFAEE2-C54E-4007-BFB1-92704918BB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5" name="Rectangle 374">
                    <a:extLst>
                      <a:ext uri="{FF2B5EF4-FFF2-40B4-BE49-F238E27FC236}">
                        <a16:creationId xmlns:a16="http://schemas.microsoft.com/office/drawing/2014/main" id="{885311B1-5310-42E3-8A51-64E7C681E47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6" name="Rectangle 375">
                    <a:extLst>
                      <a:ext uri="{FF2B5EF4-FFF2-40B4-BE49-F238E27FC236}">
                        <a16:creationId xmlns:a16="http://schemas.microsoft.com/office/drawing/2014/main" id="{6D4F0D61-3891-4B55-91ED-12532D8C65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7" name="Rectangle 376">
                    <a:extLst>
                      <a:ext uri="{FF2B5EF4-FFF2-40B4-BE49-F238E27FC236}">
                        <a16:creationId xmlns:a16="http://schemas.microsoft.com/office/drawing/2014/main" id="{76C5258D-8957-49CF-8B31-BABF249265B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8" name="Rectangle 377">
                    <a:extLst>
                      <a:ext uri="{FF2B5EF4-FFF2-40B4-BE49-F238E27FC236}">
                        <a16:creationId xmlns:a16="http://schemas.microsoft.com/office/drawing/2014/main" id="{C1E86FEB-3BE0-4EC1-B2BF-8BFEF4C7D3B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79" name="Rectangle 378">
                    <a:extLst>
                      <a:ext uri="{FF2B5EF4-FFF2-40B4-BE49-F238E27FC236}">
                        <a16:creationId xmlns:a16="http://schemas.microsoft.com/office/drawing/2014/main" id="{CBE9C313-EEF3-4EC5-90AA-F86E3111E0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2DBF0EAB-2210-4B56-AD32-F2C14A7568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2730636" y="-2617587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81" name="Rectangle 380">
                    <a:extLst>
                      <a:ext uri="{FF2B5EF4-FFF2-40B4-BE49-F238E27FC236}">
                        <a16:creationId xmlns:a16="http://schemas.microsoft.com/office/drawing/2014/main" id="{4F79F949-9981-4ED7-B2CD-3BD3A449DC7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2" name="Rectangle 381">
                    <a:extLst>
                      <a:ext uri="{FF2B5EF4-FFF2-40B4-BE49-F238E27FC236}">
                        <a16:creationId xmlns:a16="http://schemas.microsoft.com/office/drawing/2014/main" id="{74AF27F2-C2A0-4C70-9966-0DDA9A5C253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3" name="Rectangle 382">
                    <a:extLst>
                      <a:ext uri="{FF2B5EF4-FFF2-40B4-BE49-F238E27FC236}">
                        <a16:creationId xmlns:a16="http://schemas.microsoft.com/office/drawing/2014/main" id="{6BF7AB5A-99E5-4660-A582-A9AE7F3D16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6733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8" name="Rectangle 387">
                    <a:extLst>
                      <a:ext uri="{FF2B5EF4-FFF2-40B4-BE49-F238E27FC236}">
                        <a16:creationId xmlns:a16="http://schemas.microsoft.com/office/drawing/2014/main" id="{FB73ED2D-3951-49E7-B0BB-F0A0CC94A94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069225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89" name="Rectangle 388">
                    <a:extLst>
                      <a:ext uri="{FF2B5EF4-FFF2-40B4-BE49-F238E27FC236}">
                        <a16:creationId xmlns:a16="http://schemas.microsoft.com/office/drawing/2014/main" id="{CA6B310A-0AB8-4C5F-8A5F-F9939366C4E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346508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0" name="Rectangle 389">
                    <a:extLst>
                      <a:ext uri="{FF2B5EF4-FFF2-40B4-BE49-F238E27FC236}">
                        <a16:creationId xmlns:a16="http://schemas.microsoft.com/office/drawing/2014/main" id="{3728C2B4-9895-45BD-9534-731F47E3844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286095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1" name="Rectangle 390">
                    <a:extLst>
                      <a:ext uri="{FF2B5EF4-FFF2-40B4-BE49-F238E27FC236}">
                        <a16:creationId xmlns:a16="http://schemas.microsoft.com/office/drawing/2014/main" id="{A6AF534B-467F-447A-9C9D-349EA270600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346508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2" name="Rectangle 391">
                    <a:extLst>
                      <a:ext uri="{FF2B5EF4-FFF2-40B4-BE49-F238E27FC236}">
                        <a16:creationId xmlns:a16="http://schemas.microsoft.com/office/drawing/2014/main" id="{A00F97A8-1B77-4CD5-A6AE-5DC4C8AA108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2" y="-286095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3" name="Rectangle 392">
                    <a:extLst>
                      <a:ext uri="{FF2B5EF4-FFF2-40B4-BE49-F238E27FC236}">
                        <a16:creationId xmlns:a16="http://schemas.microsoft.com/office/drawing/2014/main" id="{209C34D1-B783-4785-8349-2C3C8FCBFC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7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4" name="Rectangle 393">
                    <a:extLst>
                      <a:ext uri="{FF2B5EF4-FFF2-40B4-BE49-F238E27FC236}">
                        <a16:creationId xmlns:a16="http://schemas.microsoft.com/office/drawing/2014/main" id="{5448CBA3-CB33-4FD0-A5E3-3CB15EC7E3A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3" y="-227187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5" name="Rectangle 394">
                    <a:extLst>
                      <a:ext uri="{FF2B5EF4-FFF2-40B4-BE49-F238E27FC236}">
                        <a16:creationId xmlns:a16="http://schemas.microsoft.com/office/drawing/2014/main" id="{6120DBD5-5B9A-4163-8B9C-70B31B2C0B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1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39400186-9572-4192-87B7-D94F98CA304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6" y="-227187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E2338B02-0585-435B-AE98-AB11581A8CC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5" y="-2271878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31F49B93-4AE7-4E5E-B845-F65DE91105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1486456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9" name="Rectangle 398">
                    <a:extLst>
                      <a:ext uri="{FF2B5EF4-FFF2-40B4-BE49-F238E27FC236}">
                        <a16:creationId xmlns:a16="http://schemas.microsoft.com/office/drawing/2014/main" id="{F52ED5CB-49F3-4D63-9BB6-32EC261DD49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0" name="Rectangle 399">
                    <a:extLst>
                      <a:ext uri="{FF2B5EF4-FFF2-40B4-BE49-F238E27FC236}">
                        <a16:creationId xmlns:a16="http://schemas.microsoft.com/office/drawing/2014/main" id="{AEF72098-ECAF-4083-916F-38D052021EB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1" name="Rectangle 400">
                    <a:extLst>
                      <a:ext uri="{FF2B5EF4-FFF2-40B4-BE49-F238E27FC236}">
                        <a16:creationId xmlns:a16="http://schemas.microsoft.com/office/drawing/2014/main" id="{6E709C7C-C555-4679-8253-E7CCCABC548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01292FEF-D8F1-4662-B71D-7860771E7B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1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9B06F4A8-010A-46C5-96FE-9A73F778652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1DE4B250-7C93-4683-875D-AABC4695765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5" name="Rectangle 404">
                    <a:extLst>
                      <a:ext uri="{FF2B5EF4-FFF2-40B4-BE49-F238E27FC236}">
                        <a16:creationId xmlns:a16="http://schemas.microsoft.com/office/drawing/2014/main" id="{F60E00FD-4A93-401E-9705-09E2D31A477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6" name="Rectangle 405">
                    <a:extLst>
                      <a:ext uri="{FF2B5EF4-FFF2-40B4-BE49-F238E27FC236}">
                        <a16:creationId xmlns:a16="http://schemas.microsoft.com/office/drawing/2014/main" id="{7F2017C4-6F9C-4B6F-B294-5F7FBBB3AB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7" name="Rectangle 406">
                    <a:extLst>
                      <a:ext uri="{FF2B5EF4-FFF2-40B4-BE49-F238E27FC236}">
                        <a16:creationId xmlns:a16="http://schemas.microsoft.com/office/drawing/2014/main" id="{842D6E95-4558-46FC-A05C-4F9F386C6CD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46978206-F3AA-4F90-90F6-259A4AC4815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5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50DACBCF-B2A6-4BE2-9FD7-004112AC858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id="{30C41E06-5BFD-473F-9BAD-6E1A36E1C6F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8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11" name="Straight Connector 410">
                    <a:extLst>
                      <a:ext uri="{FF2B5EF4-FFF2-40B4-BE49-F238E27FC236}">
                        <a16:creationId xmlns:a16="http://schemas.microsoft.com/office/drawing/2014/main" id="{899705C8-164B-432C-811D-54613FDDA9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284674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2" name="Rectangle 411">
                    <a:extLst>
                      <a:ext uri="{FF2B5EF4-FFF2-40B4-BE49-F238E27FC236}">
                        <a16:creationId xmlns:a16="http://schemas.microsoft.com/office/drawing/2014/main" id="{989C7F5F-8268-4DEF-BA77-09CB6A60343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4FE5995F-A1E5-4A90-96E4-26B8D05F42A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9748ABAD-7993-4FDA-A951-E239B5A2846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DA69FAF1-04C5-4349-910F-C256E95E5FA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6" name="Rectangle 415">
                    <a:extLst>
                      <a:ext uri="{FF2B5EF4-FFF2-40B4-BE49-F238E27FC236}">
                        <a16:creationId xmlns:a16="http://schemas.microsoft.com/office/drawing/2014/main" id="{78B17E85-5C52-4B4B-8195-9E658506956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7" name="Rectangle 416">
                    <a:extLst>
                      <a:ext uri="{FF2B5EF4-FFF2-40B4-BE49-F238E27FC236}">
                        <a16:creationId xmlns:a16="http://schemas.microsoft.com/office/drawing/2014/main" id="{14E04F0B-EE4D-461A-AAB0-A080E7DA6CA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3" y="1448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8" name="Rectangle 417">
                    <a:extLst>
                      <a:ext uri="{FF2B5EF4-FFF2-40B4-BE49-F238E27FC236}">
                        <a16:creationId xmlns:a16="http://schemas.microsoft.com/office/drawing/2014/main" id="{5DB52DF2-7C01-4B06-97FC-440B1DD11DB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7" y="-45925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1748C40C-4136-48C5-8A0F-D25B24A3271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8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F3BA98BD-7F2E-41B3-AEE6-081B4129838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1173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612B46D8-E2E8-4D28-ABC5-63E260CF281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07037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8E6FE9FB-808B-456D-85CB-894A50588DD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202899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3" name="Rectangle 422">
                    <a:extLst>
                      <a:ext uri="{FF2B5EF4-FFF2-40B4-BE49-F238E27FC236}">
                        <a16:creationId xmlns:a16="http://schemas.microsoft.com/office/drawing/2014/main" id="{ACBF68E5-D398-4F89-B286-EE3F9D9D9D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05254" y="73396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4" name="Rectangle 423">
                    <a:extLst>
                      <a:ext uri="{FF2B5EF4-FFF2-40B4-BE49-F238E27FC236}">
                        <a16:creationId xmlns:a16="http://schemas.microsoft.com/office/drawing/2014/main" id="{1EBD3E60-D429-4210-A35A-80C723E518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115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25" name="Straight Connector 424">
                    <a:extLst>
                      <a:ext uri="{FF2B5EF4-FFF2-40B4-BE49-F238E27FC236}">
                        <a16:creationId xmlns:a16="http://schemas.microsoft.com/office/drawing/2014/main" id="{A081742E-530A-4BF8-8B73-D4BE9F8F00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1528854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6" name="Rectangle 425">
                    <a:extLst>
                      <a:ext uri="{FF2B5EF4-FFF2-40B4-BE49-F238E27FC236}">
                        <a16:creationId xmlns:a16="http://schemas.microsoft.com/office/drawing/2014/main" id="{28887812-D499-44F9-A798-159A40EAE26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7" name="Rectangle 426">
                    <a:extLst>
                      <a:ext uri="{FF2B5EF4-FFF2-40B4-BE49-F238E27FC236}">
                        <a16:creationId xmlns:a16="http://schemas.microsoft.com/office/drawing/2014/main" id="{B232B810-FCB8-4E4B-B946-D6D44EE57AB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8" name="Rectangle 427">
                    <a:extLst>
                      <a:ext uri="{FF2B5EF4-FFF2-40B4-BE49-F238E27FC236}">
                        <a16:creationId xmlns:a16="http://schemas.microsoft.com/office/drawing/2014/main" id="{7B52F843-15C3-4338-ABEA-FD644936486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29" name="Rectangle 428">
                    <a:extLst>
                      <a:ext uri="{FF2B5EF4-FFF2-40B4-BE49-F238E27FC236}">
                        <a16:creationId xmlns:a16="http://schemas.microsoft.com/office/drawing/2014/main" id="{AE2B67F8-603E-43CE-8ECA-F21F8B03876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9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0" name="Rectangle 429">
                    <a:extLst>
                      <a:ext uri="{FF2B5EF4-FFF2-40B4-BE49-F238E27FC236}">
                        <a16:creationId xmlns:a16="http://schemas.microsoft.com/office/drawing/2014/main" id="{121F1D90-A23B-40CF-A7B0-75CE4578F4E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1" name="Rectangle 430">
                    <a:extLst>
                      <a:ext uri="{FF2B5EF4-FFF2-40B4-BE49-F238E27FC236}">
                        <a16:creationId xmlns:a16="http://schemas.microsoft.com/office/drawing/2014/main" id="{26DC2657-560F-4205-AE54-119F22B9A07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2" name="Rectangle 431">
                    <a:extLst>
                      <a:ext uri="{FF2B5EF4-FFF2-40B4-BE49-F238E27FC236}">
                        <a16:creationId xmlns:a16="http://schemas.microsoft.com/office/drawing/2014/main" id="{A476D3FA-8F9F-4CD5-80CF-E91A012EF4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3" name="Rectangle 432">
                    <a:extLst>
                      <a:ext uri="{FF2B5EF4-FFF2-40B4-BE49-F238E27FC236}">
                        <a16:creationId xmlns:a16="http://schemas.microsoft.com/office/drawing/2014/main" id="{819B6524-E5D9-413C-83AD-66CF66622EB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4" name="Rectangle 433">
                    <a:extLst>
                      <a:ext uri="{FF2B5EF4-FFF2-40B4-BE49-F238E27FC236}">
                        <a16:creationId xmlns:a16="http://schemas.microsoft.com/office/drawing/2014/main" id="{F6305A40-EE8B-4451-B0A0-FC00427529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5" name="Rectangle 434">
                    <a:extLst>
                      <a:ext uri="{FF2B5EF4-FFF2-40B4-BE49-F238E27FC236}">
                        <a16:creationId xmlns:a16="http://schemas.microsoft.com/office/drawing/2014/main" id="{AD091C07-B367-497A-87E6-DAD535B9069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5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6" name="Rectangle 435">
                    <a:extLst>
                      <a:ext uri="{FF2B5EF4-FFF2-40B4-BE49-F238E27FC236}">
                        <a16:creationId xmlns:a16="http://schemas.microsoft.com/office/drawing/2014/main" id="{441BA4DE-D192-4571-8994-57E5ADDA5D6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37" name="Rectangle 436">
                    <a:extLst>
                      <a:ext uri="{FF2B5EF4-FFF2-40B4-BE49-F238E27FC236}">
                        <a16:creationId xmlns:a16="http://schemas.microsoft.com/office/drawing/2014/main" id="{B12DA856-4967-47EF-B0C4-D92F0972808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2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17BD7421-AF89-4FA3-883E-423D7D1388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-2730636" y="388252"/>
                    <a:ext cx="599417" cy="7080"/>
                  </a:xfrm>
                  <a:prstGeom prst="line">
                    <a:avLst/>
                  </a:prstGeom>
                  <a:solidFill>
                    <a:schemeClr val="bg1"/>
                  </a:solidFill>
                  <a:ln w="57150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BA042AAB-7D87-4299-B3A2-05B0EE4180F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EAF505AF-1AD4-4360-B5E7-175552BAC1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1" name="Rectangle 440">
                    <a:extLst>
                      <a:ext uri="{FF2B5EF4-FFF2-40B4-BE49-F238E27FC236}">
                        <a16:creationId xmlns:a16="http://schemas.microsoft.com/office/drawing/2014/main" id="{7CA8962D-CC38-4967-934F-818C438FA9F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1667523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2" name="Rectangle 441">
                    <a:extLst>
                      <a:ext uri="{FF2B5EF4-FFF2-40B4-BE49-F238E27FC236}">
                        <a16:creationId xmlns:a16="http://schemas.microsoft.com/office/drawing/2014/main" id="{44C97F99-6555-4738-9878-BBDB5E59A39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10633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3" name="Rectangle 442">
                    <a:extLst>
                      <a:ext uri="{FF2B5EF4-FFF2-40B4-BE49-F238E27FC236}">
                        <a16:creationId xmlns:a16="http://schemas.microsoft.com/office/drawing/2014/main" id="{DB03EB39-52E2-4432-A666-FC293964D6F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-459249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4" name="Rectangle 443">
                    <a:extLst>
                      <a:ext uri="{FF2B5EF4-FFF2-40B4-BE49-F238E27FC236}">
                        <a16:creationId xmlns:a16="http://schemas.microsoft.com/office/drawing/2014/main" id="{40AFBCD7-391A-45BD-9721-90DBFA5978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7" y="144886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5" name="Rectangle 444">
                    <a:extLst>
                      <a:ext uri="{FF2B5EF4-FFF2-40B4-BE49-F238E27FC236}">
                        <a16:creationId xmlns:a16="http://schemas.microsoft.com/office/drawing/2014/main" id="{1E6CEEB4-DF2E-4653-A7A5-080A603078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3" y="-45925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6" name="Rectangle 445">
                    <a:extLst>
                      <a:ext uri="{FF2B5EF4-FFF2-40B4-BE49-F238E27FC236}">
                        <a16:creationId xmlns:a16="http://schemas.microsoft.com/office/drawing/2014/main" id="{6015FDD7-8E23-4621-8336-600BD93F8D0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2" y="144887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7" name="Rectangle 446">
                    <a:extLst>
                      <a:ext uri="{FF2B5EF4-FFF2-40B4-BE49-F238E27FC236}">
                        <a16:creationId xmlns:a16="http://schemas.microsoft.com/office/drawing/2014/main" id="{48EC4CA1-0E74-4E7A-98C6-2BE50D1A3D9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604137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8" name="Rectangle 447">
                    <a:extLst>
                      <a:ext uri="{FF2B5EF4-FFF2-40B4-BE49-F238E27FC236}">
                        <a16:creationId xmlns:a16="http://schemas.microsoft.com/office/drawing/2014/main" id="{479D96DD-BF92-452D-B14B-414215C99EF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208273" y="733962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49" name="Rectangle 448">
                    <a:extLst>
                      <a:ext uri="{FF2B5EF4-FFF2-40B4-BE49-F238E27FC236}">
                        <a16:creationId xmlns:a16="http://schemas.microsoft.com/office/drawing/2014/main" id="{5B5D0BB6-92C8-40DC-86B8-53B3A11969C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1812411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50" name="Rectangle 449">
                    <a:extLst>
                      <a:ext uri="{FF2B5EF4-FFF2-40B4-BE49-F238E27FC236}">
                        <a16:creationId xmlns:a16="http://schemas.microsoft.com/office/drawing/2014/main" id="{711C4101-4284-4167-B0F8-2DBA924CE7C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2410056" y="733960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  <p:sp>
                <p:nvSpPr>
                  <p:cNvPr id="451" name="Rectangle 450">
                    <a:extLst>
                      <a:ext uri="{FF2B5EF4-FFF2-40B4-BE49-F238E27FC236}">
                        <a16:creationId xmlns:a16="http://schemas.microsoft.com/office/drawing/2014/main" id="{281586C5-9903-4DCD-B82D-0C887799752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-3014195" y="733961"/>
                    <a:ext cx="604137" cy="60413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62A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pt-PT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PT">
                      <a:solidFill>
                        <a:srgbClr val="006666"/>
                      </a:solidFill>
                    </a:endParaRPr>
                  </a:p>
                </p:txBody>
              </p:sp>
            </p:grp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BB979532-35FD-4BCD-A1AF-5B0425C376E7}"/>
                    </a:ext>
                  </a:extLst>
                </p:cNvPr>
                <p:cNvGrpSpPr/>
                <p:nvPr/>
              </p:nvGrpSpPr>
              <p:grpSpPr>
                <a:xfrm>
                  <a:off x="3080338" y="459782"/>
                  <a:ext cx="6030412" cy="6030709"/>
                  <a:chOff x="3080338" y="459782"/>
                  <a:chExt cx="6030412" cy="6030709"/>
                </a:xfrm>
              </p:grpSpPr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43B35090-9AB7-4556-99C6-906738940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81247" y="459782"/>
                    <a:ext cx="6029503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48466CBD-D424-47AF-9F1E-6FA28052FE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81247" y="6490491"/>
                    <a:ext cx="6029503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2D74BCA2-A8A7-46CD-B147-E6BCF77A06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110750" y="467312"/>
                    <a:ext cx="0" cy="6003929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A702570E-D00D-4401-BCF1-68B4B727CE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81247" y="467312"/>
                    <a:ext cx="0" cy="6003929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Straight Connector 283">
                    <a:extLst>
                      <a:ext uri="{FF2B5EF4-FFF2-40B4-BE49-F238E27FC236}">
                        <a16:creationId xmlns:a16="http://schemas.microsoft.com/office/drawing/2014/main" id="{CA580961-FC4F-4834-9088-16BF3432B0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04832" y="1066010"/>
                    <a:ext cx="180591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>
                    <a:extLst>
                      <a:ext uri="{FF2B5EF4-FFF2-40B4-BE49-F238E27FC236}">
                        <a16:creationId xmlns:a16="http://schemas.microsoft.com/office/drawing/2014/main" id="{5F760FF6-8F29-42F9-BC4B-FE41CB8F2A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14184" y="2857078"/>
                    <a:ext cx="296374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" name="Straight Connector 285">
                    <a:extLst>
                      <a:ext uri="{FF2B5EF4-FFF2-40B4-BE49-F238E27FC236}">
                        <a16:creationId xmlns:a16="http://schemas.microsoft.com/office/drawing/2014/main" id="{C59C78AD-C70B-4FF6-A9ED-6A14126ADC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92029" y="1675766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" name="Straight Connector 286">
                    <a:extLst>
                      <a:ext uri="{FF2B5EF4-FFF2-40B4-BE49-F238E27FC236}">
                        <a16:creationId xmlns:a16="http://schemas.microsoft.com/office/drawing/2014/main" id="{EAA54376-0E87-457D-AC3D-56EBC59E0D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98340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Straight Connector 287">
                    <a:extLst>
                      <a:ext uri="{FF2B5EF4-FFF2-40B4-BE49-F238E27FC236}">
                        <a16:creationId xmlns:a16="http://schemas.microsoft.com/office/drawing/2014/main" id="{5B0165E4-3920-4665-956F-5F866C724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1385448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Straight Connector 288">
                    <a:extLst>
                      <a:ext uri="{FF2B5EF4-FFF2-40B4-BE49-F238E27FC236}">
                        <a16:creationId xmlns:a16="http://schemas.microsoft.com/office/drawing/2014/main" id="{458F5280-7E84-435D-9B16-A0D192463B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385758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Straight Connector 289">
                    <a:extLst>
                      <a:ext uri="{FF2B5EF4-FFF2-40B4-BE49-F238E27FC236}">
                        <a16:creationId xmlns:a16="http://schemas.microsoft.com/office/drawing/2014/main" id="{78F14E59-F6D5-4E83-B688-7DFEAA114F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393047" y="777322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Straight Connector 290">
                    <a:extLst>
                      <a:ext uri="{FF2B5EF4-FFF2-40B4-BE49-F238E27FC236}">
                        <a16:creationId xmlns:a16="http://schemas.microsoft.com/office/drawing/2014/main" id="{3862A0A8-84D8-4052-94D5-3105DD312F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095440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Straight Connector 291">
                    <a:extLst>
                      <a:ext uri="{FF2B5EF4-FFF2-40B4-BE49-F238E27FC236}">
                        <a16:creationId xmlns:a16="http://schemas.microsoft.com/office/drawing/2014/main" id="{842546DF-7ECA-4748-A154-ECED20FE59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Straight Connector 292">
                    <a:extLst>
                      <a:ext uri="{FF2B5EF4-FFF2-40B4-BE49-F238E27FC236}">
                        <a16:creationId xmlns:a16="http://schemas.microsoft.com/office/drawing/2014/main" id="{7702120A-74A9-4675-B57B-43E42AB38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800365" y="1385448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FBF49E3D-3F94-46ED-87A5-7C2B02EC2F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12349" y="491785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" name="Straight Connector 294">
                    <a:extLst>
                      <a:ext uri="{FF2B5EF4-FFF2-40B4-BE49-F238E27FC236}">
                        <a16:creationId xmlns:a16="http://schemas.microsoft.com/office/drawing/2014/main" id="{48586F59-0124-4775-95A3-5848EAD35F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189235" y="789602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E81A3DC7-D199-4D33-9DC4-662E514D87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370656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" name="Straight Connector 296">
                    <a:extLst>
                      <a:ext uri="{FF2B5EF4-FFF2-40B4-BE49-F238E27FC236}">
                        <a16:creationId xmlns:a16="http://schemas.microsoft.com/office/drawing/2014/main" id="{40D40107-FFA6-4FBF-8DB8-4D0A3A8C19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85384" y="1675766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>
                    <a:extLst>
                      <a:ext uri="{FF2B5EF4-FFF2-40B4-BE49-F238E27FC236}">
                        <a16:creationId xmlns:a16="http://schemas.microsoft.com/office/drawing/2014/main" id="{95227E68-8C24-4DEF-895C-32DCD43EA3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596849" y="198187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Straight Connector 298">
                    <a:extLst>
                      <a:ext uri="{FF2B5EF4-FFF2-40B4-BE49-F238E27FC236}">
                        <a16:creationId xmlns:a16="http://schemas.microsoft.com/office/drawing/2014/main" id="{4C50426D-2F28-49B9-A0F5-E484D9C350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06531" y="2288192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EF6A2252-815A-40F5-9DE2-AB2AD8EEC0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295647" y="1058925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5E87BF54-0F3E-469A-9F09-B738D8DEE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701329" y="2247139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Connector 301">
                    <a:extLst>
                      <a:ext uri="{FF2B5EF4-FFF2-40B4-BE49-F238E27FC236}">
                        <a16:creationId xmlns:a16="http://schemas.microsoft.com/office/drawing/2014/main" id="{701CCD84-DAFD-434B-B85F-B262F15AA5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924911" y="2875782"/>
                    <a:ext cx="0" cy="120827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Straight Connector 302">
                    <a:extLst>
                      <a:ext uri="{FF2B5EF4-FFF2-40B4-BE49-F238E27FC236}">
                        <a16:creationId xmlns:a16="http://schemas.microsoft.com/office/drawing/2014/main" id="{A4D3A776-50A5-45E6-9050-84A660B1AB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98340" y="28989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" name="Straight Connector 303">
                    <a:extLst>
                      <a:ext uri="{FF2B5EF4-FFF2-40B4-BE49-F238E27FC236}">
                        <a16:creationId xmlns:a16="http://schemas.microsoft.com/office/drawing/2014/main" id="{1724E3C9-319D-419B-808C-2DDBABCEE7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5570895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Straight Connector 304">
                    <a:extLst>
                      <a:ext uri="{FF2B5EF4-FFF2-40B4-BE49-F238E27FC236}">
                        <a16:creationId xmlns:a16="http://schemas.microsoft.com/office/drawing/2014/main" id="{487FB373-696C-4F7F-8B74-9EAD79EE25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8200230" y="5580520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Straight Connector 305">
                    <a:extLst>
                      <a:ext uri="{FF2B5EF4-FFF2-40B4-BE49-F238E27FC236}">
                        <a16:creationId xmlns:a16="http://schemas.microsoft.com/office/drawing/2014/main" id="{F0E170A2-2A89-4726-ABBE-06ACB38623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793371" y="5570895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171F4721-0339-42DE-900F-149CC24C8D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370656" y="5003714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9" name="Straight Connector 308">
                    <a:extLst>
                      <a:ext uri="{FF2B5EF4-FFF2-40B4-BE49-F238E27FC236}">
                        <a16:creationId xmlns:a16="http://schemas.microsoft.com/office/drawing/2014/main" id="{20ADDDA4-AE0B-4225-9241-86B77B8A73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52940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0" name="Straight Connector 309">
                    <a:extLst>
                      <a:ext uri="{FF2B5EF4-FFF2-40B4-BE49-F238E27FC236}">
                        <a16:creationId xmlns:a16="http://schemas.microsoft.com/office/drawing/2014/main" id="{7DECD698-92D7-467E-B84B-8FB65F0628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287878" y="529403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>
                    <a:extLst>
                      <a:ext uri="{FF2B5EF4-FFF2-40B4-BE49-F238E27FC236}">
                        <a16:creationId xmlns:a16="http://schemas.microsoft.com/office/drawing/2014/main" id="{5733460F-8484-4FD6-9420-4B57FD87A3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596057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4FB9B9C3-CF69-40CD-8861-B28ACF4027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3" name="Straight Connector 312">
                    <a:extLst>
                      <a:ext uri="{FF2B5EF4-FFF2-40B4-BE49-F238E27FC236}">
                        <a16:creationId xmlns:a16="http://schemas.microsoft.com/office/drawing/2014/main" id="{132BB2B2-397B-4D92-9DCA-A6240A8FB0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189235" y="4983393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" name="Straight Connector 313">
                    <a:extLst>
                      <a:ext uri="{FF2B5EF4-FFF2-40B4-BE49-F238E27FC236}">
                        <a16:creationId xmlns:a16="http://schemas.microsoft.com/office/drawing/2014/main" id="{8D2E3043-63DE-4455-9087-09AC263A11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439440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5" name="Straight Connector 314">
                    <a:extLst>
                      <a:ext uri="{FF2B5EF4-FFF2-40B4-BE49-F238E27FC236}">
                        <a16:creationId xmlns:a16="http://schemas.microsoft.com/office/drawing/2014/main" id="{D7C298D7-7225-43CE-A001-E68D1F8505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2729" y="4085759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6" name="Straight Connector 315">
                    <a:extLst>
                      <a:ext uri="{FF2B5EF4-FFF2-40B4-BE49-F238E27FC236}">
                        <a16:creationId xmlns:a16="http://schemas.microsoft.com/office/drawing/2014/main" id="{E1F4413D-6B16-467F-B5CC-B974A6C7BB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5793371" y="3795441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7" name="Straight Connector 316">
                    <a:extLst>
                      <a:ext uri="{FF2B5EF4-FFF2-40B4-BE49-F238E27FC236}">
                        <a16:creationId xmlns:a16="http://schemas.microsoft.com/office/drawing/2014/main" id="{03B7E572-3917-4124-A9FF-9A86CA1616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8" name="Straight Connector 317">
                    <a:extLst>
                      <a:ext uri="{FF2B5EF4-FFF2-40B4-BE49-F238E27FC236}">
                        <a16:creationId xmlns:a16="http://schemas.microsoft.com/office/drawing/2014/main" id="{C817391B-F677-4122-989D-F160E10BB8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00028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Straight Connector 318">
                    <a:extLst>
                      <a:ext uri="{FF2B5EF4-FFF2-40B4-BE49-F238E27FC236}">
                        <a16:creationId xmlns:a16="http://schemas.microsoft.com/office/drawing/2014/main" id="{AC241311-E4C9-4FBA-AAD2-7821200A6E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304832" y="4085759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Straight Connector 319">
                    <a:extLst>
                      <a:ext uri="{FF2B5EF4-FFF2-40B4-BE49-F238E27FC236}">
                        <a16:creationId xmlns:a16="http://schemas.microsoft.com/office/drawing/2014/main" id="{A5AAA32D-AFA9-463F-830A-9F75212BE6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7611092" y="439440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Straight Connector 320">
                    <a:extLst>
                      <a:ext uri="{FF2B5EF4-FFF2-40B4-BE49-F238E27FC236}">
                        <a16:creationId xmlns:a16="http://schemas.microsoft.com/office/drawing/2014/main" id="{C19E3E33-8623-4349-939E-C80AB72653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997560" y="3795441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Straight Connector 321">
                    <a:extLst>
                      <a:ext uri="{FF2B5EF4-FFF2-40B4-BE49-F238E27FC236}">
                        <a16:creationId xmlns:a16="http://schemas.microsoft.com/office/drawing/2014/main" id="{77B58C7D-CC21-4ED9-BA6B-D5E94C64E9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5882167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Straight Connector 322">
                    <a:extLst>
                      <a:ext uri="{FF2B5EF4-FFF2-40B4-BE49-F238E27FC236}">
                        <a16:creationId xmlns:a16="http://schemas.microsoft.com/office/drawing/2014/main" id="{24BB1D78-568F-4C68-8B29-AF1280B319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07242" y="3465402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>
                    <a:extLst>
                      <a:ext uri="{FF2B5EF4-FFF2-40B4-BE49-F238E27FC236}">
                        <a16:creationId xmlns:a16="http://schemas.microsoft.com/office/drawing/2014/main" id="{4C208D69-7071-487C-88EC-81E87113BB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6404502" y="317012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372B6F37-20B3-4372-8FCD-99CE815604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0731" y="2273300"/>
                    <a:ext cx="0" cy="1802335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Straight Connector 325">
                    <a:extLst>
                      <a:ext uri="{FF2B5EF4-FFF2-40B4-BE49-F238E27FC236}">
                        <a16:creationId xmlns:a16="http://schemas.microsoft.com/office/drawing/2014/main" id="{75EDD93D-E4C4-4962-BF59-4C6B2CBC03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07311" y="5284406"/>
                    <a:ext cx="0" cy="116027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8" name="Straight Connector 327">
                    <a:extLst>
                      <a:ext uri="{FF2B5EF4-FFF2-40B4-BE49-F238E27FC236}">
                        <a16:creationId xmlns:a16="http://schemas.microsoft.com/office/drawing/2014/main" id="{38A206BA-2418-4F83-8390-6E60F26DF5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87167" y="2272193"/>
                    <a:ext cx="0" cy="1765343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9" name="Straight Connector 328">
                    <a:extLst>
                      <a:ext uri="{FF2B5EF4-FFF2-40B4-BE49-F238E27FC236}">
                        <a16:creationId xmlns:a16="http://schemas.microsoft.com/office/drawing/2014/main" id="{5E5D6351-6E71-4324-9F1F-ED5FAD41CC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79480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0" name="Straight Connector 329">
                    <a:extLst>
                      <a:ext uri="{FF2B5EF4-FFF2-40B4-BE49-F238E27FC236}">
                        <a16:creationId xmlns:a16="http://schemas.microsoft.com/office/drawing/2014/main" id="{3E24AE39-11AF-4A78-8B42-216D3E9817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491303" y="1665798"/>
                    <a:ext cx="0" cy="2992095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Straight Connector 330">
                    <a:extLst>
                      <a:ext uri="{FF2B5EF4-FFF2-40B4-BE49-F238E27FC236}">
                        <a16:creationId xmlns:a16="http://schemas.microsoft.com/office/drawing/2014/main" id="{E98B9E4F-CC69-45F6-9279-0DAC48D961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98917" y="1079920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Straight Connector 331">
                    <a:extLst>
                      <a:ext uri="{FF2B5EF4-FFF2-40B4-BE49-F238E27FC236}">
                        <a16:creationId xmlns:a16="http://schemas.microsoft.com/office/drawing/2014/main" id="{D2CF0256-6C0D-4DF7-A301-E6813DB392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4596849" y="376709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Straight Connector 332">
                    <a:extLst>
                      <a:ext uri="{FF2B5EF4-FFF2-40B4-BE49-F238E27FC236}">
                        <a16:creationId xmlns:a16="http://schemas.microsoft.com/office/drawing/2014/main" id="{42160A9C-DC52-40CA-ADE8-DC8BA6CB44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3999204" y="3170127"/>
                    <a:ext cx="0" cy="580636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Straight Connector 333">
                    <a:extLst>
                      <a:ext uri="{FF2B5EF4-FFF2-40B4-BE49-F238E27FC236}">
                        <a16:creationId xmlns:a16="http://schemas.microsoft.com/office/drawing/2014/main" id="{D4C30234-F13E-4FA7-BF53-DDCC38E02A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887167" y="4692153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Straight Connector 334">
                    <a:extLst>
                      <a:ext uri="{FF2B5EF4-FFF2-40B4-BE49-F238E27FC236}">
                        <a16:creationId xmlns:a16="http://schemas.microsoft.com/office/drawing/2014/main" id="{9E0237EC-F539-4516-AC5D-EB2B64FDFC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682574" y="3460445"/>
                    <a:ext cx="0" cy="1231708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Straight Connector 335">
                    <a:extLst>
                      <a:ext uri="{FF2B5EF4-FFF2-40B4-BE49-F238E27FC236}">
                        <a16:creationId xmlns:a16="http://schemas.microsoft.com/office/drawing/2014/main" id="{DC106D4A-74BE-4661-959C-1DF6E2C58C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304833" y="3485281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Straight Connector 336">
                    <a:extLst>
                      <a:ext uri="{FF2B5EF4-FFF2-40B4-BE49-F238E27FC236}">
                        <a16:creationId xmlns:a16="http://schemas.microsoft.com/office/drawing/2014/main" id="{374AC460-B216-4432-894E-CA8AFC22AB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80224" y="4682528"/>
                    <a:ext cx="1805917" cy="0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Straight Connector 337">
                    <a:extLst>
                      <a:ext uri="{FF2B5EF4-FFF2-40B4-BE49-F238E27FC236}">
                        <a16:creationId xmlns:a16="http://schemas.microsoft.com/office/drawing/2014/main" id="{947B3492-611F-4C67-ACEE-23F9AFABA0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529048" y="3479919"/>
                    <a:ext cx="0" cy="238129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Straight Connector 338">
                    <a:extLst>
                      <a:ext uri="{FF2B5EF4-FFF2-40B4-BE49-F238E27FC236}">
                        <a16:creationId xmlns:a16="http://schemas.microsoft.com/office/drawing/2014/main" id="{54DDBFA6-29DE-42F9-9D9F-70D94B1B59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895750" y="5882167"/>
                    <a:ext cx="0" cy="572134"/>
                  </a:xfrm>
                  <a:prstGeom prst="line">
                    <a:avLst/>
                  </a:prstGeom>
                  <a:ln w="57150" cap="rnd">
                    <a:solidFill>
                      <a:srgbClr val="0062A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9D1BDC9-9A43-4389-A086-DAF37E042643}"/>
                  </a:ext>
                </a:extLst>
              </p:cNvPr>
              <p:cNvGrpSpPr/>
              <p:nvPr/>
            </p:nvGrpSpPr>
            <p:grpSpPr>
              <a:xfrm>
                <a:off x="2233487" y="-5101160"/>
                <a:ext cx="2727371" cy="5132661"/>
                <a:chOff x="2514525" y="-205132"/>
                <a:chExt cx="2271632" cy="4275001"/>
              </a:xfrm>
            </p:grpSpPr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0F7A242F-C874-4620-955A-6B497628AF35}"/>
                    </a:ext>
                  </a:extLst>
                </p:cNvPr>
                <p:cNvSpPr txBox="1"/>
                <p:nvPr/>
              </p:nvSpPr>
              <p:spPr>
                <a:xfrm>
                  <a:off x="2514525" y="3429000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83C27851-7F5F-4E55-96E0-3730577CD03B}"/>
                    </a:ext>
                  </a:extLst>
                </p:cNvPr>
                <p:cNvSpPr txBox="1"/>
                <p:nvPr/>
              </p:nvSpPr>
              <p:spPr>
                <a:xfrm>
                  <a:off x="3149537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797EC165-2AE1-40F0-9AB3-C9D075A23AAB}"/>
                    </a:ext>
                  </a:extLst>
                </p:cNvPr>
                <p:cNvSpPr txBox="1"/>
                <p:nvPr/>
              </p:nvSpPr>
              <p:spPr>
                <a:xfrm>
                  <a:off x="4370660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D5C2241-DCF4-4FB2-9691-49D522EE2CA5}"/>
                    </a:ext>
                  </a:extLst>
                </p:cNvPr>
                <p:cNvSpPr txBox="1"/>
                <p:nvPr/>
              </p:nvSpPr>
              <p:spPr>
                <a:xfrm>
                  <a:off x="3742253" y="-205132"/>
                  <a:ext cx="415497" cy="640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400" b="1" dirty="0">
                      <a:solidFill>
                        <a:srgbClr val="0062A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  <a:endParaRPr lang="en-US" b="1" dirty="0">
                    <a:solidFill>
                      <a:srgbClr val="0062A4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A58BC3A-CBC6-4637-B744-88A09C20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36646" y="-10310754"/>
            <a:ext cx="14817008" cy="165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2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45E95A-A720-4A47-B805-FCEE00B453E8}"/>
              </a:ext>
            </a:extLst>
          </p:cNvPr>
          <p:cNvSpPr txBox="1"/>
          <p:nvPr/>
        </p:nvSpPr>
        <p:spPr>
          <a:xfrm>
            <a:off x="8726375" y="-4867362"/>
            <a:ext cx="436676" cy="657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600" b="1" dirty="0">
              <a:solidFill>
                <a:srgbClr val="0066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76865-32E4-4754-81CB-8B56E85649DC}"/>
              </a:ext>
            </a:extLst>
          </p:cNvPr>
          <p:cNvSpPr txBox="1"/>
          <p:nvPr/>
        </p:nvSpPr>
        <p:spPr>
          <a:xfrm>
            <a:off x="8120422" y="-4867362"/>
            <a:ext cx="436676" cy="657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600" b="1" dirty="0">
              <a:solidFill>
                <a:srgbClr val="0066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27817-5546-49B7-90ED-DE900C6FF32E}"/>
              </a:ext>
            </a:extLst>
          </p:cNvPr>
          <p:cNvSpPr txBox="1"/>
          <p:nvPr/>
        </p:nvSpPr>
        <p:spPr>
          <a:xfrm>
            <a:off x="9924717" y="-4251614"/>
            <a:ext cx="436676" cy="657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600" b="1" dirty="0">
              <a:solidFill>
                <a:srgbClr val="0066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E4BBB-4B75-4009-A0CB-6B8D81CB9E81}"/>
              </a:ext>
            </a:extLst>
          </p:cNvPr>
          <p:cNvSpPr txBox="1"/>
          <p:nvPr/>
        </p:nvSpPr>
        <p:spPr>
          <a:xfrm>
            <a:off x="9333062" y="-4867362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66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600" b="1" dirty="0">
              <a:solidFill>
                <a:srgbClr val="0066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9366FE-3ED8-4463-AE48-3A486813DF36}"/>
              </a:ext>
            </a:extLst>
          </p:cNvPr>
          <p:cNvCxnSpPr>
            <a:cxnSpLocks/>
          </p:cNvCxnSpPr>
          <p:nvPr/>
        </p:nvCxnSpPr>
        <p:spPr>
          <a:xfrm rot="5400000" flipV="1">
            <a:off x="4899784" y="-5888025"/>
            <a:ext cx="0" cy="3637074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8FB104-1E69-4A78-A075-0B5DEE3213D9}"/>
              </a:ext>
            </a:extLst>
          </p:cNvPr>
          <p:cNvCxnSpPr>
            <a:cxnSpLocks/>
          </p:cNvCxnSpPr>
          <p:nvPr/>
        </p:nvCxnSpPr>
        <p:spPr>
          <a:xfrm rot="5400000" flipV="1">
            <a:off x="5504693" y="-4425341"/>
            <a:ext cx="0" cy="2427256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F1AD0A-2E63-4DDE-B67D-6F9B81ECEBFB}"/>
              </a:ext>
            </a:extLst>
          </p:cNvPr>
          <p:cNvCxnSpPr>
            <a:cxnSpLocks/>
          </p:cNvCxnSpPr>
          <p:nvPr/>
        </p:nvCxnSpPr>
        <p:spPr>
          <a:xfrm rot="5400000" flipV="1">
            <a:off x="6114184" y="-2998877"/>
            <a:ext cx="0" cy="1208273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C679EA-80EC-44A4-AC63-1FC8B60F419C}"/>
              </a:ext>
            </a:extLst>
          </p:cNvPr>
          <p:cNvCxnSpPr>
            <a:cxnSpLocks/>
          </p:cNvCxnSpPr>
          <p:nvPr/>
        </p:nvCxnSpPr>
        <p:spPr>
          <a:xfrm rot="5400000" flipV="1">
            <a:off x="6472489" y="-1999471"/>
            <a:ext cx="0" cy="580636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C4B9A5A-4C42-4266-BDAF-E9C4D935DD9A}"/>
              </a:ext>
            </a:extLst>
          </p:cNvPr>
          <p:cNvCxnSpPr>
            <a:cxnSpLocks/>
          </p:cNvCxnSpPr>
          <p:nvPr/>
        </p:nvCxnSpPr>
        <p:spPr>
          <a:xfrm rot="5400000" flipH="1">
            <a:off x="9984512" y="-3623815"/>
            <a:ext cx="3609758" cy="0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D8AA00-4BDF-471A-AB56-C92638BA7339}"/>
              </a:ext>
            </a:extLst>
          </p:cNvPr>
          <p:cNvCxnSpPr>
            <a:cxnSpLocks/>
          </p:cNvCxnSpPr>
          <p:nvPr/>
        </p:nvCxnSpPr>
        <p:spPr>
          <a:xfrm rot="5400000" flipH="1">
            <a:off x="12335474" y="-4677158"/>
            <a:ext cx="1215340" cy="0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B3466BC-0CAA-40F1-A8B9-9413A5FF5894}"/>
              </a:ext>
            </a:extLst>
          </p:cNvPr>
          <p:cNvCxnSpPr>
            <a:cxnSpLocks/>
          </p:cNvCxnSpPr>
          <p:nvPr/>
        </p:nvCxnSpPr>
        <p:spPr>
          <a:xfrm>
            <a:off x="646781" y="-5069180"/>
            <a:ext cx="6029503" cy="0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A1B9B9F-B45C-4549-86AF-A6BE55FC0AE6}"/>
              </a:ext>
            </a:extLst>
          </p:cNvPr>
          <p:cNvCxnSpPr>
            <a:cxnSpLocks/>
          </p:cNvCxnSpPr>
          <p:nvPr/>
        </p:nvCxnSpPr>
        <p:spPr>
          <a:xfrm flipV="1">
            <a:off x="11464844" y="-5544147"/>
            <a:ext cx="0" cy="6003929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05A84A9-7CD0-452B-84D5-990178320B4F}"/>
              </a:ext>
            </a:extLst>
          </p:cNvPr>
          <p:cNvCxnSpPr>
            <a:cxnSpLocks/>
          </p:cNvCxnSpPr>
          <p:nvPr/>
        </p:nvCxnSpPr>
        <p:spPr>
          <a:xfrm>
            <a:off x="5003403" y="-2769390"/>
            <a:ext cx="1805917" cy="0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A933EE1-11EA-44E9-B5DE-5417643DC1EE}"/>
              </a:ext>
            </a:extLst>
          </p:cNvPr>
          <p:cNvCxnSpPr>
            <a:cxnSpLocks/>
          </p:cNvCxnSpPr>
          <p:nvPr/>
        </p:nvCxnSpPr>
        <p:spPr>
          <a:xfrm>
            <a:off x="3743495" y="-3623815"/>
            <a:ext cx="2963747" cy="0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BE1126C-485E-4BCE-96FD-370898962BEB}"/>
              </a:ext>
            </a:extLst>
          </p:cNvPr>
          <p:cNvCxnSpPr>
            <a:cxnSpLocks/>
          </p:cNvCxnSpPr>
          <p:nvPr/>
        </p:nvCxnSpPr>
        <p:spPr>
          <a:xfrm flipV="1">
            <a:off x="13470540" y="-5069180"/>
            <a:ext cx="0" cy="572134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329A9A1-41F0-496B-A5EC-525E893AF474}"/>
              </a:ext>
            </a:extLst>
          </p:cNvPr>
          <p:cNvCxnSpPr>
            <a:cxnSpLocks/>
          </p:cNvCxnSpPr>
          <p:nvPr/>
        </p:nvCxnSpPr>
        <p:spPr>
          <a:xfrm flipV="1">
            <a:off x="12192000" y="-5284828"/>
            <a:ext cx="0" cy="1802335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D3625B3-338A-48BD-8AD3-C55958E2D139}"/>
              </a:ext>
            </a:extLst>
          </p:cNvPr>
          <p:cNvCxnSpPr>
            <a:cxnSpLocks/>
          </p:cNvCxnSpPr>
          <p:nvPr/>
        </p:nvCxnSpPr>
        <p:spPr>
          <a:xfrm flipV="1">
            <a:off x="12455286" y="-5428694"/>
            <a:ext cx="0" cy="2992095"/>
          </a:xfrm>
          <a:prstGeom prst="line">
            <a:avLst/>
          </a:prstGeom>
          <a:ln w="57150" cap="rnd">
            <a:solidFill>
              <a:srgbClr val="00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14281D22-D0E2-426D-998E-C6A2143D7D7F}"/>
              </a:ext>
            </a:extLst>
          </p:cNvPr>
          <p:cNvGrpSpPr/>
          <p:nvPr/>
        </p:nvGrpSpPr>
        <p:grpSpPr>
          <a:xfrm>
            <a:off x="2514525" y="-205132"/>
            <a:ext cx="6596227" cy="6695623"/>
            <a:chOff x="2514525" y="-205132"/>
            <a:chExt cx="6596227" cy="6695623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C27240C5-E6F5-49E3-B958-C8F93440249B}"/>
                </a:ext>
              </a:extLst>
            </p:cNvPr>
            <p:cNvGrpSpPr/>
            <p:nvPr/>
          </p:nvGrpSpPr>
          <p:grpSpPr>
            <a:xfrm>
              <a:off x="3080338" y="459782"/>
              <a:ext cx="6030414" cy="6030709"/>
              <a:chOff x="3080338" y="459782"/>
              <a:chExt cx="6030414" cy="6030709"/>
            </a:xfrm>
          </p:grpSpPr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9E11B948-7AB2-4189-A010-6C9A23E8861F}"/>
                  </a:ext>
                </a:extLst>
              </p:cNvPr>
              <p:cNvGrpSpPr/>
              <p:nvPr/>
            </p:nvGrpSpPr>
            <p:grpSpPr>
              <a:xfrm>
                <a:off x="3081247" y="459782"/>
                <a:ext cx="6029505" cy="6011461"/>
                <a:chOff x="-3014195" y="-4673362"/>
                <a:chExt cx="6029505" cy="6011461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8AABCFF-D35A-4DD1-9312-705FCD58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486456" y="-2617587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39FF884-7B58-4F68-841B-04D8A8C259E2}"/>
                    </a:ext>
                  </a:extLst>
                </p:cNvPr>
                <p:cNvSpPr/>
                <p:nvPr/>
              </p:nvSpPr>
              <p:spPr>
                <a:xfrm rot="5400000">
                  <a:off x="2411171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1066F62-F980-45C1-A60E-5B873D0D16CB}"/>
                    </a:ext>
                  </a:extLst>
                </p:cNvPr>
                <p:cNvSpPr/>
                <p:nvPr/>
              </p:nvSpPr>
              <p:spPr>
                <a:xfrm rot="5400000">
                  <a:off x="2411171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FEDE8516-DF58-4D2D-878D-A760A4A70C46}"/>
                    </a:ext>
                  </a:extLst>
                </p:cNvPr>
                <p:cNvSpPr/>
                <p:nvPr/>
              </p:nvSpPr>
              <p:spPr>
                <a:xfrm rot="5400000">
                  <a:off x="2411171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87598F58-6A34-447C-B640-40EE178666CB}"/>
                    </a:ext>
                  </a:extLst>
                </p:cNvPr>
                <p:cNvSpPr/>
                <p:nvPr/>
              </p:nvSpPr>
              <p:spPr>
                <a:xfrm rot="5400000">
                  <a:off x="2411171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6EB0A48-E9C0-47D3-9BE8-FB8FD0D10CEB}"/>
                    </a:ext>
                  </a:extLst>
                </p:cNvPr>
                <p:cNvSpPr/>
                <p:nvPr/>
              </p:nvSpPr>
              <p:spPr>
                <a:xfrm rot="5400000">
                  <a:off x="1807035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41DB490-AE01-4AD4-A448-416E57877736}"/>
                    </a:ext>
                  </a:extLst>
                </p:cNvPr>
                <p:cNvSpPr/>
                <p:nvPr/>
              </p:nvSpPr>
              <p:spPr>
                <a:xfrm rot="5400000">
                  <a:off x="1807035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8C147860-CB45-4FC4-AE51-29D7AB3025D2}"/>
                    </a:ext>
                  </a:extLst>
                </p:cNvPr>
                <p:cNvSpPr/>
                <p:nvPr/>
              </p:nvSpPr>
              <p:spPr>
                <a:xfrm rot="5400000">
                  <a:off x="1202898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6F8CE79-FD6D-4304-81C7-A138A6D4EBFC}"/>
                    </a:ext>
                  </a:extLst>
                </p:cNvPr>
                <p:cNvSpPr/>
                <p:nvPr/>
              </p:nvSpPr>
              <p:spPr>
                <a:xfrm rot="5400000">
                  <a:off x="1202898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E52DAF7-9E31-4083-9200-F92F423B28B5}"/>
                    </a:ext>
                  </a:extLst>
                </p:cNvPr>
                <p:cNvSpPr/>
                <p:nvPr/>
              </p:nvSpPr>
              <p:spPr>
                <a:xfrm rot="5400000">
                  <a:off x="1807035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90B08C14-0FF7-41E6-912B-F7DEE8DBE319}"/>
                    </a:ext>
                  </a:extLst>
                </p:cNvPr>
                <p:cNvSpPr/>
                <p:nvPr/>
              </p:nvSpPr>
              <p:spPr>
                <a:xfrm rot="5400000">
                  <a:off x="1807035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4726091-9F53-4777-B1EC-35CC3B165B4B}"/>
                    </a:ext>
                  </a:extLst>
                </p:cNvPr>
                <p:cNvSpPr/>
                <p:nvPr/>
              </p:nvSpPr>
              <p:spPr>
                <a:xfrm rot="5400000">
                  <a:off x="1202898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6135D2E-C72E-495B-AA10-91C286FD2AB0}"/>
                    </a:ext>
                  </a:extLst>
                </p:cNvPr>
                <p:cNvSpPr/>
                <p:nvPr/>
              </p:nvSpPr>
              <p:spPr>
                <a:xfrm rot="5400000">
                  <a:off x="1202898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4A0140F-DC2C-45A8-9E42-95C62E8B03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284674" y="-2617587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BD69567-BB56-44C9-BC7E-C530E9758BC1}"/>
                    </a:ext>
                  </a:extLst>
                </p:cNvPr>
                <p:cNvSpPr/>
                <p:nvPr/>
              </p:nvSpPr>
              <p:spPr>
                <a:xfrm rot="5400000">
                  <a:off x="605253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E542BF29-3083-460E-8346-8A1D16410201}"/>
                    </a:ext>
                  </a:extLst>
                </p:cNvPr>
                <p:cNvSpPr/>
                <p:nvPr/>
              </p:nvSpPr>
              <p:spPr>
                <a:xfrm rot="5400000">
                  <a:off x="605253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4DBF479-EE2D-41FB-B085-A6C897496046}"/>
                    </a:ext>
                  </a:extLst>
                </p:cNvPr>
                <p:cNvSpPr/>
                <p:nvPr/>
              </p:nvSpPr>
              <p:spPr>
                <a:xfrm rot="5400000">
                  <a:off x="1117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88E926C4-DFE4-4C98-AE05-32C402AF9E8D}"/>
                    </a:ext>
                  </a:extLst>
                </p:cNvPr>
                <p:cNvSpPr/>
                <p:nvPr/>
              </p:nvSpPr>
              <p:spPr>
                <a:xfrm rot="5400000">
                  <a:off x="1117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BF75FDF0-ED1D-42B0-9F0C-6D11B5447594}"/>
                    </a:ext>
                  </a:extLst>
                </p:cNvPr>
                <p:cNvSpPr/>
                <p:nvPr/>
              </p:nvSpPr>
              <p:spPr>
                <a:xfrm rot="5400000">
                  <a:off x="605253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FBDC64EA-A258-4C10-A7DC-85B7BD39400F}"/>
                    </a:ext>
                  </a:extLst>
                </p:cNvPr>
                <p:cNvSpPr/>
                <p:nvPr/>
              </p:nvSpPr>
              <p:spPr>
                <a:xfrm rot="5400000">
                  <a:off x="605253" y="-286095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7BCC874-301B-4A66-8391-12F50D3373A6}"/>
                    </a:ext>
                  </a:extLst>
                </p:cNvPr>
                <p:cNvSpPr/>
                <p:nvPr/>
              </p:nvSpPr>
              <p:spPr>
                <a:xfrm rot="5400000">
                  <a:off x="1117" y="-346508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CC1EFDC-C30F-469C-A405-486B6C162D92}"/>
                    </a:ext>
                  </a:extLst>
                </p:cNvPr>
                <p:cNvSpPr/>
                <p:nvPr/>
              </p:nvSpPr>
              <p:spPr>
                <a:xfrm rot="5400000">
                  <a:off x="1118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43399D37-DA80-4ABF-BE37-B6B1ED21C36D}"/>
                    </a:ext>
                  </a:extLst>
                </p:cNvPr>
                <p:cNvSpPr/>
                <p:nvPr/>
              </p:nvSpPr>
              <p:spPr>
                <a:xfrm rot="5400000">
                  <a:off x="2411173" y="-227187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8A91D43D-D60E-4F55-8B50-918D5C8C16F1}"/>
                    </a:ext>
                  </a:extLst>
                </p:cNvPr>
                <p:cNvSpPr/>
                <p:nvPr/>
              </p:nvSpPr>
              <p:spPr>
                <a:xfrm rot="5400000">
                  <a:off x="1807037" y="-227187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43440BA6-7A29-4271-85DC-48283B7BF65D}"/>
                    </a:ext>
                  </a:extLst>
                </p:cNvPr>
                <p:cNvSpPr/>
                <p:nvPr/>
              </p:nvSpPr>
              <p:spPr>
                <a:xfrm rot="5400000">
                  <a:off x="1202899" y="-227187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CE93B439-5635-40B1-B8F7-A995998D7845}"/>
                    </a:ext>
                  </a:extLst>
                </p:cNvPr>
                <p:cNvSpPr/>
                <p:nvPr/>
              </p:nvSpPr>
              <p:spPr>
                <a:xfrm rot="5400000">
                  <a:off x="605254" y="-227187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F1E6035C-403C-464F-B8F8-A05E3782438B}"/>
                    </a:ext>
                  </a:extLst>
                </p:cNvPr>
                <p:cNvSpPr/>
                <p:nvPr/>
              </p:nvSpPr>
              <p:spPr>
                <a:xfrm rot="5400000">
                  <a:off x="1115" y="-227187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629E090-0BBA-40BA-A995-56788CB45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-1528854" y="-2617587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B4274C10-B822-4C4C-82B6-BD791DD21EB5}"/>
                    </a:ext>
                  </a:extLst>
                </p:cNvPr>
                <p:cNvSpPr/>
                <p:nvPr/>
              </p:nvSpPr>
              <p:spPr>
                <a:xfrm rot="5400000">
                  <a:off x="-604139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6203EA71-922F-4BA0-A071-30EC107C1F40}"/>
                    </a:ext>
                  </a:extLst>
                </p:cNvPr>
                <p:cNvSpPr/>
                <p:nvPr/>
              </p:nvSpPr>
              <p:spPr>
                <a:xfrm rot="5400000">
                  <a:off x="-604139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6EED3CA7-4E8D-46AD-84AA-1DC53DB8D424}"/>
                    </a:ext>
                  </a:extLst>
                </p:cNvPr>
                <p:cNvSpPr/>
                <p:nvPr/>
              </p:nvSpPr>
              <p:spPr>
                <a:xfrm rot="5400000">
                  <a:off x="-604139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FDB873C-164E-4A22-AE0E-BBBC26459C41}"/>
                    </a:ext>
                  </a:extLst>
                </p:cNvPr>
                <p:cNvSpPr/>
                <p:nvPr/>
              </p:nvSpPr>
              <p:spPr>
                <a:xfrm rot="5400000">
                  <a:off x="-604139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CA3912A2-61F1-4827-86D4-1F076DD44CAB}"/>
                    </a:ext>
                  </a:extLst>
                </p:cNvPr>
                <p:cNvSpPr/>
                <p:nvPr/>
              </p:nvSpPr>
              <p:spPr>
                <a:xfrm rot="5400000">
                  <a:off x="-1208275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99329236-0CE8-438A-BE1A-7705406564BD}"/>
                    </a:ext>
                  </a:extLst>
                </p:cNvPr>
                <p:cNvSpPr/>
                <p:nvPr/>
              </p:nvSpPr>
              <p:spPr>
                <a:xfrm rot="5400000">
                  <a:off x="-1208275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55F782A-59F2-40F7-8104-898B191E47EF}"/>
                    </a:ext>
                  </a:extLst>
                </p:cNvPr>
                <p:cNvSpPr/>
                <p:nvPr/>
              </p:nvSpPr>
              <p:spPr>
                <a:xfrm rot="5400000">
                  <a:off x="-1812412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C2E6BA6-21DF-4D7C-A46A-1050E07A86C6}"/>
                    </a:ext>
                  </a:extLst>
                </p:cNvPr>
                <p:cNvSpPr/>
                <p:nvPr/>
              </p:nvSpPr>
              <p:spPr>
                <a:xfrm rot="5400000">
                  <a:off x="-1812412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02ADB66E-8128-4E6A-896C-1A1FD9DE9DD5}"/>
                    </a:ext>
                  </a:extLst>
                </p:cNvPr>
                <p:cNvSpPr/>
                <p:nvPr/>
              </p:nvSpPr>
              <p:spPr>
                <a:xfrm rot="5400000">
                  <a:off x="-1208275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5F2C5D93-013B-4145-884D-F0A9410422D3}"/>
                    </a:ext>
                  </a:extLst>
                </p:cNvPr>
                <p:cNvSpPr/>
                <p:nvPr/>
              </p:nvSpPr>
              <p:spPr>
                <a:xfrm rot="5400000">
                  <a:off x="-1208275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623E676-AFFA-41EC-9135-610676701D6E}"/>
                    </a:ext>
                  </a:extLst>
                </p:cNvPr>
                <p:cNvSpPr/>
                <p:nvPr/>
              </p:nvSpPr>
              <p:spPr>
                <a:xfrm rot="5400000">
                  <a:off x="-1812412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8D2E03C7-730D-41EE-8EC0-77AD1C11A74B}"/>
                    </a:ext>
                  </a:extLst>
                </p:cNvPr>
                <p:cNvSpPr/>
                <p:nvPr/>
              </p:nvSpPr>
              <p:spPr>
                <a:xfrm rot="5400000">
                  <a:off x="-1812412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29FD6C9-C733-4593-AE49-70B46712C4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-2730636" y="-2617587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C24C299E-ADF3-4BF1-BCBD-C6AB05FF09BB}"/>
                    </a:ext>
                  </a:extLst>
                </p:cNvPr>
                <p:cNvSpPr/>
                <p:nvPr/>
              </p:nvSpPr>
              <p:spPr>
                <a:xfrm rot="5400000">
                  <a:off x="-2410057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7B44F78F-B8E2-4D7C-B2B8-3D1D2C3DAD3E}"/>
                    </a:ext>
                  </a:extLst>
                </p:cNvPr>
                <p:cNvSpPr/>
                <p:nvPr/>
              </p:nvSpPr>
              <p:spPr>
                <a:xfrm rot="5400000">
                  <a:off x="-2410057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74618E23-616D-490A-861A-645AECD64692}"/>
                    </a:ext>
                  </a:extLst>
                </p:cNvPr>
                <p:cNvSpPr/>
                <p:nvPr/>
              </p:nvSpPr>
              <p:spPr>
                <a:xfrm rot="5400000">
                  <a:off x="-3014193" y="-46733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83C7166B-55ED-45F4-9ED9-29A3AF839FB9}"/>
                    </a:ext>
                  </a:extLst>
                </p:cNvPr>
                <p:cNvSpPr/>
                <p:nvPr/>
              </p:nvSpPr>
              <p:spPr>
                <a:xfrm rot="5400000">
                  <a:off x="-3014193" y="-4069225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B5378227-BFD3-4B95-833E-19E1A499343F}"/>
                    </a:ext>
                  </a:extLst>
                </p:cNvPr>
                <p:cNvSpPr/>
                <p:nvPr/>
              </p:nvSpPr>
              <p:spPr>
                <a:xfrm rot="5400000">
                  <a:off x="-2410057" y="-346508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92742606-2518-46B8-B367-EB23E8C351EB}"/>
                    </a:ext>
                  </a:extLst>
                </p:cNvPr>
                <p:cNvSpPr/>
                <p:nvPr/>
              </p:nvSpPr>
              <p:spPr>
                <a:xfrm rot="5400000">
                  <a:off x="-2410057" y="-286095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75D96D88-2A64-42B3-8CCD-99D60EF621F8}"/>
                    </a:ext>
                  </a:extLst>
                </p:cNvPr>
                <p:cNvSpPr/>
                <p:nvPr/>
              </p:nvSpPr>
              <p:spPr>
                <a:xfrm rot="5400000">
                  <a:off x="-3014193" y="-346508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986E0F8A-2406-4D65-AADA-18187F125CAB}"/>
                    </a:ext>
                  </a:extLst>
                </p:cNvPr>
                <p:cNvSpPr/>
                <p:nvPr/>
              </p:nvSpPr>
              <p:spPr>
                <a:xfrm rot="5400000">
                  <a:off x="-3014192" y="-286095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70EE5F8F-1A95-433F-B50F-D9DB049D3741}"/>
                    </a:ext>
                  </a:extLst>
                </p:cNvPr>
                <p:cNvSpPr/>
                <p:nvPr/>
              </p:nvSpPr>
              <p:spPr>
                <a:xfrm rot="5400000">
                  <a:off x="-604137" y="-227187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A05EB50D-E3AC-4E7B-8161-0C49250EA288}"/>
                    </a:ext>
                  </a:extLst>
                </p:cNvPr>
                <p:cNvSpPr/>
                <p:nvPr/>
              </p:nvSpPr>
              <p:spPr>
                <a:xfrm rot="5400000">
                  <a:off x="-1208273" y="-227187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07433BD6-ECAE-4775-B22E-EFA586CB7033}"/>
                    </a:ext>
                  </a:extLst>
                </p:cNvPr>
                <p:cNvSpPr/>
                <p:nvPr/>
              </p:nvSpPr>
              <p:spPr>
                <a:xfrm rot="5400000">
                  <a:off x="-1812411" y="-227187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0E3B59A0-C6FD-4FF4-9BB0-E218C670FEA0}"/>
                    </a:ext>
                  </a:extLst>
                </p:cNvPr>
                <p:cNvSpPr/>
                <p:nvPr/>
              </p:nvSpPr>
              <p:spPr>
                <a:xfrm rot="5400000">
                  <a:off x="-2410056" y="-227187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07A99E8E-860C-46A1-B529-CC9A70B4BE99}"/>
                    </a:ext>
                  </a:extLst>
                </p:cNvPr>
                <p:cNvSpPr/>
                <p:nvPr/>
              </p:nvSpPr>
              <p:spPr>
                <a:xfrm rot="5400000">
                  <a:off x="-3014195" y="-2271878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04EB9636-C069-4D61-AE6C-741611291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1486456" y="388252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3F108671-3430-49AC-B9AC-349A7C76329C}"/>
                    </a:ext>
                  </a:extLst>
                </p:cNvPr>
                <p:cNvSpPr/>
                <p:nvPr/>
              </p:nvSpPr>
              <p:spPr>
                <a:xfrm rot="5400000">
                  <a:off x="2411171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A7C71CC6-5975-4A7C-8C09-1AF671474A29}"/>
                    </a:ext>
                  </a:extLst>
                </p:cNvPr>
                <p:cNvSpPr/>
                <p:nvPr/>
              </p:nvSpPr>
              <p:spPr>
                <a:xfrm rot="5400000">
                  <a:off x="2411171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723A0E77-4A4E-45EF-826D-C9B149BFAE1C}"/>
                    </a:ext>
                  </a:extLst>
                </p:cNvPr>
                <p:cNvSpPr/>
                <p:nvPr/>
              </p:nvSpPr>
              <p:spPr>
                <a:xfrm rot="5400000">
                  <a:off x="2411171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EBE327F4-3DF0-4589-B716-E7535D5F126E}"/>
                    </a:ext>
                  </a:extLst>
                </p:cNvPr>
                <p:cNvSpPr/>
                <p:nvPr/>
              </p:nvSpPr>
              <p:spPr>
                <a:xfrm rot="5400000">
                  <a:off x="2411171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83130E42-D7B8-4259-A85A-92F9E07CFAE3}"/>
                    </a:ext>
                  </a:extLst>
                </p:cNvPr>
                <p:cNvSpPr/>
                <p:nvPr/>
              </p:nvSpPr>
              <p:spPr>
                <a:xfrm rot="5400000">
                  <a:off x="1807035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A1437810-4D65-40BD-A817-FFC5D7180E44}"/>
                    </a:ext>
                  </a:extLst>
                </p:cNvPr>
                <p:cNvSpPr/>
                <p:nvPr/>
              </p:nvSpPr>
              <p:spPr>
                <a:xfrm rot="5400000">
                  <a:off x="1807035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59B6E273-B03E-40EC-8073-053EE778D5A4}"/>
                    </a:ext>
                  </a:extLst>
                </p:cNvPr>
                <p:cNvSpPr/>
                <p:nvPr/>
              </p:nvSpPr>
              <p:spPr>
                <a:xfrm rot="5400000">
                  <a:off x="1202898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F4BD3065-3C88-41DB-84CE-27873C6AF7E0}"/>
                    </a:ext>
                  </a:extLst>
                </p:cNvPr>
                <p:cNvSpPr/>
                <p:nvPr/>
              </p:nvSpPr>
              <p:spPr>
                <a:xfrm rot="5400000">
                  <a:off x="1202898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07F8A002-4A62-434A-88D2-CD1230707325}"/>
                    </a:ext>
                  </a:extLst>
                </p:cNvPr>
                <p:cNvSpPr/>
                <p:nvPr/>
              </p:nvSpPr>
              <p:spPr>
                <a:xfrm rot="5400000">
                  <a:off x="1807035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3FE4F851-F49C-42FC-866E-F0609E29C3D2}"/>
                    </a:ext>
                  </a:extLst>
                </p:cNvPr>
                <p:cNvSpPr/>
                <p:nvPr/>
              </p:nvSpPr>
              <p:spPr>
                <a:xfrm rot="5400000">
                  <a:off x="1807035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36B96FD6-7686-4657-B181-21E325FD3377}"/>
                    </a:ext>
                  </a:extLst>
                </p:cNvPr>
                <p:cNvSpPr/>
                <p:nvPr/>
              </p:nvSpPr>
              <p:spPr>
                <a:xfrm rot="5400000">
                  <a:off x="1202898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D8AECF21-B6F3-4CF1-A042-4FD08CA9B41F}"/>
                    </a:ext>
                  </a:extLst>
                </p:cNvPr>
                <p:cNvSpPr/>
                <p:nvPr/>
              </p:nvSpPr>
              <p:spPr>
                <a:xfrm rot="5400000">
                  <a:off x="1202898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F3A5A1C4-7956-41D0-8120-E697556CB9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284674" y="388252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9157FC7F-648E-4BA0-8AFD-7BADFB07BD91}"/>
                    </a:ext>
                  </a:extLst>
                </p:cNvPr>
                <p:cNvSpPr/>
                <p:nvPr/>
              </p:nvSpPr>
              <p:spPr>
                <a:xfrm rot="5400000">
                  <a:off x="605253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0E115457-5624-49AE-92D8-B9AA445D5E65}"/>
                    </a:ext>
                  </a:extLst>
                </p:cNvPr>
                <p:cNvSpPr/>
                <p:nvPr/>
              </p:nvSpPr>
              <p:spPr>
                <a:xfrm rot="5400000">
                  <a:off x="605253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C451A476-B622-49B4-9916-B18E25B9DED9}"/>
                    </a:ext>
                  </a:extLst>
                </p:cNvPr>
                <p:cNvSpPr/>
                <p:nvPr/>
              </p:nvSpPr>
              <p:spPr>
                <a:xfrm rot="5400000">
                  <a:off x="1117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BCAEDAF9-8B62-498D-876C-E341134FD05C}"/>
                    </a:ext>
                  </a:extLst>
                </p:cNvPr>
                <p:cNvSpPr/>
                <p:nvPr/>
              </p:nvSpPr>
              <p:spPr>
                <a:xfrm rot="5400000">
                  <a:off x="1117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5FFFFFF1-7CB8-4C08-9530-84D4180293B0}"/>
                    </a:ext>
                  </a:extLst>
                </p:cNvPr>
                <p:cNvSpPr/>
                <p:nvPr/>
              </p:nvSpPr>
              <p:spPr>
                <a:xfrm rot="5400000">
                  <a:off x="605253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A2760F31-0F42-4A19-898E-4FCD351438AF}"/>
                    </a:ext>
                  </a:extLst>
                </p:cNvPr>
                <p:cNvSpPr/>
                <p:nvPr/>
              </p:nvSpPr>
              <p:spPr>
                <a:xfrm rot="5400000">
                  <a:off x="605253" y="1448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7379F56E-BBF1-4B16-BC6C-DFBBD5431E6F}"/>
                    </a:ext>
                  </a:extLst>
                </p:cNvPr>
                <p:cNvSpPr/>
                <p:nvPr/>
              </p:nvSpPr>
              <p:spPr>
                <a:xfrm rot="5400000">
                  <a:off x="1117" y="-459250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CC104F11-D407-4F30-B6DB-86831A69C3CA}"/>
                    </a:ext>
                  </a:extLst>
                </p:cNvPr>
                <p:cNvSpPr/>
                <p:nvPr/>
              </p:nvSpPr>
              <p:spPr>
                <a:xfrm rot="5400000">
                  <a:off x="1118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C13057F4-126E-4B96-8234-5595BA16F2B9}"/>
                    </a:ext>
                  </a:extLst>
                </p:cNvPr>
                <p:cNvSpPr/>
                <p:nvPr/>
              </p:nvSpPr>
              <p:spPr>
                <a:xfrm rot="5400000">
                  <a:off x="2411173" y="7339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E9F9D2FE-9976-4632-9F48-5B4FF8D2AA37}"/>
                    </a:ext>
                  </a:extLst>
                </p:cNvPr>
                <p:cNvSpPr/>
                <p:nvPr/>
              </p:nvSpPr>
              <p:spPr>
                <a:xfrm rot="5400000">
                  <a:off x="1807037" y="7339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6288F417-A521-4E05-A4CB-9F861E72A26A}"/>
                    </a:ext>
                  </a:extLst>
                </p:cNvPr>
                <p:cNvSpPr/>
                <p:nvPr/>
              </p:nvSpPr>
              <p:spPr>
                <a:xfrm rot="5400000">
                  <a:off x="1202899" y="733961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40CA8C58-75F4-4226-B145-4A17B8E08BFA}"/>
                    </a:ext>
                  </a:extLst>
                </p:cNvPr>
                <p:cNvSpPr/>
                <p:nvPr/>
              </p:nvSpPr>
              <p:spPr>
                <a:xfrm rot="5400000">
                  <a:off x="605254" y="733960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58685CF1-E41F-44CC-9684-3324B80EF35E}"/>
                    </a:ext>
                  </a:extLst>
                </p:cNvPr>
                <p:cNvSpPr/>
                <p:nvPr/>
              </p:nvSpPr>
              <p:spPr>
                <a:xfrm rot="5400000">
                  <a:off x="1115" y="733961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9D207AA6-EFDD-45FE-AF4D-D023F31337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-1528854" y="388252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397914D7-63DC-4B11-98F4-96803EE36058}"/>
                    </a:ext>
                  </a:extLst>
                </p:cNvPr>
                <p:cNvSpPr/>
                <p:nvPr/>
              </p:nvSpPr>
              <p:spPr>
                <a:xfrm rot="5400000">
                  <a:off x="-604139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882E5A30-190C-4172-B1E6-FF2E97A7296A}"/>
                    </a:ext>
                  </a:extLst>
                </p:cNvPr>
                <p:cNvSpPr/>
                <p:nvPr/>
              </p:nvSpPr>
              <p:spPr>
                <a:xfrm rot="5400000">
                  <a:off x="-604139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9DE42E56-D7FF-4A8C-AF40-7CFA05689D20}"/>
                    </a:ext>
                  </a:extLst>
                </p:cNvPr>
                <p:cNvSpPr/>
                <p:nvPr/>
              </p:nvSpPr>
              <p:spPr>
                <a:xfrm rot="5400000">
                  <a:off x="-604139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474FE121-A5BF-4F29-8C85-42CA08882758}"/>
                    </a:ext>
                  </a:extLst>
                </p:cNvPr>
                <p:cNvSpPr/>
                <p:nvPr/>
              </p:nvSpPr>
              <p:spPr>
                <a:xfrm rot="5400000">
                  <a:off x="-604139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2B97EEC9-B190-492F-82DD-3E323539EF7D}"/>
                    </a:ext>
                  </a:extLst>
                </p:cNvPr>
                <p:cNvSpPr/>
                <p:nvPr/>
              </p:nvSpPr>
              <p:spPr>
                <a:xfrm rot="5400000">
                  <a:off x="-1208275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5E659DE9-980D-4AEE-9B59-189D081AE27B}"/>
                    </a:ext>
                  </a:extLst>
                </p:cNvPr>
                <p:cNvSpPr/>
                <p:nvPr/>
              </p:nvSpPr>
              <p:spPr>
                <a:xfrm rot="5400000">
                  <a:off x="-1208275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444518C9-5DE1-4577-8B55-8B60EC8C8D32}"/>
                    </a:ext>
                  </a:extLst>
                </p:cNvPr>
                <p:cNvSpPr/>
                <p:nvPr/>
              </p:nvSpPr>
              <p:spPr>
                <a:xfrm rot="5400000">
                  <a:off x="-1812412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E1D614D1-E003-4783-968E-7305288E454B}"/>
                    </a:ext>
                  </a:extLst>
                </p:cNvPr>
                <p:cNvSpPr/>
                <p:nvPr/>
              </p:nvSpPr>
              <p:spPr>
                <a:xfrm rot="5400000">
                  <a:off x="-1812412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6CFFB86B-404F-427E-A74B-A1B22F4AEB26}"/>
                    </a:ext>
                  </a:extLst>
                </p:cNvPr>
                <p:cNvSpPr/>
                <p:nvPr/>
              </p:nvSpPr>
              <p:spPr>
                <a:xfrm rot="5400000">
                  <a:off x="-1208275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01112639-445B-45D4-B8F1-DA3FB96CB2EF}"/>
                    </a:ext>
                  </a:extLst>
                </p:cNvPr>
                <p:cNvSpPr/>
                <p:nvPr/>
              </p:nvSpPr>
              <p:spPr>
                <a:xfrm rot="5400000">
                  <a:off x="-1208275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DFB40F45-6553-4EC0-B87C-7ADCB00DC6A1}"/>
                    </a:ext>
                  </a:extLst>
                </p:cNvPr>
                <p:cNvSpPr/>
                <p:nvPr/>
              </p:nvSpPr>
              <p:spPr>
                <a:xfrm rot="5400000">
                  <a:off x="-1812412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AE9B110E-750C-476B-997B-3B3C9A0E0545}"/>
                    </a:ext>
                  </a:extLst>
                </p:cNvPr>
                <p:cNvSpPr/>
                <p:nvPr/>
              </p:nvSpPr>
              <p:spPr>
                <a:xfrm rot="5400000">
                  <a:off x="-1812412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7E4D43D4-7273-4DF3-94C1-F70EC2310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-2730636" y="388252"/>
                  <a:ext cx="599417" cy="7080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E0AC4444-EE47-4059-BA75-319FEE05CF26}"/>
                    </a:ext>
                  </a:extLst>
                </p:cNvPr>
                <p:cNvSpPr/>
                <p:nvPr/>
              </p:nvSpPr>
              <p:spPr>
                <a:xfrm rot="5400000">
                  <a:off x="-2410057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35C41447-2DC0-4F5C-AF0B-3ADEF8560EFC}"/>
                    </a:ext>
                  </a:extLst>
                </p:cNvPr>
                <p:cNvSpPr/>
                <p:nvPr/>
              </p:nvSpPr>
              <p:spPr>
                <a:xfrm rot="5400000">
                  <a:off x="-2410057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60EBA50F-1401-4920-A15A-D3414D8492BA}"/>
                    </a:ext>
                  </a:extLst>
                </p:cNvPr>
                <p:cNvSpPr/>
                <p:nvPr/>
              </p:nvSpPr>
              <p:spPr>
                <a:xfrm rot="5400000">
                  <a:off x="-3014193" y="-1667523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D79335C9-587D-4686-BADD-45352B9F5EDA}"/>
                    </a:ext>
                  </a:extLst>
                </p:cNvPr>
                <p:cNvSpPr/>
                <p:nvPr/>
              </p:nvSpPr>
              <p:spPr>
                <a:xfrm rot="5400000">
                  <a:off x="-3014193" y="-10633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AB6DF62C-738C-4463-A394-96A5FDE9E18A}"/>
                    </a:ext>
                  </a:extLst>
                </p:cNvPr>
                <p:cNvSpPr/>
                <p:nvPr/>
              </p:nvSpPr>
              <p:spPr>
                <a:xfrm rot="5400000">
                  <a:off x="-2410057" y="-459249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1A67EF73-F5CE-41C8-A0EE-435DD9765214}"/>
                    </a:ext>
                  </a:extLst>
                </p:cNvPr>
                <p:cNvSpPr/>
                <p:nvPr/>
              </p:nvSpPr>
              <p:spPr>
                <a:xfrm rot="5400000">
                  <a:off x="-2410057" y="144886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3B47AB1E-27E7-4918-84CB-127BB561084F}"/>
                    </a:ext>
                  </a:extLst>
                </p:cNvPr>
                <p:cNvSpPr/>
                <p:nvPr/>
              </p:nvSpPr>
              <p:spPr>
                <a:xfrm rot="5400000">
                  <a:off x="-3014193" y="-459250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CB8D7134-D3FA-448D-B5B1-A1A2DF2D7658}"/>
                    </a:ext>
                  </a:extLst>
                </p:cNvPr>
                <p:cNvSpPr/>
                <p:nvPr/>
              </p:nvSpPr>
              <p:spPr>
                <a:xfrm rot="5400000">
                  <a:off x="-3014192" y="144887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1F24C1DB-914D-470F-A144-F98A87BD4261}"/>
                    </a:ext>
                  </a:extLst>
                </p:cNvPr>
                <p:cNvSpPr/>
                <p:nvPr/>
              </p:nvSpPr>
              <p:spPr>
                <a:xfrm rot="5400000">
                  <a:off x="-604137" y="7339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424F5FF0-047F-48B6-9273-932AFB0801A7}"/>
                    </a:ext>
                  </a:extLst>
                </p:cNvPr>
                <p:cNvSpPr/>
                <p:nvPr/>
              </p:nvSpPr>
              <p:spPr>
                <a:xfrm rot="5400000">
                  <a:off x="-1208273" y="733962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19EFD53C-1D04-49C3-86E5-22B811FE32E3}"/>
                    </a:ext>
                  </a:extLst>
                </p:cNvPr>
                <p:cNvSpPr/>
                <p:nvPr/>
              </p:nvSpPr>
              <p:spPr>
                <a:xfrm rot="5400000">
                  <a:off x="-1812411" y="733961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55EA4586-CC34-474F-9DD4-A1BDE674E51C}"/>
                    </a:ext>
                  </a:extLst>
                </p:cNvPr>
                <p:cNvSpPr/>
                <p:nvPr/>
              </p:nvSpPr>
              <p:spPr>
                <a:xfrm rot="5400000">
                  <a:off x="-2410056" y="733960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7228674C-3DC5-4A99-BA1B-68C830D161A6}"/>
                    </a:ext>
                  </a:extLst>
                </p:cNvPr>
                <p:cNvSpPr/>
                <p:nvPr/>
              </p:nvSpPr>
              <p:spPr>
                <a:xfrm rot="5400000">
                  <a:off x="-3014195" y="733961"/>
                  <a:ext cx="604137" cy="6041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66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pt-PT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PT">
                    <a:solidFill>
                      <a:srgbClr val="006666"/>
                    </a:solidFill>
                  </a:endParaRPr>
                </a:p>
              </p:txBody>
            </p:sp>
          </p:grpSp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509408DF-B5AC-4B2E-A65D-B36306FC471C}"/>
                  </a:ext>
                </a:extLst>
              </p:cNvPr>
              <p:cNvGrpSpPr/>
              <p:nvPr/>
            </p:nvGrpSpPr>
            <p:grpSpPr>
              <a:xfrm>
                <a:off x="3080338" y="459782"/>
                <a:ext cx="6030412" cy="6030709"/>
                <a:chOff x="3080338" y="459782"/>
                <a:chExt cx="6030412" cy="6030709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107111E1-71BF-45A2-BCF4-5CDD90B445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1247" y="459782"/>
                  <a:ext cx="6029503" cy="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3FC4AE5A-04FC-4602-BE8E-896317FF8D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81247" y="6490491"/>
                  <a:ext cx="6029503" cy="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21804345-2BA9-4C04-8081-6AC3C9C03E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10750" y="467312"/>
                  <a:ext cx="0" cy="6003929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359A1A7C-C94B-4092-92E3-AA976CC6F6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81247" y="467312"/>
                  <a:ext cx="0" cy="6003929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6C3BAE8E-FEC8-425C-9FE9-4AA0E4DE78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04832" y="1066010"/>
                  <a:ext cx="1805917" cy="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9F144192-FE46-4274-971A-ED7360CF57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14184" y="2857078"/>
                  <a:ext cx="2963747" cy="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DB9B5D08-6A62-4FB7-8EB2-3DDD069481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92029" y="1675766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246EF443-AAE1-46D4-AABD-D9B44C9C6E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8340" y="1079920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2BF7BAF2-AD7C-4160-A0A5-DAD12DC11A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997560" y="1385448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C55F0635-91B2-4074-98A5-1C33700089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385758" y="198187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7E88AF4-1020-4A64-A832-2914854BC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393047" y="777322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C3E45004-D573-4641-B11C-1323828DD1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5440" y="1079920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73961DAA-97C5-4842-99DF-AFA0D16AAA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91303" y="1079920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B0FA2028-1A6E-422C-8DB1-B98D86A3D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800365" y="1385448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F99B4D65-9FE4-4D2B-88BF-9E51B8BCB7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2349" y="491785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FFEF6DC6-77DC-4682-975A-EF4E5A0AC5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189235" y="789602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CB0EE09B-C613-496E-99AD-4D34AAB519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370656" y="198187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8AF946CB-DC15-405F-ADD8-3C2213C1A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5384" y="1675766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FCCA27FB-D6A8-4FE9-A514-F88BE7FF4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4596849" y="198187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68BA618D-D6C9-4E03-9398-A7A595E7E9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6531" y="2288192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A6A06322-8720-4536-9A30-0A46E8FA1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4295647" y="1058925"/>
                  <a:ext cx="0" cy="1208273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83C4B1C1-3AE9-4D7A-AC90-837578C81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701329" y="2247139"/>
                  <a:ext cx="0" cy="1208273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70BE01AE-AD6F-4F2A-AD2F-CCB1A06623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7924911" y="2875782"/>
                  <a:ext cx="0" cy="1208273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A37E1937-BC53-4B60-8907-4281FF40B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8340" y="2898931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A9A523A8-8701-4FD0-8EB4-9F2BF11259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997560" y="5570895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53B39D51-449E-4503-B682-2834B1DF41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8200230" y="5580520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2CD3CD6D-9936-48F1-9222-24863F044D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793371" y="5570895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7838B417-69FA-4271-B8DA-F7240827A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370656" y="5570895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63617B59-3AF0-49BE-8CFD-8A068CEB0F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5384" y="5294031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6159214E-D78E-48BF-9F37-3C7E749764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91303" y="5294031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EF99A311-574F-4B63-A651-0F7BD96A5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87878" y="5294031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B9269C62-FE11-4A76-9270-ADB262469F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7596057" y="498339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BA0D527B-2261-4E13-962F-A38CB48512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404502" y="498339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8D0552A5-5935-4BC8-92BF-9AB553FD18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189235" y="498339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056FCB81-EB4A-4F93-AD7F-093D0EFAA6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404502" y="4394407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1226B196-8331-48D4-8345-21BD3DFECC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02729" y="4085759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E1177902-ACFC-4373-8E63-3E374AF23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5793371" y="3795441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40C35284-5A44-4172-8D2B-9842B163CF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07242" y="4692153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2967597-D3FB-41DD-A2D3-80149A60F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00028" y="4692153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1E8F5CB9-0070-4C2B-AEF0-D5B42644E6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04832" y="4085759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442BB861-57C4-4D6A-B952-B994CEA66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7611092" y="4394407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D58934E1-29D6-457B-8394-456F870B5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997560" y="3795441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7AF34416-4AE4-4584-ACC6-AC4548F40E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07242" y="5882167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5DC7CF85-6CA0-4C97-9AAD-A795A288E5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07242" y="3465402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DAAF5C79-88E6-4526-A0AD-F1B4CE1FA4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6404502" y="3170127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EE4232CC-84D2-40CA-9CC0-67574DD4B2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00731" y="2273300"/>
                  <a:ext cx="0" cy="1802335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6C8BFD39-2664-4D60-A0C0-4FBB87E317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07311" y="5284406"/>
                  <a:ext cx="0" cy="116027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72347709-2E5A-4076-A1F8-7C296FEF3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975702" y="4983393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58B756C-6267-4356-B0E5-F95C82F89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87167" y="2272193"/>
                  <a:ext cx="0" cy="1765343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007E636F-DBCB-46B3-8FF5-ABBD245424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89522" y="4692153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F524BA47-92D5-48FF-A6CA-435AD758A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91303" y="1665798"/>
                  <a:ext cx="0" cy="2992095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F4706FD5-1D5E-4F00-B6B6-04E929C69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8917" y="1079920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2882C5CF-AF22-4A90-B703-2D100A4FF9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4596849" y="3767097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CA2247EA-BFD4-45B6-BE74-11906048D2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3999204" y="3170127"/>
                  <a:ext cx="0" cy="580636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92757252-4318-432C-996C-FFFD83F986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87167" y="4692153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F7025714-1E52-4097-8A80-5541C58B7C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2574" y="3460445"/>
                  <a:ext cx="0" cy="1231708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52A9BE7F-1530-4A69-A0BA-1A5042FEA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04833" y="3485281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5759778F-D47D-4C9F-ADDA-7DA2A872E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80224" y="4682528"/>
                  <a:ext cx="1805917" cy="0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99B19D39-E9F7-4D9B-9436-B5D6A3811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29048" y="3479919"/>
                  <a:ext cx="0" cy="238129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63ED1CF-2DB0-4266-AF98-52DEC2AF9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95750" y="5882167"/>
                  <a:ext cx="0" cy="572134"/>
                </a:xfrm>
                <a:prstGeom prst="line">
                  <a:avLst/>
                </a:prstGeom>
                <a:ln w="57150" cap="rnd">
                  <a:solidFill>
                    <a:srgbClr val="0066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C9697A0-3FB2-4B03-8E1F-97EC16B04E72}"/>
                </a:ext>
              </a:extLst>
            </p:cNvPr>
            <p:cNvGrpSpPr/>
            <p:nvPr/>
          </p:nvGrpSpPr>
          <p:grpSpPr>
            <a:xfrm>
              <a:off x="2514525" y="-205132"/>
              <a:ext cx="2885574" cy="4342018"/>
              <a:chOff x="2514525" y="-205132"/>
              <a:chExt cx="2885574" cy="434201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976A3A-2854-4894-B0BD-A565130F34D4}"/>
                  </a:ext>
                </a:extLst>
              </p:cNvPr>
              <p:cNvSpPr txBox="1"/>
              <p:nvPr/>
            </p:nvSpPr>
            <p:spPr>
              <a:xfrm>
                <a:off x="2514525" y="3429000"/>
                <a:ext cx="4700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>
                    <a:solidFill>
                      <a:srgbClr val="00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  <a:endParaRPr lang="en-US" sz="1600" b="1" dirty="0">
                  <a:solidFill>
                    <a:srgbClr val="00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95435F79-31E4-4B94-A153-51C7036220A1}"/>
                  </a:ext>
                </a:extLst>
              </p:cNvPr>
              <p:cNvSpPr txBox="1"/>
              <p:nvPr/>
            </p:nvSpPr>
            <p:spPr>
              <a:xfrm>
                <a:off x="3149537" y="-205132"/>
                <a:ext cx="4700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>
                    <a:solidFill>
                      <a:srgbClr val="00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endParaRPr lang="en-US" sz="1600" b="1" dirty="0">
                  <a:solidFill>
                    <a:srgbClr val="00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26E8817B-A3DA-4DCF-A3D0-BB1A0294F10C}"/>
                  </a:ext>
                </a:extLst>
              </p:cNvPr>
              <p:cNvSpPr txBox="1"/>
              <p:nvPr/>
            </p:nvSpPr>
            <p:spPr>
              <a:xfrm>
                <a:off x="4370660" y="-205132"/>
                <a:ext cx="4700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>
                    <a:solidFill>
                      <a:srgbClr val="00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  <a:endParaRPr lang="en-US" sz="1600" b="1" dirty="0">
                  <a:solidFill>
                    <a:srgbClr val="00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B18A0743-5B1A-45D9-A7B9-F68CE666B505}"/>
                  </a:ext>
                </a:extLst>
              </p:cNvPr>
              <p:cNvSpPr txBox="1"/>
              <p:nvPr/>
            </p:nvSpPr>
            <p:spPr>
              <a:xfrm>
                <a:off x="4930099" y="-205132"/>
                <a:ext cx="4700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>
                    <a:solidFill>
                      <a:srgbClr val="00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  <a:endParaRPr lang="en-US" sz="1600" b="1" dirty="0">
                  <a:solidFill>
                    <a:srgbClr val="00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088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163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21</cp:revision>
  <dcterms:created xsi:type="dcterms:W3CDTF">2021-03-07T12:39:49Z</dcterms:created>
  <dcterms:modified xsi:type="dcterms:W3CDTF">2021-03-13T13:28:51Z</dcterms:modified>
</cp:coreProperties>
</file>