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60" r:id="rId2"/>
    <p:sldId id="256" r:id="rId3"/>
    <p:sldId id="257" r:id="rId4"/>
    <p:sldId id="259" r:id="rId5"/>
    <p:sldId id="258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</p:sldIdLst>
  <p:sldSz cx="12192000" cy="6858000"/>
  <p:notesSz cx="6858000" cy="9144000"/>
  <p:defaultTextStyle>
    <a:defPPr>
      <a:defRPr lang="pt-PT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 userDrawn="1">
          <p15:clr>
            <a:srgbClr val="A4A3A4"/>
          </p15:clr>
        </p15:guide>
        <p15:guide id="2" pos="384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FFFFF"/>
    <a:srgbClr val="F36971"/>
    <a:srgbClr val="A7E2DF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1424" autoAdjust="0"/>
    <p:restoredTop sz="94660"/>
  </p:normalViewPr>
  <p:slideViewPr>
    <p:cSldViewPr snapToGrid="0" showGuides="1">
      <p:cViewPr>
        <p:scale>
          <a:sx n="10" d="100"/>
          <a:sy n="10" d="100"/>
        </p:scale>
        <p:origin x="1652" y="776"/>
      </p:cViewPr>
      <p:guideLst>
        <p:guide orient="horz" pos="2160"/>
        <p:guide pos="384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theme" Target="theme/theme1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viewProps" Target="viewProps.xml"/><Relationship Id="rId2" Type="http://schemas.openxmlformats.org/officeDocument/2006/relationships/slide" Target="slides/slide1.xml"/><Relationship Id="rId16" Type="http://schemas.openxmlformats.org/officeDocument/2006/relationships/presProps" Target="pres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10" Type="http://schemas.openxmlformats.org/officeDocument/2006/relationships/slide" Target="slides/slide9.xml"/><Relationship Id="rId19" Type="http://schemas.openxmlformats.org/officeDocument/2006/relationships/tableStyles" Target="tableStyle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BBAB574-56CA-4A3E-AB05-D43CCACB225F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440BBE61-33B8-429C-BDA9-98D6896F1A7C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ABFAF3C4-43F1-4098-97E3-19126F42872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E22E123-1317-4E58-AC6C-4203F2232E49}" type="datetimeFigureOut">
              <a:rPr lang="en-US" smtClean="0"/>
              <a:t>1/30/2021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99BD615F-D694-4EB8-B1D2-C3D3A64E67E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CAE0B793-4016-434A-9735-ECEBFC43128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F268507-2F13-45EA-91DB-60B2041D170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1043422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991CA0D-77B4-44D7-A421-CE312ECADB5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7367064-33BC-461F-ABA8-8049F82909C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F8EA2FF1-165C-463B-BE61-E72167EE6BF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E22E123-1317-4E58-AC6C-4203F2232E49}" type="datetimeFigureOut">
              <a:rPr lang="en-US" smtClean="0"/>
              <a:t>1/30/2021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2DB8A6D-6BD4-42FB-AF88-C84C939476D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0D702CA-2AD3-4202-A13B-BE183B4733B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F268507-2F13-45EA-91DB-60B2041D170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02701643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2A426F5-511E-4406-89C4-F01DEF1844E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DE0442FB-1257-43D9-8704-70F9E56B2F2E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2733E638-341A-4AE8-AF2C-71DE958DACB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E22E123-1317-4E58-AC6C-4203F2232E49}" type="datetimeFigureOut">
              <a:rPr lang="en-US" smtClean="0"/>
              <a:t>1/30/2021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F368E35-E501-4ED0-BDA0-2FD52395849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51D3ED0-C42D-417D-95E2-7FE8E7167E7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F268507-2F13-45EA-91DB-60B2041D170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11106957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B0E4367-B7AF-4405-84CE-4754F9648D0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0E201BC-4B36-475C-8A8D-61320C3BBDBC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693F9212-C204-4E6D-BCA0-5645688B8CB3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339F2061-ADD0-4054-ADEB-9CDCBD081BD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E22E123-1317-4E58-AC6C-4203F2232E49}" type="datetimeFigureOut">
              <a:rPr lang="en-US" smtClean="0"/>
              <a:t>1/30/2021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EB181805-D53D-4DF4-9C27-B51C8DFAE37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D90D00A4-5A4E-468D-8034-BD409A8EE1C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F268507-2F13-45EA-91DB-60B2041D170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88749230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B070FEC-D611-4AAB-8CE4-526E3A515A0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AA6777D5-FBB7-45B1-8250-34C07EB919A3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A53E7361-F730-4FFB-960D-0FCFF4338537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F8372E4E-D480-460D-93F8-0313560C470C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A2753055-B1E9-4446-A183-E1C4CB5F7CB8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889E81C1-D439-4E83-A0BD-62E49462E84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E22E123-1317-4E58-AC6C-4203F2232E49}" type="datetimeFigureOut">
              <a:rPr lang="en-US" smtClean="0"/>
              <a:t>1/30/2021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44EC59D4-EA86-426E-8A8C-F21A035B50E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3B34E1AC-B689-452F-B631-D8999EA2E23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F268507-2F13-45EA-91DB-60B2041D170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9743160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CC4423E-BA18-414F-88F7-97EB29BC0C7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88549016-C975-48C1-9CF1-C195C7F3313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E22E123-1317-4E58-AC6C-4203F2232E49}" type="datetimeFigureOut">
              <a:rPr lang="en-US" smtClean="0"/>
              <a:t>1/30/2021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CCB476D5-0FF7-493F-98D2-D1BEFB5A6CE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047256AB-FFAD-4504-9BB3-49D8D60BDCB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F268507-2F13-45EA-91DB-60B2041D170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71474397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B9A980ED-0FF6-4DF7-A20C-CE67C3201D4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E22E123-1317-4E58-AC6C-4203F2232E49}" type="datetimeFigureOut">
              <a:rPr lang="en-US" smtClean="0"/>
              <a:t>1/30/2021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3CB0EE5B-717E-4374-9E2E-03DB9115A9A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5FFD13E-14DF-4BAD-B98D-79220BD08BC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F268507-2F13-45EA-91DB-60B2041D170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17090015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AD872CA-53ED-4B34-B2F8-70A18365DD3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913E5E6-5AB1-472D-B802-64A361CDECD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3F0D0ED7-B184-4C77-84DA-9AD401FA0FBD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EFF47446-5F65-4A81-8003-EC9C0A911C8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E22E123-1317-4E58-AC6C-4203F2232E49}" type="datetimeFigureOut">
              <a:rPr lang="en-US" smtClean="0"/>
              <a:t>1/30/2021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12FF17F1-2BFC-4CD4-9D1C-63550C13CF6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935F9D73-653A-41B2-B5C4-CD163578F30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F268507-2F13-45EA-91DB-60B2041D170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23687136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E8F63B6-5C41-4445-9A93-D532EB0358D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4D70BF64-F99F-4D69-9D8E-0220F9D2915F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A59D459C-D762-4CFD-A447-54E0307FD92B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BAC5D4E9-AA8B-4CDB-BE35-442EDBBFFCB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E22E123-1317-4E58-AC6C-4203F2232E49}" type="datetimeFigureOut">
              <a:rPr lang="en-US" smtClean="0"/>
              <a:t>1/30/2021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41EDC904-3FEE-49AF-A0BA-1753118EFED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90184C5F-C744-4B03-A301-190B0CFBB6C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F268507-2F13-45EA-91DB-60B2041D170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9310061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537CC8D-9528-4D0B-B477-7C5034B0CE3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7CD96DFE-405D-450F-B9D6-99FC5A86C46E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8324EAF8-3653-4133-9C3A-8D81A1350F8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E22E123-1317-4E58-AC6C-4203F2232E49}" type="datetimeFigureOut">
              <a:rPr lang="en-US" smtClean="0"/>
              <a:t>1/30/2021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1CEEF20-120B-438A-B97F-38A39435B6B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E99AA9FC-D338-4796-85A3-25FFAAE28C0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F268507-2F13-45EA-91DB-60B2041D170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00880457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38F17D51-34B1-4CD5-B95D-873889A3A9AC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3C798A0C-4616-4714-B86A-14538CA1EC54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CA120E5D-6412-4D01-A1A9-4AE2C9581CF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E22E123-1317-4E58-AC6C-4203F2232E49}" type="datetimeFigureOut">
              <a:rPr lang="en-US" smtClean="0"/>
              <a:t>1/30/2021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822E6AB8-75CF-4A61-85D2-0D2E620864E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6A50F45C-EEE2-4771-A333-0A000FD3997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F268507-2F13-45EA-91DB-60B2041D170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97068616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4C33D92A-7CF5-4852-B243-17CC8CAFC60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38041085-66E6-4828-8F7A-5E089DABEFF1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BE9F0886-7B60-4A97-87D9-B64BA3EB4438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3E22E123-1317-4E58-AC6C-4203F2232E49}" type="datetimeFigureOut">
              <a:rPr lang="en-US" smtClean="0"/>
              <a:t>1/30/2021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E5C3E999-C818-494E-862B-14EAF38BFF29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B9ACBAEF-2BD5-4C70-9932-08EA5AC4FDD5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6F268507-2F13-45EA-91DB-60B2041D170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85831514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pt-PT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6.png"/><Relationship Id="rId5" Type="http://schemas.openxmlformats.org/officeDocument/2006/relationships/image" Target="../media/image5.png"/><Relationship Id="rId4" Type="http://schemas.openxmlformats.org/officeDocument/2006/relationships/image" Target="../media/image4.png"/></Relationships>
</file>

<file path=ppt/slides/_rels/slide3.xml.rels><?xml version="1.0" encoding="UTF-8" standalone="yes"?>
<Relationships xmlns="http://schemas.openxmlformats.org/package/2006/relationships"><Relationship Id="rId8" Type="http://schemas.openxmlformats.org/officeDocument/2006/relationships/image" Target="../media/image13.png"/><Relationship Id="rId3" Type="http://schemas.openxmlformats.org/officeDocument/2006/relationships/image" Target="../media/image8.png"/><Relationship Id="rId7" Type="http://schemas.openxmlformats.org/officeDocument/2006/relationships/image" Target="../media/image12.png"/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1.png"/><Relationship Id="rId5" Type="http://schemas.openxmlformats.org/officeDocument/2006/relationships/image" Target="../media/image10.png"/><Relationship Id="rId4" Type="http://schemas.openxmlformats.org/officeDocument/2006/relationships/image" Target="../media/image9.png"/><Relationship Id="rId9" Type="http://schemas.openxmlformats.org/officeDocument/2006/relationships/image" Target="../media/image14.png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png"/><Relationship Id="rId7" Type="http://schemas.openxmlformats.org/officeDocument/2006/relationships/image" Target="../media/image19.png"/><Relationship Id="rId2" Type="http://schemas.openxmlformats.org/officeDocument/2006/relationships/image" Target="../media/image15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4.png"/><Relationship Id="rId5" Type="http://schemas.openxmlformats.org/officeDocument/2006/relationships/image" Target="../media/image18.png"/><Relationship Id="rId4" Type="http://schemas.openxmlformats.org/officeDocument/2006/relationships/image" Target="../media/image17.png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20.png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21.png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8" Type="http://schemas.openxmlformats.org/officeDocument/2006/relationships/image" Target="../media/image28.png"/><Relationship Id="rId3" Type="http://schemas.openxmlformats.org/officeDocument/2006/relationships/image" Target="../media/image23.png"/><Relationship Id="rId7" Type="http://schemas.openxmlformats.org/officeDocument/2006/relationships/image" Target="../media/image27.png"/><Relationship Id="rId2" Type="http://schemas.openxmlformats.org/officeDocument/2006/relationships/image" Target="../media/image22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26.png"/><Relationship Id="rId11" Type="http://schemas.openxmlformats.org/officeDocument/2006/relationships/image" Target="../media/image31.png"/><Relationship Id="rId5" Type="http://schemas.openxmlformats.org/officeDocument/2006/relationships/image" Target="../media/image25.png"/><Relationship Id="rId10" Type="http://schemas.openxmlformats.org/officeDocument/2006/relationships/image" Target="../media/image30.png"/><Relationship Id="rId4" Type="http://schemas.openxmlformats.org/officeDocument/2006/relationships/image" Target="../media/image24.png"/><Relationship Id="rId9" Type="http://schemas.openxmlformats.org/officeDocument/2006/relationships/image" Target="../media/image29.png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33.png"/><Relationship Id="rId2" Type="http://schemas.openxmlformats.org/officeDocument/2006/relationships/image" Target="../media/image32.pn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35.png"/><Relationship Id="rId4" Type="http://schemas.openxmlformats.org/officeDocument/2006/relationships/image" Target="../media/image34.png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32.png"/><Relationship Id="rId2" Type="http://schemas.openxmlformats.org/officeDocument/2006/relationships/image" Target="../media/image36.pn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34.png"/><Relationship Id="rId4" Type="http://schemas.openxmlformats.org/officeDocument/2006/relationships/image" Target="../media/image33.png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38.png"/><Relationship Id="rId7" Type="http://schemas.openxmlformats.org/officeDocument/2006/relationships/image" Target="../media/image42.png"/><Relationship Id="rId2" Type="http://schemas.openxmlformats.org/officeDocument/2006/relationships/image" Target="../media/image37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41.png"/><Relationship Id="rId5" Type="http://schemas.openxmlformats.org/officeDocument/2006/relationships/image" Target="../media/image40.png"/><Relationship Id="rId4" Type="http://schemas.openxmlformats.org/officeDocument/2006/relationships/image" Target="../media/image39.png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44.png"/><Relationship Id="rId2" Type="http://schemas.openxmlformats.org/officeDocument/2006/relationships/image" Target="../media/image43.pn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46.png"/><Relationship Id="rId4" Type="http://schemas.openxmlformats.org/officeDocument/2006/relationships/image" Target="../media/image45.png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48.png"/><Relationship Id="rId2" Type="http://schemas.openxmlformats.org/officeDocument/2006/relationships/image" Target="../media/image47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51.png"/><Relationship Id="rId5" Type="http://schemas.openxmlformats.org/officeDocument/2006/relationships/image" Target="../media/image50.png"/><Relationship Id="rId4" Type="http://schemas.openxmlformats.org/officeDocument/2006/relationships/image" Target="../media/image49.png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52.png"/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53.png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961D8B7-5044-4C8D-AB9B-55546BD5BF5F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7D3CDF4C-CBB6-40EC-8017-21CE053A8AD7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endParaRPr lang="en-US"/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7122C64F-E7AD-4A81-B4B3-F02A5B0AC58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247878" y="819016"/>
            <a:ext cx="5696243" cy="521996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206884781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ctangle 4">
            <a:extLst>
              <a:ext uri="{FF2B5EF4-FFF2-40B4-BE49-F238E27FC236}">
                <a16:creationId xmlns:a16="http://schemas.microsoft.com/office/drawing/2014/main" id="{888DE40F-5AA6-4D16-B4DF-21F0675B7BDB}"/>
              </a:ext>
            </a:extLst>
          </p:cNvPr>
          <p:cNvSpPr/>
          <p:nvPr/>
        </p:nvSpPr>
        <p:spPr>
          <a:xfrm>
            <a:off x="3048000" y="155245"/>
            <a:ext cx="6096000" cy="646331"/>
          </a:xfrm>
          <a:prstGeom prst="rect">
            <a:avLst/>
          </a:prstGeom>
        </p:spPr>
        <p:txBody>
          <a:bodyPr>
            <a:spAutoFit/>
          </a:bodyPr>
          <a:lstStyle/>
          <a:p>
            <a:r>
              <a:rPr lang="en-US" dirty="0"/>
              <a:t>file:///C:/Github/pedropsi.github.io/kudamono.html?W=5&amp;L=w8a8a4w1&amp;S=1RRDDRRUL7DDR2RRUR16D&amp;G=b</a:t>
            </a:r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DDA6CA94-2718-4CC3-AB24-B6080D06A64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945974" y="5611719"/>
            <a:ext cx="5296172" cy="5137414"/>
          </a:xfrm>
          <a:prstGeom prst="rect">
            <a:avLst/>
          </a:prstGeom>
        </p:spPr>
      </p:pic>
      <p:pic>
        <p:nvPicPr>
          <p:cNvPr id="9" name="Picture 8">
            <a:extLst>
              <a:ext uri="{FF2B5EF4-FFF2-40B4-BE49-F238E27FC236}">
                <a16:creationId xmlns:a16="http://schemas.microsoft.com/office/drawing/2014/main" id="{0B6ECA1B-7A34-499B-9B93-8C55727DEAB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-603044" y="5757776"/>
            <a:ext cx="5321573" cy="4991357"/>
          </a:xfrm>
          <a:prstGeom prst="rect">
            <a:avLst/>
          </a:prstGeom>
        </p:spPr>
      </p:pic>
      <p:pic>
        <p:nvPicPr>
          <p:cNvPr id="10" name="Picture 9">
            <a:extLst>
              <a:ext uri="{FF2B5EF4-FFF2-40B4-BE49-F238E27FC236}">
                <a16:creationId xmlns:a16="http://schemas.microsoft.com/office/drawing/2014/main" id="{ACB2EB06-12AC-4748-A85B-4F1D054F6073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378063" y="226770"/>
            <a:ext cx="5067560" cy="4654789"/>
          </a:xfrm>
          <a:prstGeom prst="rect">
            <a:avLst/>
          </a:prstGeom>
        </p:spPr>
      </p:pic>
      <p:pic>
        <p:nvPicPr>
          <p:cNvPr id="11" name="Picture 10">
            <a:extLst>
              <a:ext uri="{FF2B5EF4-FFF2-40B4-BE49-F238E27FC236}">
                <a16:creationId xmlns:a16="http://schemas.microsoft.com/office/drawing/2014/main" id="{F33C8AB9-3969-4C92-8294-DFAAF650D6EC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263775" y="0"/>
            <a:ext cx="3587934" cy="5410478"/>
          </a:xfrm>
          <a:prstGeom prst="rect">
            <a:avLst/>
          </a:prstGeom>
        </p:spPr>
      </p:pic>
      <p:pic>
        <p:nvPicPr>
          <p:cNvPr id="12" name="Picture 11">
            <a:extLst>
              <a:ext uri="{FF2B5EF4-FFF2-40B4-BE49-F238E27FC236}">
                <a16:creationId xmlns:a16="http://schemas.microsoft.com/office/drawing/2014/main" id="{DF27F0BA-A463-4007-BC39-B0EE53F48C64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2460243" y="-151074"/>
            <a:ext cx="4233990" cy="541047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698894016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F418073-8075-4CCC-905C-4EE0E576779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US"/>
          </a:p>
        </p:txBody>
      </p:sp>
      <p:pic>
        <p:nvPicPr>
          <p:cNvPr id="10" name="Content Placeholder 9">
            <a:extLst>
              <a:ext uri="{FF2B5EF4-FFF2-40B4-BE49-F238E27FC236}">
                <a16:creationId xmlns:a16="http://schemas.microsoft.com/office/drawing/2014/main" id="{8C80D321-5E7F-4E3E-BA38-32C44218007D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3189996" y="1025164"/>
            <a:ext cx="6466287" cy="4553184"/>
          </a:xfrm>
        </p:spPr>
      </p:pic>
      <p:grpSp>
        <p:nvGrpSpPr>
          <p:cNvPr id="15" name="Group 14">
            <a:extLst>
              <a:ext uri="{FF2B5EF4-FFF2-40B4-BE49-F238E27FC236}">
                <a16:creationId xmlns:a16="http://schemas.microsoft.com/office/drawing/2014/main" id="{46681380-177C-4123-B894-6293102E8D60}"/>
              </a:ext>
            </a:extLst>
          </p:cNvPr>
          <p:cNvGrpSpPr/>
          <p:nvPr/>
        </p:nvGrpSpPr>
        <p:grpSpPr>
          <a:xfrm>
            <a:off x="-193706" y="-4122885"/>
            <a:ext cx="13002271" cy="15042450"/>
            <a:chOff x="-193706" y="-4122885"/>
            <a:chExt cx="13002271" cy="15042450"/>
          </a:xfrm>
        </p:grpSpPr>
        <p:pic>
          <p:nvPicPr>
            <p:cNvPr id="5" name="Picture 4">
              <a:extLst>
                <a:ext uri="{FF2B5EF4-FFF2-40B4-BE49-F238E27FC236}">
                  <a16:creationId xmlns:a16="http://schemas.microsoft.com/office/drawing/2014/main" id="{12ED1FEC-0D35-46ED-909A-B6798E1D286E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-193706" y="1025164"/>
              <a:ext cx="6293173" cy="4724643"/>
            </a:xfrm>
            <a:prstGeom prst="rect">
              <a:avLst/>
            </a:prstGeom>
          </p:spPr>
        </p:pic>
        <p:pic>
          <p:nvPicPr>
            <p:cNvPr id="6" name="Picture 5">
              <a:extLst>
                <a:ext uri="{FF2B5EF4-FFF2-40B4-BE49-F238E27FC236}">
                  <a16:creationId xmlns:a16="http://schemas.microsoft.com/office/drawing/2014/main" id="{B09A3E9B-9956-4225-8322-60A235371558}"/>
                </a:ext>
              </a:extLst>
            </p:cNvPr>
            <p:cNvPicPr>
              <a:picLocks noChangeAspect="1"/>
            </p:cNvPicPr>
            <p:nvPr/>
          </p:nvPicPr>
          <p:blipFill>
            <a:blip r:embed="rId4"/>
            <a:stretch>
              <a:fillRect/>
            </a:stretch>
          </p:blipFill>
          <p:spPr>
            <a:xfrm>
              <a:off x="3228827" y="-4122885"/>
              <a:ext cx="5956606" cy="5054860"/>
            </a:xfrm>
            <a:prstGeom prst="rect">
              <a:avLst/>
            </a:prstGeom>
          </p:spPr>
        </p:pic>
        <p:pic>
          <p:nvPicPr>
            <p:cNvPr id="7" name="Picture 6">
              <a:extLst>
                <a:ext uri="{FF2B5EF4-FFF2-40B4-BE49-F238E27FC236}">
                  <a16:creationId xmlns:a16="http://schemas.microsoft.com/office/drawing/2014/main" id="{F7AE9F67-2E85-4783-8950-CF6BA4613792}"/>
                </a:ext>
              </a:extLst>
            </p:cNvPr>
            <p:cNvPicPr>
              <a:picLocks noChangeAspect="1"/>
            </p:cNvPicPr>
            <p:nvPr/>
          </p:nvPicPr>
          <p:blipFill>
            <a:blip r:embed="rId5"/>
            <a:stretch>
              <a:fillRect/>
            </a:stretch>
          </p:blipFill>
          <p:spPr>
            <a:xfrm>
              <a:off x="3727425" y="6004412"/>
              <a:ext cx="5734345" cy="4915153"/>
            </a:xfrm>
            <a:prstGeom prst="rect">
              <a:avLst/>
            </a:prstGeom>
          </p:spPr>
        </p:pic>
        <p:pic>
          <p:nvPicPr>
            <p:cNvPr id="8" name="Picture 7">
              <a:extLst>
                <a:ext uri="{FF2B5EF4-FFF2-40B4-BE49-F238E27FC236}">
                  <a16:creationId xmlns:a16="http://schemas.microsoft.com/office/drawing/2014/main" id="{A5AF66BA-CE7E-4120-8E80-120C347C9308}"/>
                </a:ext>
              </a:extLst>
            </p:cNvPr>
            <p:cNvPicPr>
              <a:picLocks noChangeAspect="1"/>
            </p:cNvPicPr>
            <p:nvPr/>
          </p:nvPicPr>
          <p:blipFill>
            <a:blip r:embed="rId6"/>
            <a:stretch>
              <a:fillRect/>
            </a:stretch>
          </p:blipFill>
          <p:spPr>
            <a:xfrm>
              <a:off x="7131373" y="1048707"/>
              <a:ext cx="5677192" cy="4553184"/>
            </a:xfrm>
            <a:prstGeom prst="rect">
              <a:avLst/>
            </a:prstGeom>
          </p:spPr>
        </p:pic>
      </p:grpSp>
      <p:pic>
        <p:nvPicPr>
          <p:cNvPr id="9" name="Picture 8">
            <a:extLst>
              <a:ext uri="{FF2B5EF4-FFF2-40B4-BE49-F238E27FC236}">
                <a16:creationId xmlns:a16="http://schemas.microsoft.com/office/drawing/2014/main" id="{309AE311-4FF2-44AF-BB2D-DEAF2CE67BED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-12886723" y="-9193584"/>
            <a:ext cx="5569236" cy="4470630"/>
          </a:xfrm>
          <a:prstGeom prst="rect">
            <a:avLst/>
          </a:prstGeom>
        </p:spPr>
      </p:pic>
      <p:pic>
        <p:nvPicPr>
          <p:cNvPr id="12" name="Picture 11">
            <a:extLst>
              <a:ext uri="{FF2B5EF4-FFF2-40B4-BE49-F238E27FC236}">
                <a16:creationId xmlns:a16="http://schemas.microsoft.com/office/drawing/2014/main" id="{318F66E0-40AA-4F2D-95D3-2B4D4D5F411B}"/>
              </a:ext>
            </a:extLst>
          </p:cNvPr>
          <p:cNvPicPr>
            <a:picLocks noChangeAspect="1"/>
          </p:cNvPicPr>
          <p:nvPr/>
        </p:nvPicPr>
        <p:blipFill>
          <a:blip r:embed="rId8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822697" y="11174170"/>
            <a:ext cx="7543800" cy="6000750"/>
          </a:xfrm>
          <a:prstGeom prst="rect">
            <a:avLst/>
          </a:prstGeom>
        </p:spPr>
      </p:pic>
      <p:pic>
        <p:nvPicPr>
          <p:cNvPr id="14" name="Picture 13">
            <a:extLst>
              <a:ext uri="{FF2B5EF4-FFF2-40B4-BE49-F238E27FC236}">
                <a16:creationId xmlns:a16="http://schemas.microsoft.com/office/drawing/2014/main" id="{D708FE72-6061-4EAF-BFC7-108CC04BF6F1}"/>
              </a:ext>
            </a:extLst>
          </p:cNvPr>
          <p:cNvPicPr>
            <a:picLocks noChangeAspect="1"/>
          </p:cNvPicPr>
          <p:nvPr/>
        </p:nvPicPr>
        <p:blipFill rotWithShape="1">
          <a:blip r:embed="rId9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55513" t="38977" b="20318"/>
          <a:stretch/>
        </p:blipFill>
        <p:spPr>
          <a:xfrm>
            <a:off x="13189996" y="-4380901"/>
            <a:ext cx="6466287" cy="5312876"/>
          </a:xfrm>
          <a:prstGeom prst="rect">
            <a:avLst/>
          </a:prstGeom>
        </p:spPr>
      </p:pic>
      <p:pic>
        <p:nvPicPr>
          <p:cNvPr id="16" name="Picture 15">
            <a:extLst>
              <a:ext uri="{FF2B5EF4-FFF2-40B4-BE49-F238E27FC236}">
                <a16:creationId xmlns:a16="http://schemas.microsoft.com/office/drawing/2014/main" id="{1CF8AD99-4B3A-4829-A07F-2F2B6596E7E1}"/>
              </a:ext>
            </a:extLst>
          </p:cNvPr>
          <p:cNvPicPr>
            <a:picLocks noChangeAspect="1"/>
          </p:cNvPicPr>
          <p:nvPr/>
        </p:nvPicPr>
        <p:blipFill rotWithShape="1">
          <a:blip r:embed="rId9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59438" r="43043"/>
          <a:stretch/>
        </p:blipFill>
        <p:spPr>
          <a:xfrm>
            <a:off x="-6329648" y="11322086"/>
            <a:ext cx="9152345" cy="5852834"/>
          </a:xfrm>
          <a:prstGeom prst="rect">
            <a:avLst/>
          </a:prstGeom>
        </p:spPr>
      </p:pic>
      <p:pic>
        <p:nvPicPr>
          <p:cNvPr id="17" name="Picture 16">
            <a:extLst>
              <a:ext uri="{FF2B5EF4-FFF2-40B4-BE49-F238E27FC236}">
                <a16:creationId xmlns:a16="http://schemas.microsoft.com/office/drawing/2014/main" id="{4AB1662E-36EA-4BF5-8EDB-DD9ED1BE7E73}"/>
              </a:ext>
            </a:extLst>
          </p:cNvPr>
          <p:cNvPicPr>
            <a:picLocks noChangeAspect="1"/>
          </p:cNvPicPr>
          <p:nvPr/>
        </p:nvPicPr>
        <p:blipFill rotWithShape="1">
          <a:blip r:embed="rId9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45711" r="10833" b="59895"/>
          <a:stretch/>
        </p:blipFill>
        <p:spPr>
          <a:xfrm>
            <a:off x="3228827" y="-9359974"/>
            <a:ext cx="5985875" cy="4960775"/>
          </a:xfrm>
          <a:prstGeom prst="rect">
            <a:avLst/>
          </a:prstGeom>
        </p:spPr>
      </p:pic>
      <p:pic>
        <p:nvPicPr>
          <p:cNvPr id="18" name="Picture 17">
            <a:extLst>
              <a:ext uri="{FF2B5EF4-FFF2-40B4-BE49-F238E27FC236}">
                <a16:creationId xmlns:a16="http://schemas.microsoft.com/office/drawing/2014/main" id="{97F30ED7-5201-464F-A2BB-4D036369CCA9}"/>
              </a:ext>
            </a:extLst>
          </p:cNvPr>
          <p:cNvPicPr>
            <a:picLocks noChangeAspect="1"/>
          </p:cNvPicPr>
          <p:nvPr/>
        </p:nvPicPr>
        <p:blipFill rotWithShape="1">
          <a:blip r:embed="rId9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20037" r="55062" b="40026"/>
          <a:stretch/>
        </p:blipFill>
        <p:spPr>
          <a:xfrm>
            <a:off x="-6650285" y="931975"/>
            <a:ext cx="6293172" cy="502213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897512754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>
            <a:extLst>
              <a:ext uri="{FF2B5EF4-FFF2-40B4-BE49-F238E27FC236}">
                <a16:creationId xmlns:a16="http://schemas.microsoft.com/office/drawing/2014/main" id="{C2B38A9C-5D11-4631-8539-DAEF4DB3A81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1084144"/>
            <a:ext cx="6070912" cy="4616687"/>
          </a:xfrm>
          <a:prstGeom prst="rect">
            <a:avLst/>
          </a:prstGeom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07655DC7-1B44-4F62-B47D-8750F95B04C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101510" y="-3913563"/>
            <a:ext cx="6039160" cy="4997707"/>
          </a:xfrm>
          <a:prstGeom prst="rect">
            <a:avLst/>
          </a:prstGeom>
        </p:spPr>
      </p:pic>
      <p:pic>
        <p:nvPicPr>
          <p:cNvPr id="6" name="Picture 5">
            <a:extLst>
              <a:ext uri="{FF2B5EF4-FFF2-40B4-BE49-F238E27FC236}">
                <a16:creationId xmlns:a16="http://schemas.microsoft.com/office/drawing/2014/main" id="{EE913CDC-A597-42F8-A174-A088BD38713D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121090" y="973013"/>
            <a:ext cx="6744047" cy="4838949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9D1F47FE-E1F1-43B9-865A-A69ADEFAF4C9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2936401" y="5811962"/>
            <a:ext cx="6204269" cy="5067560"/>
          </a:xfrm>
          <a:prstGeom prst="rect">
            <a:avLst/>
          </a:prstGeom>
        </p:spPr>
      </p:pic>
      <p:pic>
        <p:nvPicPr>
          <p:cNvPr id="10" name="Picture 9">
            <a:extLst>
              <a:ext uri="{FF2B5EF4-FFF2-40B4-BE49-F238E27FC236}">
                <a16:creationId xmlns:a16="http://schemas.microsoft.com/office/drawing/2014/main" id="{71803772-7131-415E-B54F-CF59D7D99D91}"/>
              </a:ext>
            </a:extLst>
          </p:cNvPr>
          <p:cNvPicPr>
            <a:picLocks noChangeAspect="1"/>
          </p:cNvPicPr>
          <p:nvPr/>
        </p:nvPicPr>
        <p:blipFill rotWithShape="1"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55513" t="38977" b="20318"/>
          <a:stretch/>
        </p:blipFill>
        <p:spPr>
          <a:xfrm>
            <a:off x="13189996" y="641236"/>
            <a:ext cx="6466287" cy="5312876"/>
          </a:xfrm>
          <a:prstGeom prst="rect">
            <a:avLst/>
          </a:prstGeom>
        </p:spPr>
      </p:pic>
      <p:pic>
        <p:nvPicPr>
          <p:cNvPr id="11" name="Picture 10">
            <a:extLst>
              <a:ext uri="{FF2B5EF4-FFF2-40B4-BE49-F238E27FC236}">
                <a16:creationId xmlns:a16="http://schemas.microsoft.com/office/drawing/2014/main" id="{E7A610D7-D4CF-4F43-AF7B-226FF768F9F0}"/>
              </a:ext>
            </a:extLst>
          </p:cNvPr>
          <p:cNvPicPr>
            <a:picLocks noChangeAspect="1"/>
          </p:cNvPicPr>
          <p:nvPr/>
        </p:nvPicPr>
        <p:blipFill rotWithShape="1"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59438" r="43043"/>
          <a:stretch/>
        </p:blipFill>
        <p:spPr>
          <a:xfrm>
            <a:off x="340768" y="10433086"/>
            <a:ext cx="9152345" cy="5852834"/>
          </a:xfrm>
          <a:prstGeom prst="rect">
            <a:avLst/>
          </a:prstGeom>
        </p:spPr>
      </p:pic>
      <p:pic>
        <p:nvPicPr>
          <p:cNvPr id="3" name="Picture 2">
            <a:extLst>
              <a:ext uri="{FF2B5EF4-FFF2-40B4-BE49-F238E27FC236}">
                <a16:creationId xmlns:a16="http://schemas.microsoft.com/office/drawing/2014/main" id="{B679ACA3-E9F3-4739-A2DC-DC0884A4233C}"/>
              </a:ext>
            </a:extLst>
          </p:cNvPr>
          <p:cNvPicPr>
            <a:picLocks noChangeAspect="1"/>
          </p:cNvPicPr>
          <p:nvPr/>
        </p:nvPicPr>
        <p:blipFill>
          <a:blip r:embed="rId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-22669465" y="-1602517"/>
            <a:ext cx="17163924" cy="16921033"/>
          </a:xfrm>
          <a:prstGeom prst="rect">
            <a:avLst/>
          </a:prstGeom>
          <a:ln>
            <a:solidFill>
              <a:srgbClr val="F36971"/>
            </a:solidFill>
          </a:ln>
        </p:spPr>
      </p:pic>
    </p:spTree>
    <p:extLst>
      <p:ext uri="{BB962C8B-B14F-4D97-AF65-F5344CB8AC3E}">
        <p14:creationId xmlns:p14="http://schemas.microsoft.com/office/powerpoint/2010/main" val="3955327665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" name="Rectangle 19">
            <a:extLst>
              <a:ext uri="{FF2B5EF4-FFF2-40B4-BE49-F238E27FC236}">
                <a16:creationId xmlns:a16="http://schemas.microsoft.com/office/drawing/2014/main" id="{271119E8-9AF8-4225-BA5B-BAC1D2F51BF9}"/>
              </a:ext>
            </a:extLst>
          </p:cNvPr>
          <p:cNvSpPr/>
          <p:nvPr/>
        </p:nvSpPr>
        <p:spPr>
          <a:xfrm>
            <a:off x="-891541" y="-2971799"/>
            <a:ext cx="15648942" cy="14540351"/>
          </a:xfrm>
          <a:prstGeom prst="rect">
            <a:avLst/>
          </a:prstGeom>
          <a:solidFill>
            <a:srgbClr val="A7E2D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21FB1AF5-528C-4372-832D-F24689277EF3}"/>
              </a:ext>
            </a:extLst>
          </p:cNvPr>
          <p:cNvSpPr/>
          <p:nvPr/>
        </p:nvSpPr>
        <p:spPr>
          <a:xfrm>
            <a:off x="-288051" y="-2356300"/>
            <a:ext cx="3948517" cy="1446550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r"/>
            <a:r>
              <a:rPr lang="pt-PT" sz="8800" b="1" dirty="0">
                <a:solidFill>
                  <a:schemeClr val="tx1">
                    <a:lumMod val="65000"/>
                    <a:lumOff val="3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Bonsai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CFB8A687-7451-49CB-883C-3B2DD74E51A9}"/>
              </a:ext>
            </a:extLst>
          </p:cNvPr>
          <p:cNvSpPr/>
          <p:nvPr/>
        </p:nvSpPr>
        <p:spPr>
          <a:xfrm>
            <a:off x="5022250" y="10876055"/>
            <a:ext cx="9512009" cy="69249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endParaRPr lang="pt-PT" sz="300" i="1" dirty="0">
              <a:solidFill>
                <a:srgbClr val="595959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algn="r"/>
            <a:r>
              <a:rPr lang="en-US" b="1" dirty="0">
                <a:solidFill>
                  <a:srgbClr val="595959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#43 “Cardinal” by Pedro PSI – 21</a:t>
            </a:r>
            <a:r>
              <a:rPr lang="en-US" b="1" baseline="30000" dirty="0">
                <a:solidFill>
                  <a:srgbClr val="595959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st</a:t>
            </a:r>
            <a:r>
              <a:rPr lang="en-US" b="1" dirty="0">
                <a:solidFill>
                  <a:srgbClr val="595959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of January 2021</a:t>
            </a:r>
          </a:p>
          <a:p>
            <a:pPr algn="r"/>
            <a:r>
              <a:rPr lang="pl-PL" i="1" dirty="0">
                <a:solidFill>
                  <a:srgbClr val="595959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pedropsi.github.io/kudamono.html?W=6&amp;H=5&amp;L=f13w1w7f1f4w1&amp;G=b</a:t>
            </a:r>
            <a:endParaRPr lang="en-US" i="1" dirty="0">
              <a:solidFill>
                <a:srgbClr val="595959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21" name="Rectangle 20">
            <a:extLst>
              <a:ext uri="{FF2B5EF4-FFF2-40B4-BE49-F238E27FC236}">
                <a16:creationId xmlns:a16="http://schemas.microsoft.com/office/drawing/2014/main" id="{391A7F74-1133-4B6F-9ECE-AE8C8C7D4223}"/>
              </a:ext>
            </a:extLst>
          </p:cNvPr>
          <p:cNvSpPr/>
          <p:nvPr/>
        </p:nvSpPr>
        <p:spPr>
          <a:xfrm>
            <a:off x="8605732" y="-1633025"/>
            <a:ext cx="1415772" cy="646331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r"/>
            <a:r>
              <a:rPr lang="pt-PT" sz="3600" b="1" dirty="0" err="1">
                <a:solidFill>
                  <a:schemeClr val="tx1">
                    <a:lumMod val="65000"/>
                    <a:lumOff val="3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North</a:t>
            </a:r>
            <a:endParaRPr lang="pt-PT" sz="3600" b="1" dirty="0">
              <a:solidFill>
                <a:schemeClr val="tx1">
                  <a:lumMod val="65000"/>
                  <a:lumOff val="35000"/>
                </a:schemeClr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23" name="Rectangle 22">
            <a:extLst>
              <a:ext uri="{FF2B5EF4-FFF2-40B4-BE49-F238E27FC236}">
                <a16:creationId xmlns:a16="http://schemas.microsoft.com/office/drawing/2014/main" id="{D556CD07-6BDA-428A-8A4C-EEB79929CB02}"/>
              </a:ext>
            </a:extLst>
          </p:cNvPr>
          <p:cNvSpPr/>
          <p:nvPr/>
        </p:nvSpPr>
        <p:spPr>
          <a:xfrm rot="16200000">
            <a:off x="73318" y="3300733"/>
            <a:ext cx="1279197" cy="646331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r"/>
            <a:r>
              <a:rPr lang="pt-PT" sz="3600" b="1" dirty="0">
                <a:solidFill>
                  <a:schemeClr val="tx1">
                    <a:lumMod val="65000"/>
                    <a:lumOff val="3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West</a:t>
            </a:r>
          </a:p>
        </p:txBody>
      </p:sp>
      <p:sp>
        <p:nvSpPr>
          <p:cNvPr id="24" name="Rectangle 23">
            <a:extLst>
              <a:ext uri="{FF2B5EF4-FFF2-40B4-BE49-F238E27FC236}">
                <a16:creationId xmlns:a16="http://schemas.microsoft.com/office/drawing/2014/main" id="{23318AAC-5CDE-4AB3-BB21-E578D026D5C8}"/>
              </a:ext>
            </a:extLst>
          </p:cNvPr>
          <p:cNvSpPr/>
          <p:nvPr/>
        </p:nvSpPr>
        <p:spPr>
          <a:xfrm rot="5400000">
            <a:off x="13132413" y="5317250"/>
            <a:ext cx="1159292" cy="646331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r"/>
            <a:r>
              <a:rPr lang="pt-PT" sz="3600" b="1" dirty="0" err="1">
                <a:solidFill>
                  <a:schemeClr val="tx1">
                    <a:lumMod val="65000"/>
                    <a:lumOff val="3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East</a:t>
            </a:r>
            <a:endParaRPr lang="pt-PT" sz="3600" b="1" dirty="0">
              <a:solidFill>
                <a:schemeClr val="tx1">
                  <a:lumMod val="65000"/>
                  <a:lumOff val="35000"/>
                </a:schemeClr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25" name="Rectangle 24">
            <a:extLst>
              <a:ext uri="{FF2B5EF4-FFF2-40B4-BE49-F238E27FC236}">
                <a16:creationId xmlns:a16="http://schemas.microsoft.com/office/drawing/2014/main" id="{5EA5CF49-86DC-46BB-B2FF-836ED7D38774}"/>
              </a:ext>
            </a:extLst>
          </p:cNvPr>
          <p:cNvSpPr/>
          <p:nvPr/>
        </p:nvSpPr>
        <p:spPr>
          <a:xfrm>
            <a:off x="4968356" y="10229724"/>
            <a:ext cx="1492717" cy="646331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r"/>
            <a:r>
              <a:rPr lang="pt-PT" sz="3600" b="1" dirty="0" err="1">
                <a:solidFill>
                  <a:schemeClr val="tx1">
                    <a:lumMod val="65000"/>
                    <a:lumOff val="3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South</a:t>
            </a:r>
            <a:endParaRPr lang="pt-PT" sz="3600" b="1" dirty="0">
              <a:solidFill>
                <a:schemeClr val="tx1">
                  <a:lumMod val="65000"/>
                  <a:lumOff val="35000"/>
                </a:schemeClr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19" name="Rectangle 18">
            <a:extLst>
              <a:ext uri="{FF2B5EF4-FFF2-40B4-BE49-F238E27FC236}">
                <a16:creationId xmlns:a16="http://schemas.microsoft.com/office/drawing/2014/main" id="{1CFE4BC7-FDEC-4323-ABCE-3DE16CE8F1B2}"/>
              </a:ext>
            </a:extLst>
          </p:cNvPr>
          <p:cNvSpPr/>
          <p:nvPr/>
        </p:nvSpPr>
        <p:spPr>
          <a:xfrm>
            <a:off x="-235078" y="-1039224"/>
            <a:ext cx="4811147" cy="954107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pt-PT" sz="2800" dirty="0" err="1">
                <a:solidFill>
                  <a:schemeClr val="tx1">
                    <a:lumMod val="65000"/>
                    <a:lumOff val="3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The</a:t>
            </a:r>
            <a:r>
              <a:rPr lang="pt-PT" sz="2800" dirty="0">
                <a:solidFill>
                  <a:schemeClr val="tx1">
                    <a:lumMod val="65000"/>
                    <a:lumOff val="3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pt-PT" sz="2800" dirty="0" err="1">
                <a:solidFill>
                  <a:schemeClr val="tx1">
                    <a:lumMod val="65000"/>
                    <a:lumOff val="3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trunk</a:t>
            </a:r>
            <a:r>
              <a:rPr lang="pt-PT" sz="2800" dirty="0">
                <a:solidFill>
                  <a:schemeClr val="tx1">
                    <a:lumMod val="65000"/>
                    <a:lumOff val="3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pt-PT" sz="2800" dirty="0" err="1">
                <a:solidFill>
                  <a:schemeClr val="tx1">
                    <a:lumMod val="65000"/>
                    <a:lumOff val="3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rooted</a:t>
            </a:r>
            <a:r>
              <a:rPr lang="pt-PT" sz="2800" dirty="0">
                <a:solidFill>
                  <a:schemeClr val="tx1">
                    <a:lumMod val="65000"/>
                    <a:lumOff val="3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pt-PT" sz="2800" dirty="0" err="1">
                <a:solidFill>
                  <a:schemeClr val="tx1">
                    <a:lumMod val="65000"/>
                    <a:lumOff val="3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on</a:t>
            </a:r>
            <a:r>
              <a:rPr lang="pt-PT" sz="2800" dirty="0">
                <a:solidFill>
                  <a:schemeClr val="tx1">
                    <a:lumMod val="65000"/>
                    <a:lumOff val="3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pt-PT" sz="2800" dirty="0" err="1">
                <a:solidFill>
                  <a:schemeClr val="tx1">
                    <a:lumMod val="65000"/>
                    <a:lumOff val="3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any</a:t>
            </a:r>
            <a:r>
              <a:rPr lang="pt-PT" sz="2800" dirty="0">
                <a:solidFill>
                  <a:schemeClr val="tx1">
                    <a:lumMod val="65000"/>
                    <a:lumOff val="3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pt-PT" sz="2800" dirty="0" err="1">
                <a:solidFill>
                  <a:schemeClr val="tx1">
                    <a:lumMod val="65000"/>
                    <a:lumOff val="3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of</a:t>
            </a:r>
            <a:r>
              <a:rPr lang="pt-PT" sz="2800" dirty="0">
                <a:solidFill>
                  <a:schemeClr val="tx1">
                    <a:lumMod val="65000"/>
                    <a:lumOff val="3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pt-PT" sz="2800" dirty="0" err="1">
                <a:solidFill>
                  <a:schemeClr val="tx1">
                    <a:lumMod val="65000"/>
                    <a:lumOff val="3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the</a:t>
            </a:r>
            <a:r>
              <a:rPr lang="pt-PT" sz="2800" dirty="0">
                <a:solidFill>
                  <a:schemeClr val="tx1">
                    <a:lumMod val="65000"/>
                    <a:lumOff val="3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 4 cardinal </a:t>
            </a:r>
            <a:r>
              <a:rPr lang="pt-PT" sz="2800" dirty="0" err="1">
                <a:solidFill>
                  <a:schemeClr val="tx1">
                    <a:lumMod val="65000"/>
                    <a:lumOff val="3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directions</a:t>
            </a:r>
            <a:endParaRPr lang="pt-PT" sz="2800" dirty="0">
              <a:solidFill>
                <a:schemeClr val="tx1">
                  <a:lumMod val="65000"/>
                  <a:lumOff val="35000"/>
                </a:schemeClr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A4CCCB8A-B222-4E87-BE88-C9F6F5B96AB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90483" y="957090"/>
            <a:ext cx="5889260" cy="4812825"/>
          </a:xfrm>
          <a:prstGeom prst="rect">
            <a:avLst/>
          </a:prstGeom>
        </p:spPr>
      </p:pic>
      <p:pic>
        <p:nvPicPr>
          <p:cNvPr id="22" name="Picture 21">
            <a:extLst>
              <a:ext uri="{FF2B5EF4-FFF2-40B4-BE49-F238E27FC236}">
                <a16:creationId xmlns:a16="http://schemas.microsoft.com/office/drawing/2014/main" id="{C3FF65E0-6DC0-491B-B6EE-7098DBEC4FC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61073" y="-1073271"/>
            <a:ext cx="5889260" cy="4812825"/>
          </a:xfrm>
          <a:prstGeom prst="rect">
            <a:avLst/>
          </a:prstGeom>
        </p:spPr>
      </p:pic>
      <p:pic>
        <p:nvPicPr>
          <p:cNvPr id="26" name="Picture 25">
            <a:extLst>
              <a:ext uri="{FF2B5EF4-FFF2-40B4-BE49-F238E27FC236}">
                <a16:creationId xmlns:a16="http://schemas.microsoft.com/office/drawing/2014/main" id="{1C57A1ED-4514-4A53-96CA-76F525D07B5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448834" y="3536455"/>
            <a:ext cx="5889260" cy="4812825"/>
          </a:xfrm>
          <a:prstGeom prst="rect">
            <a:avLst/>
          </a:prstGeom>
        </p:spPr>
      </p:pic>
      <p:pic>
        <p:nvPicPr>
          <p:cNvPr id="27" name="Picture 26">
            <a:extLst>
              <a:ext uri="{FF2B5EF4-FFF2-40B4-BE49-F238E27FC236}">
                <a16:creationId xmlns:a16="http://schemas.microsoft.com/office/drawing/2014/main" id="{99175021-4117-43C7-80FC-46D6898560D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48631" y="5570594"/>
            <a:ext cx="5889260" cy="481282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818710759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>
            <a:extLst>
              <a:ext uri="{FF2B5EF4-FFF2-40B4-BE49-F238E27FC236}">
                <a16:creationId xmlns:a16="http://schemas.microsoft.com/office/drawing/2014/main" id="{395DE320-FE9B-45A4-B606-F1A067D52E4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108171" y="777738"/>
            <a:ext cx="5975657" cy="530252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041844662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id="{4EA77CBD-6510-4BFC-9F4B-5FED5CB0C31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-2101449" y="-10793841"/>
            <a:ext cx="1667763" cy="1675724"/>
          </a:xfrm>
          <a:prstGeom prst="rect">
            <a:avLst/>
          </a:prstGeom>
        </p:spPr>
      </p:pic>
      <p:pic>
        <p:nvPicPr>
          <p:cNvPr id="6" name="Picture 5">
            <a:extLst>
              <a:ext uri="{FF2B5EF4-FFF2-40B4-BE49-F238E27FC236}">
                <a16:creationId xmlns:a16="http://schemas.microsoft.com/office/drawing/2014/main" id="{EEC7AC61-3D1E-4517-BB6D-37207615070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-2101449" y="-8632968"/>
            <a:ext cx="1731448" cy="1655822"/>
          </a:xfrm>
          <a:prstGeom prst="rect">
            <a:avLst/>
          </a:prstGeom>
        </p:spPr>
      </p:pic>
      <p:pic>
        <p:nvPicPr>
          <p:cNvPr id="9" name="Picture 8">
            <a:extLst>
              <a:ext uri="{FF2B5EF4-FFF2-40B4-BE49-F238E27FC236}">
                <a16:creationId xmlns:a16="http://schemas.microsoft.com/office/drawing/2014/main" id="{D07B7784-0404-4E89-BFF8-CA73F8907254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72446" y="-10793841"/>
            <a:ext cx="5505733" cy="5435879"/>
          </a:xfrm>
          <a:prstGeom prst="rect">
            <a:avLst/>
          </a:prstGeom>
        </p:spPr>
      </p:pic>
      <p:pic>
        <p:nvPicPr>
          <p:cNvPr id="10" name="Picture 9">
            <a:extLst>
              <a:ext uri="{FF2B5EF4-FFF2-40B4-BE49-F238E27FC236}">
                <a16:creationId xmlns:a16="http://schemas.microsoft.com/office/drawing/2014/main" id="{E60C0387-B2EA-463C-A29C-D56EDE935351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2564317" y="-10793841"/>
            <a:ext cx="5499383" cy="5156465"/>
          </a:xfrm>
          <a:prstGeom prst="rect">
            <a:avLst/>
          </a:prstGeom>
        </p:spPr>
      </p:pic>
      <p:pic>
        <p:nvPicPr>
          <p:cNvPr id="13" name="Picture 12">
            <a:extLst>
              <a:ext uri="{FF2B5EF4-FFF2-40B4-BE49-F238E27FC236}">
                <a16:creationId xmlns:a16="http://schemas.microsoft.com/office/drawing/2014/main" id="{E938627B-7830-4C55-8D97-74F53CB5CB34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096000" y="-7805057"/>
            <a:ext cx="5689892" cy="5486682"/>
          </a:xfrm>
          <a:prstGeom prst="rect">
            <a:avLst/>
          </a:prstGeom>
        </p:spPr>
      </p:pic>
      <p:pic>
        <p:nvPicPr>
          <p:cNvPr id="14" name="Picture 13">
            <a:extLst>
              <a:ext uri="{FF2B5EF4-FFF2-40B4-BE49-F238E27FC236}">
                <a16:creationId xmlns:a16="http://schemas.microsoft.com/office/drawing/2014/main" id="{B818D32E-41C7-4DCB-9F86-7C837750E7C1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5750888" y="11883547"/>
            <a:ext cx="5575587" cy="5473981"/>
          </a:xfrm>
          <a:prstGeom prst="rect">
            <a:avLst/>
          </a:prstGeom>
        </p:spPr>
      </p:pic>
      <p:pic>
        <p:nvPicPr>
          <p:cNvPr id="15" name="Picture 14">
            <a:extLst>
              <a:ext uri="{FF2B5EF4-FFF2-40B4-BE49-F238E27FC236}">
                <a16:creationId xmlns:a16="http://schemas.microsoft.com/office/drawing/2014/main" id="{5128551D-0D10-4C63-8CD9-55D2954145C3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096000" y="-13400596"/>
            <a:ext cx="5689892" cy="5486682"/>
          </a:xfrm>
          <a:prstGeom prst="rect">
            <a:avLst/>
          </a:prstGeom>
        </p:spPr>
      </p:pic>
      <p:pic>
        <p:nvPicPr>
          <p:cNvPr id="16" name="Picture 15">
            <a:extLst>
              <a:ext uri="{FF2B5EF4-FFF2-40B4-BE49-F238E27FC236}">
                <a16:creationId xmlns:a16="http://schemas.microsoft.com/office/drawing/2014/main" id="{406777F3-B226-49A0-8475-2F7B6C88438E}"/>
              </a:ext>
            </a:extLst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11326475" y="6882786"/>
            <a:ext cx="5791498" cy="5277121"/>
          </a:xfrm>
          <a:prstGeom prst="rect">
            <a:avLst/>
          </a:prstGeom>
        </p:spPr>
      </p:pic>
      <p:pic>
        <p:nvPicPr>
          <p:cNvPr id="17" name="Picture 16">
            <a:extLst>
              <a:ext uri="{FF2B5EF4-FFF2-40B4-BE49-F238E27FC236}">
                <a16:creationId xmlns:a16="http://schemas.microsoft.com/office/drawing/2014/main" id="{0E74CD7F-B46B-44FA-A600-D6D32D657E70}"/>
              </a:ext>
            </a:extLst>
      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-59661" y="6858000"/>
            <a:ext cx="5810549" cy="5575587"/>
          </a:xfrm>
          <a:prstGeom prst="rect">
            <a:avLst/>
          </a:prstGeom>
        </p:spPr>
      </p:pic>
      <p:pic>
        <p:nvPicPr>
          <p:cNvPr id="18" name="Picture 17">
            <a:extLst>
              <a:ext uri="{FF2B5EF4-FFF2-40B4-BE49-F238E27FC236}">
                <a16:creationId xmlns:a16="http://schemas.microsoft.com/office/drawing/2014/main" id="{5DDD86D8-265C-426D-8FCE-49A53D7EC1E7}"/>
              </a:ext>
            </a:extLst>
      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3058349" y="-521595"/>
            <a:ext cx="5385077" cy="5188217"/>
          </a:xfrm>
          <a:prstGeom prst="rect">
            <a:avLst/>
          </a:prstGeom>
        </p:spPr>
      </p:pic>
      <p:pic>
        <p:nvPicPr>
          <p:cNvPr id="19" name="Picture 18">
            <a:extLst>
              <a:ext uri="{FF2B5EF4-FFF2-40B4-BE49-F238E27FC236}">
                <a16:creationId xmlns:a16="http://schemas.microsoft.com/office/drawing/2014/main" id="{8494B7A6-A44A-49A1-84FD-437DBDF6E633}"/>
              </a:ext>
            </a:extLst>
          </p:cNvPr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8691089" y="-569222"/>
            <a:ext cx="5270771" cy="528347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78866111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4" name="Picture 13">
            <a:extLst>
              <a:ext uri="{FF2B5EF4-FFF2-40B4-BE49-F238E27FC236}">
                <a16:creationId xmlns:a16="http://schemas.microsoft.com/office/drawing/2014/main" id="{BACD19A8-A57D-419C-9767-7966FB3A95F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-965877" y="1498741"/>
            <a:ext cx="5239019" cy="5169166"/>
          </a:xfrm>
          <a:prstGeom prst="rect">
            <a:avLst/>
          </a:prstGeom>
        </p:spPr>
      </p:pic>
      <p:pic>
        <p:nvPicPr>
          <p:cNvPr id="15" name="Picture 14">
            <a:extLst>
              <a:ext uri="{FF2B5EF4-FFF2-40B4-BE49-F238E27FC236}">
                <a16:creationId xmlns:a16="http://schemas.microsoft.com/office/drawing/2014/main" id="{69573D0E-52B1-41CC-A3D8-234E8AED5089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273142" y="6667907"/>
            <a:ext cx="5150115" cy="5219968"/>
          </a:xfrm>
          <a:prstGeom prst="rect">
            <a:avLst/>
          </a:prstGeom>
        </p:spPr>
      </p:pic>
      <p:pic>
        <p:nvPicPr>
          <p:cNvPr id="16" name="Picture 15">
            <a:extLst>
              <a:ext uri="{FF2B5EF4-FFF2-40B4-BE49-F238E27FC236}">
                <a16:creationId xmlns:a16="http://schemas.microsoft.com/office/drawing/2014/main" id="{BDAA43E3-03EF-4247-AFBC-6D570F398AF1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423257" y="1359034"/>
            <a:ext cx="5721644" cy="5308873"/>
          </a:xfrm>
          <a:prstGeom prst="rect">
            <a:avLst/>
          </a:prstGeom>
        </p:spPr>
      </p:pic>
      <p:pic>
        <p:nvPicPr>
          <p:cNvPr id="17" name="Picture 16">
            <a:extLst>
              <a:ext uri="{FF2B5EF4-FFF2-40B4-BE49-F238E27FC236}">
                <a16:creationId xmlns:a16="http://schemas.microsoft.com/office/drawing/2014/main" id="{91B74E2C-F749-47D2-B587-C6BEDC136251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228690" y="-3823375"/>
            <a:ext cx="5194567" cy="536602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099745382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id="{6A35CCF6-EAC3-4545-86AD-47DC7C8430A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851142" y="-5537335"/>
            <a:ext cx="5150115" cy="5232669"/>
          </a:xfrm>
          <a:prstGeom prst="rect">
            <a:avLst/>
          </a:prstGeom>
        </p:spPr>
      </p:pic>
      <p:pic>
        <p:nvPicPr>
          <p:cNvPr id="6" name="Picture 5">
            <a:extLst>
              <a:ext uri="{FF2B5EF4-FFF2-40B4-BE49-F238E27FC236}">
                <a16:creationId xmlns:a16="http://schemas.microsoft.com/office/drawing/2014/main" id="{882FC0EA-5672-4DD8-81BA-B732ACEADD89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-1387877" y="-164959"/>
            <a:ext cx="5239019" cy="5169166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B5553593-9546-4C73-9909-9239A63F6226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851142" y="5004207"/>
            <a:ext cx="5150115" cy="5219968"/>
          </a:xfrm>
          <a:prstGeom prst="rect">
            <a:avLst/>
          </a:prstGeom>
        </p:spPr>
      </p:pic>
      <p:pic>
        <p:nvPicPr>
          <p:cNvPr id="8" name="Picture 7">
            <a:extLst>
              <a:ext uri="{FF2B5EF4-FFF2-40B4-BE49-F238E27FC236}">
                <a16:creationId xmlns:a16="http://schemas.microsoft.com/office/drawing/2014/main" id="{F30FF03F-322D-4C50-99DE-2B9EBF792379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001257" y="-304666"/>
            <a:ext cx="5721644" cy="530887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519130227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Picture 5">
            <a:extLst>
              <a:ext uri="{FF2B5EF4-FFF2-40B4-BE49-F238E27FC236}">
                <a16:creationId xmlns:a16="http://schemas.microsoft.com/office/drawing/2014/main" id="{A7FEB50C-10A0-4AE5-AB35-805F97BA540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520942" y="5343388"/>
            <a:ext cx="5150115" cy="5315223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4342F479-09BA-46DB-A847-3089DFE1E92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517767" y="-3968888"/>
            <a:ext cx="5156465" cy="5346975"/>
          </a:xfrm>
          <a:prstGeom prst="rect">
            <a:avLst/>
          </a:prstGeom>
        </p:spPr>
      </p:pic>
      <p:pic>
        <p:nvPicPr>
          <p:cNvPr id="8" name="Picture 7">
            <a:extLst>
              <a:ext uri="{FF2B5EF4-FFF2-40B4-BE49-F238E27FC236}">
                <a16:creationId xmlns:a16="http://schemas.microsoft.com/office/drawing/2014/main" id="{B6430BB8-737A-416A-89BB-C35038EB0AB7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102587" y="850767"/>
            <a:ext cx="5366026" cy="5156465"/>
          </a:xfrm>
          <a:prstGeom prst="rect">
            <a:avLst/>
          </a:prstGeom>
        </p:spPr>
      </p:pic>
      <p:pic>
        <p:nvPicPr>
          <p:cNvPr id="9" name="Picture 8">
            <a:extLst>
              <a:ext uri="{FF2B5EF4-FFF2-40B4-BE49-F238E27FC236}">
                <a16:creationId xmlns:a16="http://schemas.microsoft.com/office/drawing/2014/main" id="{0E182CDF-71EA-4F86-A6CD-55992B9FCE30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-9369569" y="-1641736"/>
            <a:ext cx="5581937" cy="5194567"/>
          </a:xfrm>
          <a:prstGeom prst="rect">
            <a:avLst/>
          </a:prstGeom>
        </p:spPr>
      </p:pic>
      <p:pic>
        <p:nvPicPr>
          <p:cNvPr id="10" name="Picture 9">
            <a:extLst>
              <a:ext uri="{FF2B5EF4-FFF2-40B4-BE49-F238E27FC236}">
                <a16:creationId xmlns:a16="http://schemas.microsoft.com/office/drawing/2014/main" id="{6CB9E7A9-7857-4BAA-904E-160B2261DFC0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-2469120" y="850767"/>
            <a:ext cx="5505733" cy="5404128"/>
          </a:xfrm>
          <a:prstGeom prst="rect">
            <a:avLst/>
          </a:prstGeom>
        </p:spPr>
      </p:pic>
      <p:pic>
        <p:nvPicPr>
          <p:cNvPr id="11" name="Picture 10">
            <a:extLst>
              <a:ext uri="{FF2B5EF4-FFF2-40B4-BE49-F238E27FC236}">
                <a16:creationId xmlns:a16="http://schemas.microsoft.com/office/drawing/2014/main" id="{30C0711F-5CBD-4755-AB53-EFFBF05E9940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-9248913" y="3625860"/>
            <a:ext cx="5340624" cy="525807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374877505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" name="Picture 9">
            <a:extLst>
              <a:ext uri="{FF2B5EF4-FFF2-40B4-BE49-F238E27FC236}">
                <a16:creationId xmlns:a16="http://schemas.microsoft.com/office/drawing/2014/main" id="{243965BB-61ED-4A85-AB88-2047D8942FF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308214" y="-4318398"/>
            <a:ext cx="5321573" cy="5575587"/>
          </a:xfrm>
          <a:prstGeom prst="rect">
            <a:avLst/>
          </a:prstGeom>
        </p:spPr>
      </p:pic>
      <p:pic>
        <p:nvPicPr>
          <p:cNvPr id="12" name="Picture 11">
            <a:extLst>
              <a:ext uri="{FF2B5EF4-FFF2-40B4-BE49-F238E27FC236}">
                <a16:creationId xmlns:a16="http://schemas.microsoft.com/office/drawing/2014/main" id="{77D49C3F-77BB-473E-B126-305953F876F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629787" y="853942"/>
            <a:ext cx="5454930" cy="5150115"/>
          </a:xfrm>
          <a:prstGeom prst="rect">
            <a:avLst/>
          </a:prstGeom>
        </p:spPr>
      </p:pic>
      <p:pic>
        <p:nvPicPr>
          <p:cNvPr id="13" name="Picture 12">
            <a:extLst>
              <a:ext uri="{FF2B5EF4-FFF2-40B4-BE49-F238E27FC236}">
                <a16:creationId xmlns:a16="http://schemas.microsoft.com/office/drawing/2014/main" id="{5C3CF5AD-E5A4-4CAD-8A2E-A35E72A15CF6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390768" y="5892925"/>
            <a:ext cx="5239019" cy="5283472"/>
          </a:xfrm>
          <a:prstGeom prst="rect">
            <a:avLst/>
          </a:prstGeom>
        </p:spPr>
      </p:pic>
      <p:pic>
        <p:nvPicPr>
          <p:cNvPr id="14" name="Picture 13">
            <a:extLst>
              <a:ext uri="{FF2B5EF4-FFF2-40B4-BE49-F238E27FC236}">
                <a16:creationId xmlns:a16="http://schemas.microsoft.com/office/drawing/2014/main" id="{7C814892-D54B-46C2-AF58-C9C211B54151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-1619652" y="853942"/>
            <a:ext cx="5181866" cy="514376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774375352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46" name="Group 45">
            <a:extLst>
              <a:ext uri="{FF2B5EF4-FFF2-40B4-BE49-F238E27FC236}">
                <a16:creationId xmlns:a16="http://schemas.microsoft.com/office/drawing/2014/main" id="{EB32808E-B12A-4E2C-B887-6E6E19B4720B}"/>
              </a:ext>
            </a:extLst>
          </p:cNvPr>
          <p:cNvGrpSpPr/>
          <p:nvPr/>
        </p:nvGrpSpPr>
        <p:grpSpPr>
          <a:xfrm>
            <a:off x="-1727200" y="-6299200"/>
            <a:ext cx="19024599" cy="20145829"/>
            <a:chOff x="-1727200" y="-6299200"/>
            <a:chExt cx="19024599" cy="20145829"/>
          </a:xfrm>
        </p:grpSpPr>
        <p:sp>
          <p:nvSpPr>
            <p:cNvPr id="4" name="Rectangle 3">
              <a:extLst>
                <a:ext uri="{FF2B5EF4-FFF2-40B4-BE49-F238E27FC236}">
                  <a16:creationId xmlns:a16="http://schemas.microsoft.com/office/drawing/2014/main" id="{5875D712-419E-42EA-BDFB-4B63C041A8F8}"/>
                </a:ext>
              </a:extLst>
            </p:cNvPr>
            <p:cNvSpPr/>
            <p:nvPr/>
          </p:nvSpPr>
          <p:spPr>
            <a:xfrm>
              <a:off x="-1727200" y="-6299200"/>
              <a:ext cx="19024599" cy="20145829"/>
            </a:xfrm>
            <a:prstGeom prst="rect">
              <a:avLst/>
            </a:prstGeom>
            <a:solidFill>
              <a:srgbClr val="A7E2DF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sp>
          <p:nvSpPr>
            <p:cNvPr id="5" name="Rectangle 4">
              <a:extLst>
                <a:ext uri="{FF2B5EF4-FFF2-40B4-BE49-F238E27FC236}">
                  <a16:creationId xmlns:a16="http://schemas.microsoft.com/office/drawing/2014/main" id="{0CE1AC0B-72CC-4D46-BC93-E364D22029E0}"/>
                </a:ext>
              </a:extLst>
            </p:cNvPr>
            <p:cNvSpPr/>
            <p:nvPr/>
          </p:nvSpPr>
          <p:spPr>
            <a:xfrm>
              <a:off x="-1445454" y="-6104185"/>
              <a:ext cx="8151592" cy="1446550"/>
            </a:xfrm>
            <a:prstGeom prst="rect">
              <a:avLst/>
            </a:prstGeom>
          </p:spPr>
          <p:txBody>
            <a:bodyPr wrap="none">
              <a:spAutoFit/>
            </a:bodyPr>
            <a:lstStyle/>
            <a:p>
              <a:pPr algn="r"/>
              <a:r>
                <a:rPr lang="pt-PT" sz="8800" b="1" dirty="0">
                  <a:solidFill>
                    <a:schemeClr val="tx1">
                      <a:lumMod val="65000"/>
                      <a:lumOff val="35000"/>
                    </a:schemeClr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Bonsai (4-way)</a:t>
              </a:r>
            </a:p>
          </p:txBody>
        </p:sp>
        <p:sp>
          <p:nvSpPr>
            <p:cNvPr id="6" name="Rectangle 5">
              <a:extLst>
                <a:ext uri="{FF2B5EF4-FFF2-40B4-BE49-F238E27FC236}">
                  <a16:creationId xmlns:a16="http://schemas.microsoft.com/office/drawing/2014/main" id="{EA60D6FC-7EA2-4F96-BCFB-3B01E10C43F2}"/>
                </a:ext>
              </a:extLst>
            </p:cNvPr>
            <p:cNvSpPr/>
            <p:nvPr/>
          </p:nvSpPr>
          <p:spPr>
            <a:xfrm>
              <a:off x="7474009" y="12957066"/>
              <a:ext cx="9512009" cy="692497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r"/>
              <a:endParaRPr lang="pt-PT" sz="300" i="1" dirty="0">
                <a:solidFill>
                  <a:srgbClr val="595959"/>
                </a:solidFill>
                <a:latin typeface="Arial" panose="020B0604020202020204" pitchFamily="34" charset="0"/>
                <a:cs typeface="Arial" panose="020B0604020202020204" pitchFamily="34" charset="0"/>
              </a:endParaRPr>
            </a:p>
            <a:p>
              <a:pPr algn="r"/>
              <a:r>
                <a:rPr lang="en-US" b="1" dirty="0">
                  <a:solidFill>
                    <a:srgbClr val="595959"/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#44 “Four way” by Pedro PSI – 26</a:t>
              </a:r>
              <a:r>
                <a:rPr lang="en-US" b="1" baseline="30000" dirty="0">
                  <a:solidFill>
                    <a:srgbClr val="595959"/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th</a:t>
              </a:r>
              <a:r>
                <a:rPr lang="en-US" b="1" dirty="0">
                  <a:solidFill>
                    <a:srgbClr val="595959"/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 of January 2021</a:t>
              </a:r>
            </a:p>
            <a:p>
              <a:pPr algn="r"/>
              <a:r>
                <a:rPr lang="pl-PL" i="1" dirty="0">
                  <a:solidFill>
                    <a:srgbClr val="595959"/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pedropsi.github.io/kudamono.html?W=7&amp;L=f11f2f4w1w3w1f4f2f5f4f6w1w1f1f4f2&amp;G=b</a:t>
              </a:r>
              <a:endParaRPr lang="en-US" i="1" dirty="0">
                <a:solidFill>
                  <a:srgbClr val="595959"/>
                </a:solidFill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15" name="Rectangle 14">
              <a:extLst>
                <a:ext uri="{FF2B5EF4-FFF2-40B4-BE49-F238E27FC236}">
                  <a16:creationId xmlns:a16="http://schemas.microsoft.com/office/drawing/2014/main" id="{D221164A-CA07-43BC-BEB7-DAAAEA1B140F}"/>
                </a:ext>
              </a:extLst>
            </p:cNvPr>
            <p:cNvSpPr/>
            <p:nvPr/>
          </p:nvSpPr>
          <p:spPr>
            <a:xfrm>
              <a:off x="-1207547" y="-4514475"/>
              <a:ext cx="13436699" cy="2246769"/>
            </a:xfrm>
            <a:prstGeom prst="rect">
              <a:avLst/>
            </a:prstGeom>
          </p:spPr>
          <p:txBody>
            <a:bodyPr wrap="square">
              <a:spAutoFit/>
            </a:bodyPr>
            <a:lstStyle/>
            <a:p>
              <a:r>
                <a:rPr lang="pt-PT" sz="2800" dirty="0" err="1">
                  <a:solidFill>
                    <a:schemeClr val="tx1">
                      <a:lumMod val="65000"/>
                      <a:lumOff val="35000"/>
                    </a:schemeClr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Draw</a:t>
              </a:r>
              <a:r>
                <a:rPr lang="pt-PT" sz="2800" dirty="0">
                  <a:solidFill>
                    <a:schemeClr val="tx1">
                      <a:lumMod val="65000"/>
                      <a:lumOff val="35000"/>
                    </a:schemeClr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 a </a:t>
              </a:r>
              <a:r>
                <a:rPr lang="pt-PT" sz="2800" b="1" dirty="0" err="1">
                  <a:solidFill>
                    <a:schemeClr val="tx1">
                      <a:lumMod val="65000"/>
                      <a:lumOff val="35000"/>
                    </a:schemeClr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continuous</a:t>
              </a:r>
              <a:r>
                <a:rPr lang="pt-PT" sz="2800" dirty="0">
                  <a:solidFill>
                    <a:schemeClr val="tx1">
                      <a:lumMod val="65000"/>
                      <a:lumOff val="35000"/>
                    </a:schemeClr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 </a:t>
              </a:r>
              <a:r>
                <a:rPr lang="pt-PT" sz="2800" dirty="0" err="1">
                  <a:solidFill>
                    <a:schemeClr val="tx1">
                      <a:lumMod val="65000"/>
                      <a:lumOff val="35000"/>
                    </a:schemeClr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path</a:t>
              </a:r>
              <a:r>
                <a:rPr lang="pt-PT" sz="2800" dirty="0">
                  <a:solidFill>
                    <a:schemeClr val="tx1">
                      <a:lumMod val="65000"/>
                      <a:lumOff val="35000"/>
                    </a:schemeClr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 </a:t>
              </a:r>
              <a:r>
                <a:rPr lang="pt-PT" sz="2800" dirty="0" err="1">
                  <a:solidFill>
                    <a:schemeClr val="tx1">
                      <a:lumMod val="65000"/>
                      <a:lumOff val="35000"/>
                    </a:schemeClr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through</a:t>
              </a:r>
              <a:r>
                <a:rPr lang="pt-PT" sz="2800" dirty="0">
                  <a:solidFill>
                    <a:schemeClr val="tx1">
                      <a:lumMod val="65000"/>
                      <a:lumOff val="35000"/>
                    </a:schemeClr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 </a:t>
              </a:r>
              <a:r>
                <a:rPr lang="pt-PT" sz="2800" b="1" dirty="0" err="1">
                  <a:solidFill>
                    <a:schemeClr val="tx1">
                      <a:lumMod val="65000"/>
                      <a:lumOff val="35000"/>
                    </a:schemeClr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every</a:t>
              </a:r>
              <a:r>
                <a:rPr lang="pt-PT" sz="2800" dirty="0">
                  <a:solidFill>
                    <a:schemeClr val="tx1">
                      <a:lumMod val="65000"/>
                      <a:lumOff val="35000"/>
                    </a:schemeClr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 </a:t>
              </a:r>
              <a:r>
                <a:rPr lang="pt-PT" sz="2800" dirty="0" err="1">
                  <a:solidFill>
                    <a:schemeClr val="tx1">
                      <a:lumMod val="65000"/>
                      <a:lumOff val="35000"/>
                    </a:schemeClr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grid</a:t>
              </a:r>
              <a:r>
                <a:rPr lang="pt-PT" sz="2800" dirty="0">
                  <a:solidFill>
                    <a:schemeClr val="tx1">
                      <a:lumMod val="65000"/>
                      <a:lumOff val="35000"/>
                    </a:schemeClr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 </a:t>
              </a:r>
              <a:r>
                <a:rPr lang="pt-PT" sz="2800" dirty="0" err="1">
                  <a:solidFill>
                    <a:schemeClr val="tx1">
                      <a:lumMod val="65000"/>
                      <a:lumOff val="35000"/>
                    </a:schemeClr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square</a:t>
              </a:r>
              <a:r>
                <a:rPr lang="pt-PT" sz="2800" dirty="0">
                  <a:solidFill>
                    <a:schemeClr val="tx1">
                      <a:lumMod val="65000"/>
                      <a:lumOff val="35000"/>
                    </a:schemeClr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 </a:t>
              </a:r>
              <a:r>
                <a:rPr lang="pt-PT" sz="2800" dirty="0" err="1">
                  <a:solidFill>
                    <a:schemeClr val="tx1">
                      <a:lumMod val="65000"/>
                      <a:lumOff val="35000"/>
                    </a:schemeClr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using</a:t>
              </a:r>
              <a:r>
                <a:rPr lang="pt-PT" sz="2800" dirty="0">
                  <a:solidFill>
                    <a:schemeClr val="tx1">
                      <a:lumMod val="65000"/>
                      <a:lumOff val="35000"/>
                    </a:schemeClr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 </a:t>
              </a:r>
              <a:r>
                <a:rPr lang="pt-PT" sz="2800" dirty="0" err="1">
                  <a:solidFill>
                    <a:schemeClr val="tx1">
                      <a:lumMod val="65000"/>
                      <a:lumOff val="35000"/>
                    </a:schemeClr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the</a:t>
              </a:r>
              <a:r>
                <a:rPr lang="pt-PT" sz="2800" dirty="0">
                  <a:solidFill>
                    <a:schemeClr val="tx1">
                      <a:lumMod val="65000"/>
                      <a:lumOff val="35000"/>
                    </a:schemeClr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 </a:t>
              </a:r>
              <a:r>
                <a:rPr lang="pt-PT" sz="2800" dirty="0" err="1">
                  <a:solidFill>
                    <a:schemeClr val="tx1">
                      <a:lumMod val="65000"/>
                      <a:lumOff val="35000"/>
                    </a:schemeClr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given</a:t>
              </a:r>
              <a:r>
                <a:rPr lang="pt-PT" sz="2800" dirty="0">
                  <a:solidFill>
                    <a:schemeClr val="tx1">
                      <a:lumMod val="65000"/>
                      <a:lumOff val="35000"/>
                    </a:schemeClr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 </a:t>
              </a:r>
              <a:r>
                <a:rPr lang="pt-PT" sz="2800" dirty="0" err="1">
                  <a:solidFill>
                    <a:schemeClr val="tx1">
                      <a:lumMod val="65000"/>
                      <a:lumOff val="35000"/>
                    </a:schemeClr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pieces</a:t>
              </a:r>
              <a:endParaRPr lang="pt-PT" sz="2800" dirty="0">
                <a:solidFill>
                  <a:schemeClr val="tx1">
                    <a:lumMod val="65000"/>
                    <a:lumOff val="3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endParaRPr>
            </a:p>
            <a:p>
              <a:r>
                <a:rPr lang="pt-PT" sz="2800" dirty="0">
                  <a:solidFill>
                    <a:schemeClr val="tx1">
                      <a:lumMod val="65000"/>
                      <a:lumOff val="35000"/>
                    </a:schemeClr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(</a:t>
              </a:r>
              <a:r>
                <a:rPr lang="pt-PT" sz="2800" dirty="0" err="1">
                  <a:solidFill>
                    <a:schemeClr val="tx1">
                      <a:lumMod val="65000"/>
                      <a:lumOff val="35000"/>
                    </a:schemeClr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rotations</a:t>
              </a:r>
              <a:r>
                <a:rPr lang="pt-PT" sz="2800" dirty="0">
                  <a:solidFill>
                    <a:schemeClr val="tx1">
                      <a:lumMod val="65000"/>
                      <a:lumOff val="35000"/>
                    </a:schemeClr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 </a:t>
              </a:r>
              <a:r>
                <a:rPr lang="pt-PT" sz="2800" dirty="0" err="1">
                  <a:solidFill>
                    <a:schemeClr val="tx1">
                      <a:lumMod val="65000"/>
                      <a:lumOff val="35000"/>
                    </a:schemeClr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allowed</a:t>
              </a:r>
              <a:r>
                <a:rPr lang="pt-PT" sz="2800" dirty="0">
                  <a:solidFill>
                    <a:schemeClr val="tx1">
                      <a:lumMod val="65000"/>
                      <a:lumOff val="35000"/>
                    </a:schemeClr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) </a:t>
              </a:r>
              <a:r>
                <a:rPr lang="pt-PT" sz="2800" dirty="0" err="1">
                  <a:solidFill>
                    <a:schemeClr val="tx1">
                      <a:lumMod val="65000"/>
                      <a:lumOff val="35000"/>
                    </a:schemeClr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such</a:t>
              </a:r>
              <a:r>
                <a:rPr lang="pt-PT" sz="2800" dirty="0">
                  <a:solidFill>
                    <a:schemeClr val="tx1">
                      <a:lumMod val="65000"/>
                      <a:lumOff val="35000"/>
                    </a:schemeClr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 </a:t>
              </a:r>
              <a:r>
                <a:rPr lang="pt-PT" sz="2800" dirty="0" err="1">
                  <a:solidFill>
                    <a:schemeClr val="tx1">
                      <a:lumMod val="65000"/>
                      <a:lumOff val="35000"/>
                    </a:schemeClr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that</a:t>
              </a:r>
              <a:r>
                <a:rPr lang="pt-PT" sz="2800" dirty="0">
                  <a:solidFill>
                    <a:schemeClr val="tx1">
                      <a:lumMod val="65000"/>
                      <a:lumOff val="35000"/>
                    </a:schemeClr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 no </a:t>
              </a:r>
              <a:r>
                <a:rPr lang="pt-PT" sz="2800" dirty="0" err="1">
                  <a:solidFill>
                    <a:schemeClr val="tx1">
                      <a:lumMod val="65000"/>
                      <a:lumOff val="35000"/>
                    </a:schemeClr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consecutive</a:t>
              </a:r>
              <a:r>
                <a:rPr lang="pt-PT" sz="2800" dirty="0">
                  <a:solidFill>
                    <a:schemeClr val="tx1">
                      <a:lumMod val="65000"/>
                      <a:lumOff val="35000"/>
                    </a:schemeClr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 </a:t>
              </a:r>
              <a:r>
                <a:rPr lang="pt-PT" sz="2800" dirty="0" err="1">
                  <a:solidFill>
                    <a:schemeClr val="tx1">
                      <a:lumMod val="65000"/>
                      <a:lumOff val="35000"/>
                    </a:schemeClr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pieces</a:t>
              </a:r>
              <a:r>
                <a:rPr lang="pt-PT" sz="2800" dirty="0">
                  <a:solidFill>
                    <a:schemeClr val="tx1">
                      <a:lumMod val="65000"/>
                      <a:lumOff val="35000"/>
                    </a:schemeClr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 </a:t>
              </a:r>
              <a:r>
                <a:rPr lang="pt-PT" sz="2800" dirty="0" err="1">
                  <a:solidFill>
                    <a:schemeClr val="tx1">
                      <a:lumMod val="65000"/>
                      <a:lumOff val="35000"/>
                    </a:schemeClr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belong</a:t>
              </a:r>
              <a:r>
                <a:rPr lang="pt-PT" sz="2800" dirty="0">
                  <a:solidFill>
                    <a:schemeClr val="tx1">
                      <a:lumMod val="65000"/>
                      <a:lumOff val="35000"/>
                    </a:schemeClr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 to </a:t>
              </a:r>
              <a:r>
                <a:rPr lang="pt-PT" sz="2800" dirty="0" err="1">
                  <a:solidFill>
                    <a:schemeClr val="tx1">
                      <a:lumMod val="65000"/>
                      <a:lumOff val="35000"/>
                    </a:schemeClr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the</a:t>
              </a:r>
              <a:r>
                <a:rPr lang="pt-PT" sz="2800" dirty="0">
                  <a:solidFill>
                    <a:schemeClr val="tx1">
                      <a:lumMod val="65000"/>
                      <a:lumOff val="35000"/>
                    </a:schemeClr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 </a:t>
              </a:r>
              <a:r>
                <a:rPr lang="pt-PT" sz="2800" dirty="0" err="1">
                  <a:solidFill>
                    <a:schemeClr val="tx1">
                      <a:lumMod val="65000"/>
                      <a:lumOff val="35000"/>
                    </a:schemeClr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same</a:t>
              </a:r>
              <a:r>
                <a:rPr lang="pt-PT" sz="2800" dirty="0">
                  <a:solidFill>
                    <a:schemeClr val="tx1">
                      <a:lumMod val="65000"/>
                      <a:lumOff val="35000"/>
                    </a:schemeClr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 </a:t>
              </a:r>
              <a:r>
                <a:rPr lang="pt-PT" sz="2800" dirty="0" err="1">
                  <a:solidFill>
                    <a:schemeClr val="tx1">
                      <a:lumMod val="65000"/>
                      <a:lumOff val="35000"/>
                    </a:schemeClr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type</a:t>
              </a:r>
              <a:r>
                <a:rPr lang="pt-PT" sz="2800" dirty="0">
                  <a:solidFill>
                    <a:schemeClr val="tx1">
                      <a:lumMod val="65000"/>
                      <a:lumOff val="35000"/>
                    </a:schemeClr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, </a:t>
              </a:r>
              <a:r>
                <a:rPr lang="pt-PT" sz="2800" dirty="0" err="1">
                  <a:solidFill>
                    <a:schemeClr val="tx1">
                      <a:lumMod val="65000"/>
                      <a:lumOff val="35000"/>
                    </a:schemeClr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and</a:t>
              </a:r>
              <a:r>
                <a:rPr lang="pt-PT" sz="2800" dirty="0">
                  <a:solidFill>
                    <a:schemeClr val="tx1">
                      <a:lumMod val="65000"/>
                      <a:lumOff val="35000"/>
                    </a:schemeClr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:</a:t>
              </a:r>
            </a:p>
            <a:p>
              <a:pPr marL="457200" indent="-457200">
                <a:buFontTx/>
                <a:buChar char="-"/>
              </a:pPr>
              <a:r>
                <a:rPr lang="pt-PT" sz="2800" dirty="0" err="1">
                  <a:solidFill>
                    <a:schemeClr val="tx1">
                      <a:lumMod val="65000"/>
                      <a:lumOff val="35000"/>
                    </a:schemeClr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flowers</a:t>
              </a:r>
              <a:r>
                <a:rPr lang="pt-PT" sz="2800" dirty="0">
                  <a:solidFill>
                    <a:schemeClr val="tx1">
                      <a:lumMod val="65000"/>
                      <a:lumOff val="35000"/>
                    </a:schemeClr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 are </a:t>
              </a:r>
              <a:r>
                <a:rPr lang="pt-PT" sz="2800" dirty="0" err="1">
                  <a:solidFill>
                    <a:schemeClr val="tx1">
                      <a:lumMod val="65000"/>
                      <a:lumOff val="35000"/>
                    </a:schemeClr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at</a:t>
              </a:r>
              <a:r>
                <a:rPr lang="pt-PT" sz="2800" dirty="0">
                  <a:solidFill>
                    <a:schemeClr val="tx1">
                      <a:lumMod val="65000"/>
                      <a:lumOff val="35000"/>
                    </a:schemeClr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 </a:t>
              </a:r>
              <a:r>
                <a:rPr lang="pt-PT" sz="2800" dirty="0" err="1">
                  <a:solidFill>
                    <a:schemeClr val="tx1">
                      <a:lumMod val="65000"/>
                      <a:lumOff val="35000"/>
                    </a:schemeClr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endpoints</a:t>
              </a:r>
              <a:r>
                <a:rPr lang="pt-PT" sz="2800" dirty="0">
                  <a:solidFill>
                    <a:schemeClr val="tx1">
                      <a:lumMod val="65000"/>
                      <a:lumOff val="35000"/>
                    </a:schemeClr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 (1-pieces);</a:t>
              </a:r>
            </a:p>
            <a:p>
              <a:pPr marL="457200" indent="-457200">
                <a:buFontTx/>
                <a:buChar char="-"/>
              </a:pPr>
              <a:r>
                <a:rPr lang="pt-PT" sz="2800" dirty="0" err="1">
                  <a:solidFill>
                    <a:schemeClr val="tx1">
                      <a:lumMod val="65000"/>
                      <a:lumOff val="35000"/>
                    </a:schemeClr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fruits</a:t>
              </a:r>
              <a:r>
                <a:rPr lang="pt-PT" sz="2800" dirty="0">
                  <a:solidFill>
                    <a:schemeClr val="tx1">
                      <a:lumMod val="65000"/>
                      <a:lumOff val="35000"/>
                    </a:schemeClr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 are </a:t>
              </a:r>
              <a:r>
                <a:rPr lang="pt-PT" sz="2800" dirty="0" err="1">
                  <a:solidFill>
                    <a:schemeClr val="tx1">
                      <a:lumMod val="65000"/>
                      <a:lumOff val="35000"/>
                    </a:schemeClr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at</a:t>
              </a:r>
              <a:r>
                <a:rPr lang="pt-PT" sz="2800" dirty="0">
                  <a:solidFill>
                    <a:schemeClr val="tx1">
                      <a:lumMod val="65000"/>
                      <a:lumOff val="35000"/>
                    </a:schemeClr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 straight 2-pieces;</a:t>
              </a:r>
            </a:p>
            <a:p>
              <a:pPr marL="457200" indent="-457200">
                <a:buFontTx/>
                <a:buChar char="-"/>
              </a:pPr>
              <a:r>
                <a:rPr lang="pt-PT" sz="2800" dirty="0" err="1">
                  <a:solidFill>
                    <a:schemeClr val="tx1">
                      <a:lumMod val="65000"/>
                      <a:lumOff val="35000"/>
                    </a:schemeClr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the</a:t>
              </a:r>
              <a:r>
                <a:rPr lang="pt-PT" sz="2800" dirty="0">
                  <a:solidFill>
                    <a:schemeClr val="tx1">
                      <a:lumMod val="65000"/>
                      <a:lumOff val="35000"/>
                    </a:schemeClr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 </a:t>
              </a:r>
              <a:r>
                <a:rPr lang="pt-PT" sz="2800" dirty="0" err="1">
                  <a:solidFill>
                    <a:schemeClr val="tx1">
                      <a:lumMod val="65000"/>
                      <a:lumOff val="35000"/>
                    </a:schemeClr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trunk</a:t>
              </a:r>
              <a:r>
                <a:rPr lang="pt-PT" sz="2800" dirty="0">
                  <a:solidFill>
                    <a:schemeClr val="tx1">
                      <a:lumMod val="65000"/>
                      <a:lumOff val="35000"/>
                    </a:schemeClr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 </a:t>
              </a:r>
              <a:r>
                <a:rPr lang="pt-PT" sz="2800" dirty="0" err="1">
                  <a:solidFill>
                    <a:schemeClr val="tx1">
                      <a:lumMod val="65000"/>
                      <a:lumOff val="35000"/>
                    </a:schemeClr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is</a:t>
              </a:r>
              <a:r>
                <a:rPr lang="pt-PT" sz="2800" dirty="0">
                  <a:solidFill>
                    <a:schemeClr val="tx1">
                      <a:lumMod val="65000"/>
                      <a:lumOff val="35000"/>
                    </a:schemeClr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 a straight 2-piece, </a:t>
              </a:r>
              <a:r>
                <a:rPr lang="pt-PT" sz="2800" dirty="0" err="1">
                  <a:solidFill>
                    <a:schemeClr val="tx1">
                      <a:lumMod val="65000"/>
                      <a:lumOff val="35000"/>
                    </a:schemeClr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rooted</a:t>
              </a:r>
              <a:r>
                <a:rPr lang="pt-PT" sz="2800" dirty="0">
                  <a:solidFill>
                    <a:schemeClr val="tx1">
                      <a:lumMod val="65000"/>
                      <a:lumOff val="35000"/>
                    </a:schemeClr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 </a:t>
              </a:r>
              <a:r>
                <a:rPr lang="pt-PT" sz="2800" dirty="0" err="1">
                  <a:solidFill>
                    <a:schemeClr val="tx1">
                      <a:lumMod val="65000"/>
                      <a:lumOff val="35000"/>
                    </a:schemeClr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outside</a:t>
              </a:r>
              <a:r>
                <a:rPr lang="pt-PT" sz="2800" dirty="0">
                  <a:solidFill>
                    <a:schemeClr val="tx1">
                      <a:lumMod val="65000"/>
                      <a:lumOff val="35000"/>
                    </a:schemeClr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 </a:t>
              </a:r>
              <a:r>
                <a:rPr lang="pt-PT" sz="2800" dirty="0" err="1">
                  <a:solidFill>
                    <a:schemeClr val="tx1">
                      <a:lumMod val="65000"/>
                      <a:lumOff val="35000"/>
                    </a:schemeClr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the</a:t>
              </a:r>
              <a:r>
                <a:rPr lang="pt-PT" sz="2800" dirty="0">
                  <a:solidFill>
                    <a:schemeClr val="tx1">
                      <a:lumMod val="65000"/>
                      <a:lumOff val="35000"/>
                    </a:schemeClr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 </a:t>
              </a:r>
              <a:r>
                <a:rPr lang="pt-PT" sz="2800" dirty="0" err="1">
                  <a:solidFill>
                    <a:schemeClr val="tx1">
                      <a:lumMod val="65000"/>
                      <a:lumOff val="35000"/>
                    </a:schemeClr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board</a:t>
              </a:r>
              <a:r>
                <a:rPr lang="pt-PT" sz="2800" dirty="0">
                  <a:solidFill>
                    <a:schemeClr val="tx1">
                      <a:lumMod val="65000"/>
                      <a:lumOff val="35000"/>
                    </a:schemeClr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, in </a:t>
              </a:r>
              <a:r>
                <a:rPr lang="pt-PT" sz="2800" dirty="0" err="1">
                  <a:solidFill>
                    <a:schemeClr val="tx1">
                      <a:lumMod val="65000"/>
                      <a:lumOff val="35000"/>
                    </a:schemeClr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the</a:t>
              </a:r>
              <a:r>
                <a:rPr lang="pt-PT" sz="2800" dirty="0">
                  <a:solidFill>
                    <a:schemeClr val="tx1">
                      <a:lumMod val="65000"/>
                      <a:lumOff val="35000"/>
                    </a:schemeClr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 </a:t>
              </a:r>
              <a:r>
                <a:rPr lang="pt-PT" sz="2800" dirty="0" err="1">
                  <a:solidFill>
                    <a:schemeClr val="tx1">
                      <a:lumMod val="65000"/>
                      <a:lumOff val="35000"/>
                    </a:schemeClr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indicated</a:t>
              </a:r>
              <a:r>
                <a:rPr lang="pt-PT" sz="2800" dirty="0">
                  <a:solidFill>
                    <a:schemeClr val="tx1">
                      <a:lumMod val="65000"/>
                      <a:lumOff val="35000"/>
                    </a:schemeClr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 </a:t>
              </a:r>
              <a:r>
                <a:rPr lang="pt-PT" sz="2800" dirty="0" err="1">
                  <a:solidFill>
                    <a:schemeClr val="tx1">
                      <a:lumMod val="65000"/>
                      <a:lumOff val="35000"/>
                    </a:schemeClr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direction</a:t>
              </a:r>
              <a:r>
                <a:rPr lang="pt-PT" sz="2800" dirty="0">
                  <a:solidFill>
                    <a:schemeClr val="tx1">
                      <a:lumMod val="65000"/>
                      <a:lumOff val="35000"/>
                    </a:schemeClr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.</a:t>
              </a:r>
            </a:p>
          </p:txBody>
        </p:sp>
        <p:grpSp>
          <p:nvGrpSpPr>
            <p:cNvPr id="41" name="Group 40">
              <a:extLst>
                <a:ext uri="{FF2B5EF4-FFF2-40B4-BE49-F238E27FC236}">
                  <a16:creationId xmlns:a16="http://schemas.microsoft.com/office/drawing/2014/main" id="{F997EDA7-15CF-497A-864D-C52DDADFA6AE}"/>
                </a:ext>
              </a:extLst>
            </p:cNvPr>
            <p:cNvGrpSpPr/>
            <p:nvPr/>
          </p:nvGrpSpPr>
          <p:grpSpPr>
            <a:xfrm>
              <a:off x="51531" y="-1905518"/>
              <a:ext cx="15467136" cy="14959593"/>
              <a:chOff x="1058373" y="-1411284"/>
              <a:chExt cx="12855099" cy="12433269"/>
            </a:xfrm>
          </p:grpSpPr>
          <p:sp>
            <p:nvSpPr>
              <p:cNvPr id="7" name="Rectangle 6">
                <a:extLst>
                  <a:ext uri="{FF2B5EF4-FFF2-40B4-BE49-F238E27FC236}">
                    <a16:creationId xmlns:a16="http://schemas.microsoft.com/office/drawing/2014/main" id="{FDB0523C-9251-4850-B8B1-6BD7ACB00B1F}"/>
                  </a:ext>
                </a:extLst>
              </p:cNvPr>
              <p:cNvSpPr/>
              <p:nvPr/>
            </p:nvSpPr>
            <p:spPr>
              <a:xfrm>
                <a:off x="7300600" y="-1411284"/>
                <a:ext cx="1517749" cy="690661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pPr algn="r"/>
                <a:r>
                  <a:rPr lang="pt-PT" sz="4800" b="1" dirty="0" err="1">
                    <a:solidFill>
                      <a:schemeClr val="tx1">
                        <a:lumMod val="65000"/>
                        <a:lumOff val="35000"/>
                      </a:schemeClr>
                    </a:solidFill>
                    <a:latin typeface="Arial" panose="020B0604020202020204" pitchFamily="34" charset="0"/>
                    <a:cs typeface="Arial" panose="020B0604020202020204" pitchFamily="34" charset="0"/>
                  </a:rPr>
                  <a:t>North</a:t>
                </a:r>
                <a:endParaRPr lang="pt-PT" sz="4800" b="1" dirty="0">
                  <a:solidFill>
                    <a:schemeClr val="tx1">
                      <a:lumMod val="65000"/>
                      <a:lumOff val="35000"/>
                    </a:schemeClr>
                  </a:solidFill>
                  <a:latin typeface="Arial" panose="020B0604020202020204" pitchFamily="34" charset="0"/>
                  <a:cs typeface="Arial" panose="020B0604020202020204" pitchFamily="34" charset="0"/>
                </a:endParaRPr>
              </a:p>
            </p:txBody>
          </p:sp>
          <p:sp>
            <p:nvSpPr>
              <p:cNvPr id="8" name="Rectangle 7">
                <a:extLst>
                  <a:ext uri="{FF2B5EF4-FFF2-40B4-BE49-F238E27FC236}">
                    <a16:creationId xmlns:a16="http://schemas.microsoft.com/office/drawing/2014/main" id="{D2D25A80-405B-45B1-9803-D50DA54E24C4}"/>
                  </a:ext>
                </a:extLst>
              </p:cNvPr>
              <p:cNvSpPr/>
              <p:nvPr/>
            </p:nvSpPr>
            <p:spPr>
              <a:xfrm rot="16200000">
                <a:off x="720051" y="3830554"/>
                <a:ext cx="1367306" cy="690661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pPr algn="r"/>
                <a:r>
                  <a:rPr lang="pt-PT" sz="4800" b="1" dirty="0">
                    <a:solidFill>
                      <a:schemeClr val="tx1">
                        <a:lumMod val="65000"/>
                        <a:lumOff val="35000"/>
                      </a:schemeClr>
                    </a:solidFill>
                    <a:latin typeface="Arial" panose="020B0604020202020204" pitchFamily="34" charset="0"/>
                    <a:cs typeface="Arial" panose="020B0604020202020204" pitchFamily="34" charset="0"/>
                  </a:rPr>
                  <a:t>West</a:t>
                </a:r>
              </a:p>
            </p:txBody>
          </p:sp>
          <p:sp>
            <p:nvSpPr>
              <p:cNvPr id="9" name="Rectangle 8">
                <a:extLst>
                  <a:ext uri="{FF2B5EF4-FFF2-40B4-BE49-F238E27FC236}">
                    <a16:creationId xmlns:a16="http://schemas.microsoft.com/office/drawing/2014/main" id="{49193438-4AA4-4394-9A3B-69C0D2F8F9B2}"/>
                  </a:ext>
                </a:extLst>
              </p:cNvPr>
              <p:cNvSpPr/>
              <p:nvPr/>
            </p:nvSpPr>
            <p:spPr>
              <a:xfrm rot="5400000">
                <a:off x="12950491" y="5072648"/>
                <a:ext cx="1235302" cy="690661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pPr algn="r"/>
                <a:r>
                  <a:rPr lang="pt-PT" sz="4800" b="1" dirty="0" err="1">
                    <a:solidFill>
                      <a:schemeClr val="tx1">
                        <a:lumMod val="65000"/>
                        <a:lumOff val="35000"/>
                      </a:schemeClr>
                    </a:solidFill>
                    <a:latin typeface="Arial" panose="020B0604020202020204" pitchFamily="34" charset="0"/>
                    <a:cs typeface="Arial" panose="020B0604020202020204" pitchFamily="34" charset="0"/>
                  </a:rPr>
                  <a:t>East</a:t>
                </a:r>
                <a:endParaRPr lang="pt-PT" sz="4800" b="1" dirty="0">
                  <a:solidFill>
                    <a:schemeClr val="tx1">
                      <a:lumMod val="65000"/>
                      <a:lumOff val="35000"/>
                    </a:schemeClr>
                  </a:solidFill>
                  <a:latin typeface="Arial" panose="020B0604020202020204" pitchFamily="34" charset="0"/>
                  <a:cs typeface="Arial" panose="020B0604020202020204" pitchFamily="34" charset="0"/>
                </a:endParaRPr>
              </a:p>
            </p:txBody>
          </p:sp>
          <p:sp>
            <p:nvSpPr>
              <p:cNvPr id="10" name="Rectangle 9">
                <a:extLst>
                  <a:ext uri="{FF2B5EF4-FFF2-40B4-BE49-F238E27FC236}">
                    <a16:creationId xmlns:a16="http://schemas.microsoft.com/office/drawing/2014/main" id="{F890C4F3-4A9A-41D5-879B-EE9A500BD9A1}"/>
                  </a:ext>
                </a:extLst>
              </p:cNvPr>
              <p:cNvSpPr/>
              <p:nvPr/>
            </p:nvSpPr>
            <p:spPr>
              <a:xfrm>
                <a:off x="5793882" y="10331324"/>
                <a:ext cx="1604348" cy="690661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pPr algn="r"/>
                <a:r>
                  <a:rPr lang="pt-PT" sz="4800" b="1" dirty="0" err="1">
                    <a:solidFill>
                      <a:schemeClr val="tx1">
                        <a:lumMod val="65000"/>
                        <a:lumOff val="35000"/>
                      </a:schemeClr>
                    </a:solidFill>
                    <a:latin typeface="Arial" panose="020B0604020202020204" pitchFamily="34" charset="0"/>
                    <a:cs typeface="Arial" panose="020B0604020202020204" pitchFamily="34" charset="0"/>
                  </a:rPr>
                  <a:t>South</a:t>
                </a:r>
                <a:endParaRPr lang="pt-PT" sz="4800" b="1" dirty="0">
                  <a:solidFill>
                    <a:schemeClr val="tx1">
                      <a:lumMod val="65000"/>
                      <a:lumOff val="35000"/>
                    </a:schemeClr>
                  </a:solidFill>
                  <a:latin typeface="Arial" panose="020B0604020202020204" pitchFamily="34" charset="0"/>
                  <a:cs typeface="Arial" panose="020B0604020202020204" pitchFamily="34" charset="0"/>
                </a:endParaRPr>
              </a:p>
            </p:txBody>
          </p:sp>
          <p:pic>
            <p:nvPicPr>
              <p:cNvPr id="18" name="Picture 17">
                <a:extLst>
                  <a:ext uri="{FF2B5EF4-FFF2-40B4-BE49-F238E27FC236}">
                    <a16:creationId xmlns:a16="http://schemas.microsoft.com/office/drawing/2014/main" id="{BC8A985D-6EFA-4071-829E-6E710477EAB3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2"/>
              <a:stretch>
                <a:fillRect/>
              </a:stretch>
            </p:blipFill>
            <p:spPr>
              <a:xfrm>
                <a:off x="2737363" y="5523572"/>
                <a:ext cx="4737343" cy="4724643"/>
              </a:xfrm>
              <a:prstGeom prst="rect">
                <a:avLst/>
              </a:prstGeom>
            </p:spPr>
          </p:pic>
          <p:pic>
            <p:nvPicPr>
              <p:cNvPr id="19" name="Picture 18">
                <a:extLst>
                  <a:ext uri="{FF2B5EF4-FFF2-40B4-BE49-F238E27FC236}">
                    <a16:creationId xmlns:a16="http://schemas.microsoft.com/office/drawing/2014/main" id="{7B018A3B-3ACC-4C08-A6CF-40553A68380E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2"/>
              <a:stretch>
                <a:fillRect/>
              </a:stretch>
            </p:blipFill>
            <p:spPr>
              <a:xfrm>
                <a:off x="1961785" y="161086"/>
                <a:ext cx="4737343" cy="4724643"/>
              </a:xfrm>
              <a:prstGeom prst="rect">
                <a:avLst/>
              </a:prstGeom>
            </p:spPr>
          </p:pic>
          <p:pic>
            <p:nvPicPr>
              <p:cNvPr id="20" name="Picture 19">
                <a:extLst>
                  <a:ext uri="{FF2B5EF4-FFF2-40B4-BE49-F238E27FC236}">
                    <a16:creationId xmlns:a16="http://schemas.microsoft.com/office/drawing/2014/main" id="{0C311A09-4F5F-4C47-9C30-F5D7F258586E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2"/>
              <a:stretch>
                <a:fillRect/>
              </a:stretch>
            </p:blipFill>
            <p:spPr>
              <a:xfrm>
                <a:off x="8178153" y="4762132"/>
                <a:ext cx="4737343" cy="4724643"/>
              </a:xfrm>
              <a:prstGeom prst="rect">
                <a:avLst/>
              </a:prstGeom>
            </p:spPr>
          </p:pic>
          <p:pic>
            <p:nvPicPr>
              <p:cNvPr id="21" name="Picture 20">
                <a:extLst>
                  <a:ext uri="{FF2B5EF4-FFF2-40B4-BE49-F238E27FC236}">
                    <a16:creationId xmlns:a16="http://schemas.microsoft.com/office/drawing/2014/main" id="{AD8CB0EE-1F1F-4D19-A932-B1950C45749E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2"/>
              <a:stretch>
                <a:fillRect/>
              </a:stretch>
            </p:blipFill>
            <p:spPr>
              <a:xfrm>
                <a:off x="7402575" y="-600354"/>
                <a:ext cx="4737343" cy="4724643"/>
              </a:xfrm>
              <a:prstGeom prst="rect">
                <a:avLst/>
              </a:prstGeom>
            </p:spPr>
          </p:pic>
        </p:grpSp>
        <p:grpSp>
          <p:nvGrpSpPr>
            <p:cNvPr id="39" name="Group 38">
              <a:extLst>
                <a:ext uri="{FF2B5EF4-FFF2-40B4-BE49-F238E27FC236}">
                  <a16:creationId xmlns:a16="http://schemas.microsoft.com/office/drawing/2014/main" id="{12B51BD7-8691-4D51-BED3-5BBE2ED6A1D3}"/>
                </a:ext>
              </a:extLst>
            </p:cNvPr>
            <p:cNvGrpSpPr/>
            <p:nvPr/>
          </p:nvGrpSpPr>
          <p:grpSpPr>
            <a:xfrm>
              <a:off x="12540533" y="-5380910"/>
              <a:ext cx="4445485" cy="3459658"/>
              <a:chOff x="10760384" y="-5002372"/>
              <a:chExt cx="4445485" cy="3459658"/>
            </a:xfrm>
          </p:grpSpPr>
          <p:pic>
            <p:nvPicPr>
              <p:cNvPr id="22" name="Picture 21">
                <a:extLst>
                  <a:ext uri="{FF2B5EF4-FFF2-40B4-BE49-F238E27FC236}">
                    <a16:creationId xmlns:a16="http://schemas.microsoft.com/office/drawing/2014/main" id="{E1DF11F6-BBE5-475B-ABBA-30C49EA33327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3"/>
              <a:stretch>
                <a:fillRect/>
              </a:stretch>
            </p:blipFill>
            <p:spPr>
              <a:xfrm>
                <a:off x="12368677" y="-2349205"/>
                <a:ext cx="812842" cy="806491"/>
              </a:xfrm>
              <a:prstGeom prst="rect">
                <a:avLst/>
              </a:prstGeom>
            </p:spPr>
          </p:pic>
          <p:pic>
            <p:nvPicPr>
              <p:cNvPr id="23" name="Picture 22">
                <a:extLst>
                  <a:ext uri="{FF2B5EF4-FFF2-40B4-BE49-F238E27FC236}">
                    <a16:creationId xmlns:a16="http://schemas.microsoft.com/office/drawing/2014/main" id="{A02D4893-92AA-4679-8BEF-26674BFB131A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4"/>
              <a:stretch>
                <a:fillRect/>
              </a:stretch>
            </p:blipFill>
            <p:spPr>
              <a:xfrm>
                <a:off x="13244976" y="-3238807"/>
                <a:ext cx="831893" cy="806491"/>
              </a:xfrm>
              <a:prstGeom prst="rect">
                <a:avLst/>
              </a:prstGeom>
            </p:spPr>
          </p:pic>
          <p:pic>
            <p:nvPicPr>
              <p:cNvPr id="24" name="Picture 23">
                <a:extLst>
                  <a:ext uri="{FF2B5EF4-FFF2-40B4-BE49-F238E27FC236}">
                    <a16:creationId xmlns:a16="http://schemas.microsoft.com/office/drawing/2014/main" id="{3C13E810-A507-4F6E-ADBB-139FFB4304A7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5"/>
              <a:stretch>
                <a:fillRect/>
              </a:stretch>
            </p:blipFill>
            <p:spPr>
              <a:xfrm>
                <a:off x="12375028" y="-3232457"/>
                <a:ext cx="800141" cy="793791"/>
              </a:xfrm>
              <a:prstGeom prst="rect">
                <a:avLst/>
              </a:prstGeom>
            </p:spPr>
          </p:pic>
          <p:pic>
            <p:nvPicPr>
              <p:cNvPr id="25" name="Picture 24">
                <a:extLst>
                  <a:ext uri="{FF2B5EF4-FFF2-40B4-BE49-F238E27FC236}">
                    <a16:creationId xmlns:a16="http://schemas.microsoft.com/office/drawing/2014/main" id="{D6DF4B54-0E5F-427B-9FC7-0DFA6657AD96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6"/>
              <a:stretch>
                <a:fillRect/>
              </a:stretch>
            </p:blipFill>
            <p:spPr>
              <a:xfrm>
                <a:off x="14199095" y="-4070908"/>
                <a:ext cx="844593" cy="831893"/>
              </a:xfrm>
              <a:prstGeom prst="rect">
                <a:avLst/>
              </a:prstGeom>
            </p:spPr>
          </p:pic>
          <p:sp>
            <p:nvSpPr>
              <p:cNvPr id="26" name="Rectangle 25">
                <a:extLst>
                  <a:ext uri="{FF2B5EF4-FFF2-40B4-BE49-F238E27FC236}">
                    <a16:creationId xmlns:a16="http://schemas.microsoft.com/office/drawing/2014/main" id="{53903920-D7B1-4A5F-8B06-1CA342830FC4}"/>
                  </a:ext>
                </a:extLst>
              </p:cNvPr>
              <p:cNvSpPr/>
              <p:nvPr/>
            </p:nvSpPr>
            <p:spPr>
              <a:xfrm>
                <a:off x="11235819" y="-3020228"/>
                <a:ext cx="1056700" cy="369332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r>
                  <a:rPr lang="pt-PT" dirty="0">
                    <a:solidFill>
                      <a:schemeClr val="tx1">
                        <a:lumMod val="65000"/>
                        <a:lumOff val="35000"/>
                      </a:schemeClr>
                    </a:solidFill>
                    <a:latin typeface="Arial" panose="020B0604020202020204" pitchFamily="34" charset="0"/>
                    <a:cs typeface="Arial" panose="020B0604020202020204" pitchFamily="34" charset="0"/>
                  </a:rPr>
                  <a:t>2-pieces</a:t>
                </a:r>
                <a:endParaRPr lang="en-US" dirty="0"/>
              </a:p>
            </p:txBody>
          </p:sp>
          <p:sp>
            <p:nvSpPr>
              <p:cNvPr id="28" name="Rectangle 27">
                <a:extLst>
                  <a:ext uri="{FF2B5EF4-FFF2-40B4-BE49-F238E27FC236}">
                    <a16:creationId xmlns:a16="http://schemas.microsoft.com/office/drawing/2014/main" id="{0126757A-376D-47D4-A229-72977BDDCF55}"/>
                  </a:ext>
                </a:extLst>
              </p:cNvPr>
              <p:cNvSpPr/>
              <p:nvPr/>
            </p:nvSpPr>
            <p:spPr>
              <a:xfrm>
                <a:off x="11235819" y="-2130626"/>
                <a:ext cx="1056700" cy="369332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r>
                  <a:rPr lang="pt-PT" dirty="0">
                    <a:solidFill>
                      <a:schemeClr val="tx1">
                        <a:lumMod val="65000"/>
                        <a:lumOff val="35000"/>
                      </a:schemeClr>
                    </a:solidFill>
                    <a:latin typeface="Arial" panose="020B0604020202020204" pitchFamily="34" charset="0"/>
                    <a:cs typeface="Arial" panose="020B0604020202020204" pitchFamily="34" charset="0"/>
                  </a:rPr>
                  <a:t>1-pieces</a:t>
                </a:r>
                <a:endParaRPr lang="en-US" dirty="0"/>
              </a:p>
            </p:txBody>
          </p:sp>
          <p:sp>
            <p:nvSpPr>
              <p:cNvPr id="29" name="Rectangle 28">
                <a:extLst>
                  <a:ext uri="{FF2B5EF4-FFF2-40B4-BE49-F238E27FC236}">
                    <a16:creationId xmlns:a16="http://schemas.microsoft.com/office/drawing/2014/main" id="{0AC5ABF3-3B47-4ECC-AA45-1A50011FCDB7}"/>
                  </a:ext>
                </a:extLst>
              </p:cNvPr>
              <p:cNvSpPr/>
              <p:nvPr/>
            </p:nvSpPr>
            <p:spPr>
              <a:xfrm>
                <a:off x="11235819" y="-3904175"/>
                <a:ext cx="1056700" cy="369332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r>
                  <a:rPr lang="pt-PT" dirty="0">
                    <a:solidFill>
                      <a:schemeClr val="tx1">
                        <a:lumMod val="65000"/>
                        <a:lumOff val="35000"/>
                      </a:schemeClr>
                    </a:solidFill>
                    <a:latin typeface="Arial" panose="020B0604020202020204" pitchFamily="34" charset="0"/>
                    <a:cs typeface="Arial" panose="020B0604020202020204" pitchFamily="34" charset="0"/>
                  </a:rPr>
                  <a:t>3-pieces</a:t>
                </a:r>
                <a:endParaRPr lang="en-US" dirty="0"/>
              </a:p>
            </p:txBody>
          </p:sp>
          <p:sp>
            <p:nvSpPr>
              <p:cNvPr id="30" name="Rectangle 29">
                <a:extLst>
                  <a:ext uri="{FF2B5EF4-FFF2-40B4-BE49-F238E27FC236}">
                    <a16:creationId xmlns:a16="http://schemas.microsoft.com/office/drawing/2014/main" id="{2209E47E-2485-4AC1-A64D-08AED50EEF0C}"/>
                  </a:ext>
                </a:extLst>
              </p:cNvPr>
              <p:cNvSpPr/>
              <p:nvPr/>
            </p:nvSpPr>
            <p:spPr>
              <a:xfrm>
                <a:off x="12261546" y="-4578477"/>
                <a:ext cx="941283" cy="369332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pPr algn="ctr"/>
                <a:r>
                  <a:rPr lang="pt-PT" dirty="0">
                    <a:solidFill>
                      <a:schemeClr val="tx1">
                        <a:lumMod val="65000"/>
                        <a:lumOff val="35000"/>
                      </a:schemeClr>
                    </a:solidFill>
                    <a:latin typeface="Arial" panose="020B0604020202020204" pitchFamily="34" charset="0"/>
                    <a:cs typeface="Arial" panose="020B0604020202020204" pitchFamily="34" charset="0"/>
                  </a:rPr>
                  <a:t>straight</a:t>
                </a:r>
              </a:p>
            </p:txBody>
          </p:sp>
          <p:sp>
            <p:nvSpPr>
              <p:cNvPr id="31" name="Rectangle 30">
                <a:extLst>
                  <a:ext uri="{FF2B5EF4-FFF2-40B4-BE49-F238E27FC236}">
                    <a16:creationId xmlns:a16="http://schemas.microsoft.com/office/drawing/2014/main" id="{CAB3CD5A-B430-43BA-96E7-B02792AD1922}"/>
                  </a:ext>
                </a:extLst>
              </p:cNvPr>
              <p:cNvSpPr/>
              <p:nvPr/>
            </p:nvSpPr>
            <p:spPr>
              <a:xfrm>
                <a:off x="12403062" y="-4058207"/>
                <a:ext cx="744073" cy="700655"/>
              </a:xfrm>
              <a:prstGeom prst="rect">
                <a:avLst/>
              </a:prstGeom>
              <a:solidFill>
                <a:srgbClr val="FFFFFF">
                  <a:alpha val="41961"/>
                </a:srgb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32" name="Rectangle 31">
                <a:extLst>
                  <a:ext uri="{FF2B5EF4-FFF2-40B4-BE49-F238E27FC236}">
                    <a16:creationId xmlns:a16="http://schemas.microsoft.com/office/drawing/2014/main" id="{1EF66D73-8849-4076-8876-327D431570C7}"/>
                  </a:ext>
                </a:extLst>
              </p:cNvPr>
              <p:cNvSpPr/>
              <p:nvPr/>
            </p:nvSpPr>
            <p:spPr>
              <a:xfrm>
                <a:off x="13288886" y="-4058207"/>
                <a:ext cx="744073" cy="700655"/>
              </a:xfrm>
              <a:prstGeom prst="rect">
                <a:avLst/>
              </a:prstGeom>
              <a:solidFill>
                <a:srgbClr val="FFFFFF">
                  <a:alpha val="41961"/>
                </a:srgb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33" name="Rectangle 32">
                <a:extLst>
                  <a:ext uri="{FF2B5EF4-FFF2-40B4-BE49-F238E27FC236}">
                    <a16:creationId xmlns:a16="http://schemas.microsoft.com/office/drawing/2014/main" id="{305BCEDA-2F25-4F99-865A-F234A0633D9F}"/>
                  </a:ext>
                </a:extLst>
              </p:cNvPr>
              <p:cNvSpPr/>
              <p:nvPr/>
            </p:nvSpPr>
            <p:spPr>
              <a:xfrm>
                <a:off x="13288886" y="-2296287"/>
                <a:ext cx="744073" cy="700655"/>
              </a:xfrm>
              <a:prstGeom prst="rect">
                <a:avLst/>
              </a:prstGeom>
              <a:solidFill>
                <a:srgbClr val="FFFFFF">
                  <a:alpha val="41961"/>
                </a:srgb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/>
              </a:p>
            </p:txBody>
          </p:sp>
          <p:sp>
            <p:nvSpPr>
              <p:cNvPr id="34" name="Rectangle 33">
                <a:extLst>
                  <a:ext uri="{FF2B5EF4-FFF2-40B4-BE49-F238E27FC236}">
                    <a16:creationId xmlns:a16="http://schemas.microsoft.com/office/drawing/2014/main" id="{B431715B-DAE1-422A-9B9C-871F938D5917}"/>
                  </a:ext>
                </a:extLst>
              </p:cNvPr>
              <p:cNvSpPr/>
              <p:nvPr/>
            </p:nvSpPr>
            <p:spPr>
              <a:xfrm>
                <a:off x="14249355" y="-2243369"/>
                <a:ext cx="744073" cy="700655"/>
              </a:xfrm>
              <a:prstGeom prst="rect">
                <a:avLst/>
              </a:prstGeom>
              <a:solidFill>
                <a:srgbClr val="FFFFFF">
                  <a:alpha val="41961"/>
                </a:srgb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35" name="Rectangle 34">
                <a:extLst>
                  <a:ext uri="{FF2B5EF4-FFF2-40B4-BE49-F238E27FC236}">
                    <a16:creationId xmlns:a16="http://schemas.microsoft.com/office/drawing/2014/main" id="{DFFDF7F0-211A-4849-8EE8-B711C8401D8B}"/>
                  </a:ext>
                </a:extLst>
              </p:cNvPr>
              <p:cNvSpPr/>
              <p:nvPr/>
            </p:nvSpPr>
            <p:spPr>
              <a:xfrm>
                <a:off x="14249355" y="-3132971"/>
                <a:ext cx="744073" cy="700655"/>
              </a:xfrm>
              <a:prstGeom prst="rect">
                <a:avLst/>
              </a:prstGeom>
              <a:solidFill>
                <a:srgbClr val="FFFFFF">
                  <a:alpha val="41961"/>
                </a:srgb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37" name="Rectangle 36">
                <a:extLst>
                  <a:ext uri="{FF2B5EF4-FFF2-40B4-BE49-F238E27FC236}">
                    <a16:creationId xmlns:a16="http://schemas.microsoft.com/office/drawing/2014/main" id="{B19F9E89-DA45-446D-9C7F-AD336ACB0E9F}"/>
                  </a:ext>
                </a:extLst>
              </p:cNvPr>
              <p:cNvSpPr/>
              <p:nvPr/>
            </p:nvSpPr>
            <p:spPr>
              <a:xfrm>
                <a:off x="13190926" y="-4578477"/>
                <a:ext cx="889987" cy="369332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pPr algn="ctr"/>
                <a:r>
                  <a:rPr lang="pt-PT" dirty="0" err="1">
                    <a:solidFill>
                      <a:schemeClr val="tx1">
                        <a:lumMod val="65000"/>
                        <a:lumOff val="35000"/>
                      </a:schemeClr>
                    </a:solidFill>
                    <a:latin typeface="Arial" panose="020B0604020202020204" pitchFamily="34" charset="0"/>
                    <a:cs typeface="Arial" panose="020B0604020202020204" pitchFamily="34" charset="0"/>
                  </a:rPr>
                  <a:t>turning</a:t>
                </a:r>
                <a:endParaRPr lang="pt-PT" dirty="0">
                  <a:solidFill>
                    <a:schemeClr val="tx1">
                      <a:lumMod val="65000"/>
                      <a:lumOff val="35000"/>
                    </a:schemeClr>
                  </a:solidFill>
                  <a:latin typeface="Arial" panose="020B0604020202020204" pitchFamily="34" charset="0"/>
                  <a:cs typeface="Arial" panose="020B0604020202020204" pitchFamily="34" charset="0"/>
                </a:endParaRPr>
              </a:p>
            </p:txBody>
          </p:sp>
          <p:sp>
            <p:nvSpPr>
              <p:cNvPr id="38" name="Rectangle 37">
                <a:extLst>
                  <a:ext uri="{FF2B5EF4-FFF2-40B4-BE49-F238E27FC236}">
                    <a16:creationId xmlns:a16="http://schemas.microsoft.com/office/drawing/2014/main" id="{6D7DB295-EA5F-41CC-8003-B4AA8F48B825}"/>
                  </a:ext>
                </a:extLst>
              </p:cNvPr>
              <p:cNvSpPr/>
              <p:nvPr/>
            </p:nvSpPr>
            <p:spPr>
              <a:xfrm>
                <a:off x="14008105" y="-4578477"/>
                <a:ext cx="1197764" cy="369332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pPr algn="ctr"/>
                <a:r>
                  <a:rPr lang="pt-PT" dirty="0" err="1">
                    <a:solidFill>
                      <a:schemeClr val="tx1">
                        <a:lumMod val="65000"/>
                        <a:lumOff val="35000"/>
                      </a:schemeClr>
                    </a:solidFill>
                    <a:latin typeface="Arial" panose="020B0604020202020204" pitchFamily="34" charset="0"/>
                    <a:cs typeface="Arial" panose="020B0604020202020204" pitchFamily="34" charset="0"/>
                  </a:rPr>
                  <a:t>branching</a:t>
                </a:r>
                <a:endParaRPr lang="pt-PT" dirty="0">
                  <a:solidFill>
                    <a:schemeClr val="tx1">
                      <a:lumMod val="65000"/>
                      <a:lumOff val="35000"/>
                    </a:schemeClr>
                  </a:solidFill>
                  <a:latin typeface="Arial" panose="020B0604020202020204" pitchFamily="34" charset="0"/>
                  <a:cs typeface="Arial" panose="020B0604020202020204" pitchFamily="34" charset="0"/>
                </a:endParaRPr>
              </a:p>
            </p:txBody>
          </p:sp>
          <p:sp>
            <p:nvSpPr>
              <p:cNvPr id="42" name="Rectangle 41">
                <a:extLst>
                  <a:ext uri="{FF2B5EF4-FFF2-40B4-BE49-F238E27FC236}">
                    <a16:creationId xmlns:a16="http://schemas.microsoft.com/office/drawing/2014/main" id="{812C4400-DC40-499D-9833-2F3E28E64237}"/>
                  </a:ext>
                </a:extLst>
              </p:cNvPr>
              <p:cNvSpPr/>
              <p:nvPr/>
            </p:nvSpPr>
            <p:spPr>
              <a:xfrm>
                <a:off x="12816264" y="-5002372"/>
                <a:ext cx="1639309" cy="400110"/>
              </a:xfrm>
              <a:prstGeom prst="rect">
                <a:avLst/>
              </a:prstGeom>
            </p:spPr>
            <p:txBody>
              <a:bodyPr wrap="square">
                <a:spAutoFit/>
              </a:bodyPr>
              <a:lstStyle/>
              <a:p>
                <a:pPr algn="ctr"/>
                <a:r>
                  <a:rPr lang="pt-PT" sz="2000" b="1" dirty="0" err="1">
                    <a:solidFill>
                      <a:schemeClr val="tx1">
                        <a:lumMod val="65000"/>
                        <a:lumOff val="35000"/>
                      </a:schemeClr>
                    </a:solidFill>
                    <a:latin typeface="Arial" panose="020B0604020202020204" pitchFamily="34" charset="0"/>
                    <a:cs typeface="Arial" panose="020B0604020202020204" pitchFamily="34" charset="0"/>
                  </a:rPr>
                  <a:t>Types</a:t>
                </a:r>
                <a:r>
                  <a:rPr lang="pt-PT" sz="2000" b="1" dirty="0">
                    <a:solidFill>
                      <a:schemeClr val="tx1">
                        <a:lumMod val="65000"/>
                        <a:lumOff val="35000"/>
                      </a:schemeClr>
                    </a:solidFill>
                    <a:latin typeface="Arial" panose="020B0604020202020204" pitchFamily="34" charset="0"/>
                    <a:cs typeface="Arial" panose="020B0604020202020204" pitchFamily="34" charset="0"/>
                  </a:rPr>
                  <a:t>:</a:t>
                </a:r>
                <a:endParaRPr lang="en-US" sz="2000" b="1" dirty="0"/>
              </a:p>
            </p:txBody>
          </p:sp>
          <p:sp>
            <p:nvSpPr>
              <p:cNvPr id="43" name="Rectangle 42">
                <a:extLst>
                  <a:ext uri="{FF2B5EF4-FFF2-40B4-BE49-F238E27FC236}">
                    <a16:creationId xmlns:a16="http://schemas.microsoft.com/office/drawing/2014/main" id="{476E6926-2C20-453E-966D-70653E668B49}"/>
                  </a:ext>
                </a:extLst>
              </p:cNvPr>
              <p:cNvSpPr/>
              <p:nvPr/>
            </p:nvSpPr>
            <p:spPr>
              <a:xfrm rot="16200000">
                <a:off x="10140784" y="-3092043"/>
                <a:ext cx="1639309" cy="400110"/>
              </a:xfrm>
              <a:prstGeom prst="rect">
                <a:avLst/>
              </a:prstGeom>
            </p:spPr>
            <p:txBody>
              <a:bodyPr wrap="square">
                <a:spAutoFit/>
              </a:bodyPr>
              <a:lstStyle/>
              <a:p>
                <a:pPr algn="ctr"/>
                <a:r>
                  <a:rPr lang="pt-PT" sz="2000" b="1" dirty="0" err="1">
                    <a:solidFill>
                      <a:schemeClr val="tx1">
                        <a:lumMod val="65000"/>
                        <a:lumOff val="35000"/>
                      </a:schemeClr>
                    </a:solidFill>
                    <a:latin typeface="Arial" panose="020B0604020202020204" pitchFamily="34" charset="0"/>
                    <a:cs typeface="Arial" panose="020B0604020202020204" pitchFamily="34" charset="0"/>
                  </a:rPr>
                  <a:t>Sizes</a:t>
                </a:r>
                <a:r>
                  <a:rPr lang="pt-PT" sz="2000" b="1" dirty="0">
                    <a:solidFill>
                      <a:schemeClr val="tx1">
                        <a:lumMod val="65000"/>
                        <a:lumOff val="35000"/>
                      </a:schemeClr>
                    </a:solidFill>
                    <a:latin typeface="Arial" panose="020B0604020202020204" pitchFamily="34" charset="0"/>
                    <a:cs typeface="Arial" panose="020B0604020202020204" pitchFamily="34" charset="0"/>
                  </a:rPr>
                  <a:t>:</a:t>
                </a:r>
                <a:endParaRPr lang="en-US" sz="2000" b="1" dirty="0"/>
              </a:p>
            </p:txBody>
          </p:sp>
        </p:grpSp>
        <p:sp>
          <p:nvSpPr>
            <p:cNvPr id="44" name="Rectangle 43">
              <a:extLst>
                <a:ext uri="{FF2B5EF4-FFF2-40B4-BE49-F238E27FC236}">
                  <a16:creationId xmlns:a16="http://schemas.microsoft.com/office/drawing/2014/main" id="{2ECDCA38-556F-466E-9580-7EF4175412C9}"/>
                </a:ext>
              </a:extLst>
            </p:cNvPr>
            <p:cNvSpPr/>
            <p:nvPr/>
          </p:nvSpPr>
          <p:spPr>
            <a:xfrm>
              <a:off x="-1400883" y="12957066"/>
              <a:ext cx="6806094" cy="646331"/>
            </a:xfrm>
            <a:prstGeom prst="rect">
              <a:avLst/>
            </a:prstGeom>
          </p:spPr>
          <p:txBody>
            <a:bodyPr wrap="none">
              <a:spAutoFit/>
            </a:bodyPr>
            <a:lstStyle/>
            <a:p>
              <a:r>
                <a:rPr lang="en-US" b="1" dirty="0">
                  <a:solidFill>
                    <a:srgbClr val="595959"/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Bonsai was invented by Le </a:t>
              </a:r>
              <a:r>
                <a:rPr lang="en-US" b="1" dirty="0" err="1">
                  <a:solidFill>
                    <a:srgbClr val="595959"/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Slo</a:t>
              </a:r>
              <a:endParaRPr lang="en-US" b="1" dirty="0">
                <a:solidFill>
                  <a:srgbClr val="595959"/>
                </a:solidFill>
                <a:latin typeface="Arial" panose="020B0604020202020204" pitchFamily="34" charset="0"/>
                <a:cs typeface="Arial" panose="020B0604020202020204" pitchFamily="34" charset="0"/>
              </a:endParaRPr>
            </a:p>
            <a:p>
              <a:r>
                <a:rPr lang="en-US" b="1" dirty="0">
                  <a:solidFill>
                    <a:srgbClr val="595959"/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4-way Bonsai was suggested by Andrea Gilbert (</a:t>
              </a:r>
              <a:r>
                <a:rPr lang="en-US" b="1" dirty="0" err="1">
                  <a:solidFill>
                    <a:srgbClr val="595959"/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clickmazes</a:t>
              </a:r>
              <a:r>
                <a:rPr lang="en-US" b="1" dirty="0">
                  <a:solidFill>
                    <a:srgbClr val="595959"/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)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916867520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>
            <a:extLst>
              <a:ext uri="{FF2B5EF4-FFF2-40B4-BE49-F238E27FC236}">
                <a16:creationId xmlns:a16="http://schemas.microsoft.com/office/drawing/2014/main" id="{296A0754-71E4-4221-AF44-6AADEBC48DB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730503" y="1386696"/>
            <a:ext cx="4730993" cy="4819898"/>
          </a:xfrm>
          <a:prstGeom prst="rect">
            <a:avLst/>
          </a:prstGeom>
        </p:spPr>
      </p:pic>
      <p:sp>
        <p:nvSpPr>
          <p:cNvPr id="5" name="Rectangle 4">
            <a:extLst>
              <a:ext uri="{FF2B5EF4-FFF2-40B4-BE49-F238E27FC236}">
                <a16:creationId xmlns:a16="http://schemas.microsoft.com/office/drawing/2014/main" id="{8FBF5765-AFD7-4BA6-850E-20707A94F083}"/>
              </a:ext>
            </a:extLst>
          </p:cNvPr>
          <p:cNvSpPr/>
          <p:nvPr/>
        </p:nvSpPr>
        <p:spPr>
          <a:xfrm>
            <a:off x="3048000" y="221233"/>
            <a:ext cx="6096000" cy="923330"/>
          </a:xfrm>
          <a:prstGeom prst="rect">
            <a:avLst/>
          </a:prstGeom>
        </p:spPr>
        <p:txBody>
          <a:bodyPr>
            <a:spAutoFit/>
          </a:bodyPr>
          <a:lstStyle/>
          <a:p>
            <a:r>
              <a:rPr lang="en-US" dirty="0"/>
              <a:t>file:///C:/Github/pedropsi.github.io/kudamono.html?W=6&amp;L=w8f15f1f1&amp;S=8DRUR8RRDLLDLDDR2RRDRDD8R3RDDL&amp;G=b&amp;T=Triparityte</a:t>
            </a:r>
          </a:p>
        </p:txBody>
      </p:sp>
    </p:spTree>
    <p:extLst>
      <p:ext uri="{BB962C8B-B14F-4D97-AF65-F5344CB8AC3E}">
        <p14:creationId xmlns:p14="http://schemas.microsoft.com/office/powerpoint/2010/main" val="4153038475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>
            <a:extLst>
              <a:ext uri="{FF2B5EF4-FFF2-40B4-BE49-F238E27FC236}">
                <a16:creationId xmlns:a16="http://schemas.microsoft.com/office/drawing/2014/main" id="{FBD26BCB-8428-4357-9A02-138CB512187D}"/>
              </a:ext>
            </a:extLst>
          </p:cNvPr>
          <p:cNvSpPr/>
          <p:nvPr/>
        </p:nvSpPr>
        <p:spPr>
          <a:xfrm>
            <a:off x="2934878" y="230659"/>
            <a:ext cx="6096000" cy="646331"/>
          </a:xfrm>
          <a:prstGeom prst="rect">
            <a:avLst/>
          </a:prstGeom>
        </p:spPr>
        <p:txBody>
          <a:bodyPr>
            <a:spAutoFit/>
          </a:bodyPr>
          <a:lstStyle/>
          <a:p>
            <a:r>
              <a:rPr lang="en-US" dirty="0"/>
              <a:t>W=7&amp;L=w14w6w1w1w6w1w13w1w6w1&amp;S=11DDDR9ULURRURRDR2RUR4RDLD9DDDRRUULU18D&amp;G=</a:t>
            </a:r>
            <a:r>
              <a:rPr lang="en-US" dirty="0" err="1"/>
              <a:t>b&amp;T</a:t>
            </a:r>
            <a:r>
              <a:rPr lang="en-US" dirty="0"/>
              <a:t>=Narrow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CEF3652B-4961-401B-8CAF-4BB9111D973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01378" y="989815"/>
            <a:ext cx="4989244" cy="487837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538354608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882</TotalTime>
  <Words>266</Words>
  <Application>Microsoft Office PowerPoint</Application>
  <PresentationFormat>Widescreen</PresentationFormat>
  <Paragraphs>35</Paragraphs>
  <Slides>14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14</vt:i4>
      </vt:variant>
    </vt:vector>
  </HeadingPairs>
  <TitlesOfParts>
    <vt:vector size="18" baseType="lpstr">
      <vt:lpstr>Arial</vt:lpstr>
      <vt:lpstr>Calibri</vt:lpstr>
      <vt:lpstr>Calibri Light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creator>Pedro</dc:creator>
  <cp:lastModifiedBy>Pedro</cp:lastModifiedBy>
  <cp:revision>54</cp:revision>
  <dcterms:created xsi:type="dcterms:W3CDTF">2021-01-21T08:39:44Z</dcterms:created>
  <dcterms:modified xsi:type="dcterms:W3CDTF">2021-01-30T22:07:25Z</dcterms:modified>
</cp:coreProperties>
</file>