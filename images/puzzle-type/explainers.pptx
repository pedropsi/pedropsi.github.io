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8585"/>
    <a:srgbClr val="338507"/>
    <a:srgbClr val="864108"/>
    <a:srgbClr val="0AB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516" y="9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6DB5-2830-41F1-BD83-68C421C3C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D5EC6-B2B5-4261-A73B-00FB70505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25062-F4FA-4BF1-A66C-DD8EA594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93C85-2EA6-4155-957F-638D3BF0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08D0F-2FDF-4A99-96D3-BA261A2B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6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2EDB-64CF-4F7B-BA4C-47A6C9FB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7384-02CA-4E5A-855B-060713E2D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A589A-D716-49CD-9487-B625198F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EBDCF-D818-495F-A8A3-E129F868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EAA3-1E66-434B-B2AE-25F71042C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7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DBA3-80F9-49FA-9046-8D23921A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567C3-D017-4045-A089-2A0A1EBE8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C5815-2799-469C-8A9B-71AAC8A4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52F20-2621-472F-A0E1-1BE404A1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D90ED-AEE2-448E-8BD8-7CAB1ED2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C8F1-40D8-4397-A600-81B427A8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E082-F416-42D0-AAA1-D9ADAEBA6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3BFC1-92F6-48BB-85F5-7AD875DBE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D7992-C014-468B-808B-E880E049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6A034-9B34-4BAB-8820-9DB960AD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43244-CFB9-435C-8C90-1C09359F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2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0516-B20E-48D6-A65C-F11D4FCD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82C7C-A318-4899-A5D7-23334B6E0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2F7FA-A655-4B66-AE2D-3618F8F9F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DB252-5E58-4B31-86A8-CDEC8DB1E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D0A0-5948-4598-8E10-32E01FFD7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1DBCB-8441-4C95-99E6-D0C2A9D3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9330C-9FB9-4CC2-BE50-A6810A03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597A53-3FB4-47CB-80DE-5A72AB75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05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45A0-FADA-47E0-803A-CC3BB566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59610A-7223-4F71-B030-37DF0C98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34CA7-CA08-420A-AA2B-4606D8E2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C6C0-78E9-4CF1-8C78-36795BFC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49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E6F55-0F9D-44BD-B7CF-5C961076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DA77A-D597-404A-AF68-143E70CB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10F90-8676-4FB8-A69A-69C71550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4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9B8B-1B49-48E7-8AF5-A7E23769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1D20-9634-445F-94B7-180C1E728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497DB-CB44-4857-9AE6-7ABD2D8CE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897CC-C2EC-44D1-BA73-4AB36CFB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66A73-88B1-41D0-B020-36A9F0EB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210CB-84AD-49C3-83AE-71E51347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10E18-2AB7-4C53-A2EC-F35EF4DA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3D4CBA-21DF-480B-839E-9392EE450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EBB19-1835-4489-AF30-63D68CA92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69E3F-1123-4724-9654-DBFEBBBB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71532-9E8D-49C8-94D4-386308B3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FD7D6-A612-47FB-901B-045D2037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2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F47C-742A-47CC-95A8-9270332D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11127-A2FA-4E83-B711-A48304903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C3285-2C5E-471C-A0F6-DE924EA4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FBA51-ADB3-4A81-8238-BBCF883E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5D184-4A18-4A2F-BD8C-2DAE443F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9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B075A-038B-4F19-AB0F-A63C92FE4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8F7F7-7326-402F-939E-2346E0112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B7F45-92E1-41BD-AF3A-DB3C7B1E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B6B2-647A-4FA0-A197-210CE8C5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018B6-7DFC-487B-9322-70981C15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3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D65B4-0FE4-4C5A-B693-54FFC635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FC636-6F0F-4AD4-800F-D09EBC4E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EA535-2B42-43FA-95AC-C4CBAAD86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9CEF5-53DB-45E1-A0F4-8B833BCEFF33}" type="datetimeFigureOut">
              <a:rPr lang="en-US" smtClean="0"/>
              <a:t>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CD4A3-797C-4F32-8938-F1BCE5CDD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3EE7E-D3E6-44B1-816C-5C6467FC1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9883B-17EB-4B82-AC0A-273057EB7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7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3D3ADD-BA91-4193-AC4F-93640130FB16}"/>
              </a:ext>
            </a:extLst>
          </p:cNvPr>
          <p:cNvSpPr/>
          <p:nvPr/>
        </p:nvSpPr>
        <p:spPr>
          <a:xfrm>
            <a:off x="-4377447" y="-2996118"/>
            <a:ext cx="21090647" cy="17402492"/>
          </a:xfrm>
          <a:prstGeom prst="rect">
            <a:avLst/>
          </a:prstGeom>
          <a:solidFill>
            <a:srgbClr val="07858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AB674-3C92-4741-AC3F-0C52410FD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787AB74-B9A4-4620-9DCC-1EFD1E7391B4}"/>
              </a:ext>
            </a:extLst>
          </p:cNvPr>
          <p:cNvSpPr/>
          <p:nvPr/>
        </p:nvSpPr>
        <p:spPr>
          <a:xfrm>
            <a:off x="3855563" y="395926"/>
            <a:ext cx="4524866" cy="1857080"/>
          </a:xfrm>
          <a:prstGeom prst="ellipse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04406-2815-44E6-B6C9-3A9FFB583EBB}"/>
              </a:ext>
            </a:extLst>
          </p:cNvPr>
          <p:cNvSpPr txBox="1"/>
          <p:nvPr/>
        </p:nvSpPr>
        <p:spPr>
          <a:xfrm>
            <a:off x="2184639" y="-2530390"/>
            <a:ext cx="78227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Clue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you must type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02D3F46-44F4-4DE9-924D-1933A8738E90}"/>
              </a:ext>
            </a:extLst>
          </p:cNvPr>
          <p:cNvSpPr/>
          <p:nvPr/>
        </p:nvSpPr>
        <p:spPr>
          <a:xfrm>
            <a:off x="5736765" y="-623733"/>
            <a:ext cx="762461" cy="89423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923CB-5C14-488E-BFE5-A01F79ADE8FD}"/>
              </a:ext>
            </a:extLst>
          </p:cNvPr>
          <p:cNvSpPr txBox="1"/>
          <p:nvPr/>
        </p:nvSpPr>
        <p:spPr>
          <a:xfrm>
            <a:off x="4302406" y="7190921"/>
            <a:ext cx="5347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your keyboard!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383EF6-97A8-47A9-9581-3B864C3A3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3" y="8173361"/>
            <a:ext cx="12135474" cy="502945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D308907-A180-4E26-8991-F5828FCD14EB}"/>
              </a:ext>
            </a:extLst>
          </p:cNvPr>
          <p:cNvGrpSpPr/>
          <p:nvPr/>
        </p:nvGrpSpPr>
        <p:grpSpPr>
          <a:xfrm>
            <a:off x="6857999" y="4604995"/>
            <a:ext cx="1526737" cy="5717244"/>
            <a:chOff x="6541295" y="4146285"/>
            <a:chExt cx="1843442" cy="6175954"/>
          </a:xfrm>
        </p:grpSpPr>
        <p:sp>
          <p:nvSpPr>
            <p:cNvPr id="17" name="Moon 16">
              <a:extLst>
                <a:ext uri="{FF2B5EF4-FFF2-40B4-BE49-F238E27FC236}">
                  <a16:creationId xmlns:a16="http://schemas.microsoft.com/office/drawing/2014/main" id="{0B5C0660-1486-4950-998B-8E9EEE7A1451}"/>
                </a:ext>
              </a:extLst>
            </p:cNvPr>
            <p:cNvSpPr/>
            <p:nvPr/>
          </p:nvSpPr>
          <p:spPr>
            <a:xfrm rot="993872" flipH="1">
              <a:off x="6541295" y="4641225"/>
              <a:ext cx="1843442" cy="5681014"/>
            </a:xfrm>
            <a:prstGeom prst="moon">
              <a:avLst>
                <a:gd name="adj" fmla="val 2275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AD25BDC-4ECE-4B59-821F-53EDBB0B6898}"/>
                </a:ext>
              </a:extLst>
            </p:cNvPr>
            <p:cNvSpPr/>
            <p:nvPr/>
          </p:nvSpPr>
          <p:spPr>
            <a:xfrm rot="2678731">
              <a:off x="7240790" y="4146285"/>
              <a:ext cx="1128064" cy="617904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329E2AB-9561-4D40-B5A5-B0489CD9EEB2}"/>
                </a:ext>
              </a:extLst>
            </p:cNvPr>
            <p:cNvSpPr/>
            <p:nvPr/>
          </p:nvSpPr>
          <p:spPr>
            <a:xfrm rot="13500000" flipH="1">
              <a:off x="6804758" y="4583647"/>
              <a:ext cx="1128064" cy="617904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170F311-EEAD-4605-BDED-89547668C8E6}"/>
              </a:ext>
            </a:extLst>
          </p:cNvPr>
          <p:cNvSpPr txBox="1"/>
          <p:nvPr/>
        </p:nvSpPr>
        <p:spPr>
          <a:xfrm>
            <a:off x="13119946" y="2143672"/>
            <a:ext cx="2788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Keystrokes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EBECF3-9C54-4969-A30C-388FCA8FDB86}"/>
              </a:ext>
            </a:extLst>
          </p:cNvPr>
          <p:cNvSpPr txBox="1"/>
          <p:nvPr/>
        </p:nvSpPr>
        <p:spPr>
          <a:xfrm>
            <a:off x="13119947" y="2557558"/>
            <a:ext cx="3212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typed so far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4DA8678-080A-4F68-9531-4AC7067B5D81}"/>
              </a:ext>
            </a:extLst>
          </p:cNvPr>
          <p:cNvSpPr/>
          <p:nvPr/>
        </p:nvSpPr>
        <p:spPr>
          <a:xfrm rot="5400000">
            <a:off x="12427940" y="2035082"/>
            <a:ext cx="625534" cy="74040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76582-AE1C-4166-AE83-1C531248CC55}"/>
              </a:ext>
            </a:extLst>
          </p:cNvPr>
          <p:cNvSpPr txBox="1"/>
          <p:nvPr/>
        </p:nvSpPr>
        <p:spPr>
          <a:xfrm>
            <a:off x="12361195" y="-588612"/>
            <a:ext cx="328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1-star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 are the </a:t>
            </a:r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easiest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9D4212BF-96A5-4B59-A5D0-715C941E52A2}"/>
              </a:ext>
            </a:extLst>
          </p:cNvPr>
          <p:cNvSpPr/>
          <p:nvPr/>
        </p:nvSpPr>
        <p:spPr>
          <a:xfrm rot="2717767">
            <a:off x="12008108" y="-380754"/>
            <a:ext cx="311256" cy="391124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DDA8C2-68C0-42D6-993D-16E4934E6264}"/>
              </a:ext>
            </a:extLst>
          </p:cNvPr>
          <p:cNvSpPr txBox="1"/>
          <p:nvPr/>
        </p:nvSpPr>
        <p:spPr>
          <a:xfrm>
            <a:off x="-1636889" y="-1007596"/>
            <a:ext cx="264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level 1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EA21ACF3-CA66-447E-932B-3EA11CF02773}"/>
              </a:ext>
            </a:extLst>
          </p:cNvPr>
          <p:cNvSpPr/>
          <p:nvPr/>
        </p:nvSpPr>
        <p:spPr>
          <a:xfrm rot="18829126">
            <a:off x="-581288" y="-731987"/>
            <a:ext cx="311256" cy="1093593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2AEE281D-1660-47B7-9247-5412E23A5A25}"/>
              </a:ext>
            </a:extLst>
          </p:cNvPr>
          <p:cNvSpPr/>
          <p:nvPr/>
        </p:nvSpPr>
        <p:spPr>
          <a:xfrm>
            <a:off x="436915" y="-332923"/>
            <a:ext cx="311256" cy="30824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61DD6A-EF81-41F0-9B6E-FA07D915564E}"/>
              </a:ext>
            </a:extLst>
          </p:cNvPr>
          <p:cNvSpPr txBox="1"/>
          <p:nvPr/>
        </p:nvSpPr>
        <p:spPr>
          <a:xfrm>
            <a:off x="76626" y="-688463"/>
            <a:ext cx="295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 it to earn this star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510641-0BEC-404C-9083-693B6EE19B6F}"/>
              </a:ext>
            </a:extLst>
          </p:cNvPr>
          <p:cNvSpPr txBox="1"/>
          <p:nvPr/>
        </p:nvSpPr>
        <p:spPr>
          <a:xfrm>
            <a:off x="1255865" y="-348080"/>
            <a:ext cx="3558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best solution is saved here</a:t>
            </a: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DBE7F974-46EE-48BC-A3C5-C07266AEF1AB}"/>
              </a:ext>
            </a:extLst>
          </p:cNvPr>
          <p:cNvSpPr/>
          <p:nvPr/>
        </p:nvSpPr>
        <p:spPr>
          <a:xfrm rot="4310022">
            <a:off x="2190733" y="-76393"/>
            <a:ext cx="311256" cy="443463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530FA6-4825-4450-B851-AB99929E78AD}"/>
              </a:ext>
            </a:extLst>
          </p:cNvPr>
          <p:cNvSpPr txBox="1"/>
          <p:nvPr/>
        </p:nvSpPr>
        <p:spPr>
          <a:xfrm rot="1026459">
            <a:off x="-3762363" y="2030317"/>
            <a:ext cx="37193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your typing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efforts</a:t>
            </a: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A9B995C9-F45A-4E09-9848-EEB0EA787E01}"/>
              </a:ext>
            </a:extLst>
          </p:cNvPr>
          <p:cNvSpPr/>
          <p:nvPr/>
        </p:nvSpPr>
        <p:spPr>
          <a:xfrm rot="16932123">
            <a:off x="547091" y="2103250"/>
            <a:ext cx="2922716" cy="407223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4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3D3ADD-BA91-4193-AC4F-93640130FB16}"/>
              </a:ext>
            </a:extLst>
          </p:cNvPr>
          <p:cNvSpPr/>
          <p:nvPr/>
        </p:nvSpPr>
        <p:spPr>
          <a:xfrm>
            <a:off x="-4010544" y="-3015168"/>
            <a:ext cx="20780894" cy="12667168"/>
          </a:xfrm>
          <a:prstGeom prst="rect">
            <a:avLst/>
          </a:prstGeom>
          <a:solidFill>
            <a:srgbClr val="33850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D6F6D5-1076-4E0B-B017-E5FEB1121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6" y="30643"/>
            <a:ext cx="12192000" cy="685799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787AB74-B9A4-4620-9DCC-1EFD1E7391B4}"/>
              </a:ext>
            </a:extLst>
          </p:cNvPr>
          <p:cNvSpPr/>
          <p:nvPr/>
        </p:nvSpPr>
        <p:spPr>
          <a:xfrm>
            <a:off x="3754523" y="502773"/>
            <a:ext cx="5059837" cy="1857080"/>
          </a:xfrm>
          <a:prstGeom prst="ellipse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04406-2815-44E6-B6C9-3A9FFB583EBB}"/>
              </a:ext>
            </a:extLst>
          </p:cNvPr>
          <p:cNvSpPr txBox="1"/>
          <p:nvPr/>
        </p:nvSpPr>
        <p:spPr>
          <a:xfrm>
            <a:off x="2184639" y="-2530390"/>
            <a:ext cx="78227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Clue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you must type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02D3F46-44F4-4DE9-924D-1933A8738E90}"/>
              </a:ext>
            </a:extLst>
          </p:cNvPr>
          <p:cNvSpPr/>
          <p:nvPr/>
        </p:nvSpPr>
        <p:spPr>
          <a:xfrm>
            <a:off x="5736765" y="-623733"/>
            <a:ext cx="762461" cy="89423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70F311-EEAD-4605-BDED-89547668C8E6}"/>
              </a:ext>
            </a:extLst>
          </p:cNvPr>
          <p:cNvSpPr txBox="1"/>
          <p:nvPr/>
        </p:nvSpPr>
        <p:spPr>
          <a:xfrm>
            <a:off x="13119946" y="2143672"/>
            <a:ext cx="2788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Keystrokes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EBECF3-9C54-4969-A30C-388FCA8FDB86}"/>
              </a:ext>
            </a:extLst>
          </p:cNvPr>
          <p:cNvSpPr txBox="1"/>
          <p:nvPr/>
        </p:nvSpPr>
        <p:spPr>
          <a:xfrm>
            <a:off x="13119947" y="2557558"/>
            <a:ext cx="3212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typed so far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4DA8678-080A-4F68-9531-4AC7067B5D81}"/>
              </a:ext>
            </a:extLst>
          </p:cNvPr>
          <p:cNvSpPr/>
          <p:nvPr/>
        </p:nvSpPr>
        <p:spPr>
          <a:xfrm rot="5400000">
            <a:off x="12427940" y="2035082"/>
            <a:ext cx="625534" cy="74040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76582-AE1C-4166-AE83-1C531248CC55}"/>
              </a:ext>
            </a:extLst>
          </p:cNvPr>
          <p:cNvSpPr txBox="1"/>
          <p:nvPr/>
        </p:nvSpPr>
        <p:spPr>
          <a:xfrm>
            <a:off x="12719615" y="-144074"/>
            <a:ext cx="2641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Pictograms</a:t>
            </a:r>
            <a:endParaRPr lang="en-US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eye means this is a “visual level” 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9D4212BF-96A5-4B59-A5D0-715C941E52A2}"/>
              </a:ext>
            </a:extLst>
          </p:cNvPr>
          <p:cNvSpPr/>
          <p:nvPr/>
        </p:nvSpPr>
        <p:spPr>
          <a:xfrm rot="5400000">
            <a:off x="12272315" y="1926"/>
            <a:ext cx="281050" cy="50695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530FA6-4825-4450-B851-AB99929E78AD}"/>
              </a:ext>
            </a:extLst>
          </p:cNvPr>
          <p:cNvSpPr txBox="1"/>
          <p:nvPr/>
        </p:nvSpPr>
        <p:spPr>
          <a:xfrm rot="1026459">
            <a:off x="-3762363" y="1553601"/>
            <a:ext cx="37193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your typing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efforts</a:t>
            </a: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A9B995C9-F45A-4E09-9848-EEB0EA787E01}"/>
              </a:ext>
            </a:extLst>
          </p:cNvPr>
          <p:cNvSpPr/>
          <p:nvPr/>
        </p:nvSpPr>
        <p:spPr>
          <a:xfrm rot="16932123">
            <a:off x="674532" y="1622375"/>
            <a:ext cx="2922716" cy="433301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EE408C-0E4C-4273-BA6E-B5CE36BD7831}"/>
              </a:ext>
            </a:extLst>
          </p:cNvPr>
          <p:cNvSpPr txBox="1"/>
          <p:nvPr/>
        </p:nvSpPr>
        <p:spPr>
          <a:xfrm>
            <a:off x="-673905" y="8052737"/>
            <a:ext cx="4428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it time to 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undo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C64A63-8E58-4BDC-8A5F-190E35866B4D}"/>
              </a:ext>
            </a:extLst>
          </p:cNvPr>
          <p:cNvSpPr txBox="1"/>
          <p:nvPr/>
        </p:nvSpPr>
        <p:spPr>
          <a:xfrm rot="1026459">
            <a:off x="-3855484" y="4006367"/>
            <a:ext cx="3719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Uh oh…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46687B81-68A8-43E8-888C-9A1A03A33CC2}"/>
              </a:ext>
            </a:extLst>
          </p:cNvPr>
          <p:cNvSpPr/>
          <p:nvPr/>
        </p:nvSpPr>
        <p:spPr>
          <a:xfrm rot="12169986">
            <a:off x="3104706" y="7003151"/>
            <a:ext cx="826177" cy="1043860"/>
          </a:xfrm>
          <a:prstGeom prst="downArrow">
            <a:avLst>
              <a:gd name="adj1" fmla="val 27740"/>
              <a:gd name="adj2" fmla="val 615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CCD5EFB3-B3ED-457E-94BF-9CC69B8A1235}"/>
              </a:ext>
            </a:extLst>
          </p:cNvPr>
          <p:cNvSpPr/>
          <p:nvPr/>
        </p:nvSpPr>
        <p:spPr>
          <a:xfrm rot="5400000">
            <a:off x="12293475" y="6276569"/>
            <a:ext cx="383885" cy="79790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2F7B8A-AF89-42C2-ABC6-6127D534F4FF}"/>
              </a:ext>
            </a:extLst>
          </p:cNvPr>
          <p:cNvSpPr txBox="1"/>
          <p:nvPr/>
        </p:nvSpPr>
        <p:spPr>
          <a:xfrm>
            <a:off x="13065551" y="6413077"/>
            <a:ext cx="3381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in </a:t>
            </a:r>
            <a:r>
              <a:rPr lang="en-U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fullscreen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1DD7DBA5-01A1-4AA2-86C7-0FDE436CE844}"/>
              </a:ext>
            </a:extLst>
          </p:cNvPr>
          <p:cNvSpPr/>
          <p:nvPr/>
        </p:nvSpPr>
        <p:spPr>
          <a:xfrm rot="6775724">
            <a:off x="11894522" y="6186858"/>
            <a:ext cx="383885" cy="209389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C61EEF-BF78-4D88-B753-B443D2405122}"/>
              </a:ext>
            </a:extLst>
          </p:cNvPr>
          <p:cNvSpPr txBox="1"/>
          <p:nvPr/>
        </p:nvSpPr>
        <p:spPr>
          <a:xfrm>
            <a:off x="13125471" y="7346796"/>
            <a:ext cx="3381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music is 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2FF664-FEF9-4145-81C1-0710391F02DB}"/>
              </a:ext>
            </a:extLst>
          </p:cNvPr>
          <p:cNvSpPr txBox="1"/>
          <p:nvPr/>
        </p:nvSpPr>
        <p:spPr>
          <a:xfrm>
            <a:off x="-1636889" y="-1007596"/>
            <a:ext cx="264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level 10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08591662-F1BC-43DE-9DF9-EC3F05CE43AF}"/>
              </a:ext>
            </a:extLst>
          </p:cNvPr>
          <p:cNvSpPr/>
          <p:nvPr/>
        </p:nvSpPr>
        <p:spPr>
          <a:xfrm rot="18829126">
            <a:off x="-581288" y="-731987"/>
            <a:ext cx="311256" cy="1093593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1CC3EB-C8DC-4DF3-958E-899E26816A98}"/>
              </a:ext>
            </a:extLst>
          </p:cNvPr>
          <p:cNvSpPr txBox="1"/>
          <p:nvPr/>
        </p:nvSpPr>
        <p:spPr>
          <a:xfrm>
            <a:off x="76626" y="-688463"/>
            <a:ext cx="295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beaten yet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8E1C9C-D6DD-49F9-BCF9-28A2CC263F7F}"/>
              </a:ext>
            </a:extLst>
          </p:cNvPr>
          <p:cNvSpPr txBox="1"/>
          <p:nvPr/>
        </p:nvSpPr>
        <p:spPr>
          <a:xfrm>
            <a:off x="11522286" y="-646906"/>
            <a:ext cx="354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2-star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 are </a:t>
            </a:r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bit less easy</a:t>
            </a: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9DE0F1D6-B71F-4F41-9350-4CBFB46C1492}"/>
              </a:ext>
            </a:extLst>
          </p:cNvPr>
          <p:cNvSpPr/>
          <p:nvPr/>
        </p:nvSpPr>
        <p:spPr>
          <a:xfrm rot="2717767">
            <a:off x="11272838" y="-406907"/>
            <a:ext cx="311256" cy="391124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174C795-3485-4512-9621-F4FD1B56DA8C}"/>
              </a:ext>
            </a:extLst>
          </p:cNvPr>
          <p:cNvSpPr/>
          <p:nvPr/>
        </p:nvSpPr>
        <p:spPr>
          <a:xfrm rot="12169986">
            <a:off x="4804354" y="6890099"/>
            <a:ext cx="1017160" cy="2081216"/>
          </a:xfrm>
          <a:prstGeom prst="downArrow">
            <a:avLst>
              <a:gd name="adj1" fmla="val 27740"/>
              <a:gd name="adj2" fmla="val 615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DA362D-3969-4AC3-914C-8A20519164E6}"/>
              </a:ext>
            </a:extLst>
          </p:cNvPr>
          <p:cNvSpPr txBox="1"/>
          <p:nvPr/>
        </p:nvSpPr>
        <p:spPr>
          <a:xfrm>
            <a:off x="1266097" y="8872557"/>
            <a:ext cx="5377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shall we 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restart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9155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3D3ADD-BA91-4193-AC4F-93640130FB16}"/>
              </a:ext>
            </a:extLst>
          </p:cNvPr>
          <p:cNvSpPr/>
          <p:nvPr/>
        </p:nvSpPr>
        <p:spPr>
          <a:xfrm>
            <a:off x="-4010544" y="-3015169"/>
            <a:ext cx="20780894" cy="13054113"/>
          </a:xfrm>
          <a:prstGeom prst="rect">
            <a:avLst/>
          </a:prstGeom>
          <a:solidFill>
            <a:srgbClr val="86410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D46B9FE-8AD0-46FC-979F-422FA2E4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787AB74-B9A4-4620-9DCC-1EFD1E7391B4}"/>
              </a:ext>
            </a:extLst>
          </p:cNvPr>
          <p:cNvSpPr/>
          <p:nvPr/>
        </p:nvSpPr>
        <p:spPr>
          <a:xfrm>
            <a:off x="3855563" y="395926"/>
            <a:ext cx="4524866" cy="1857080"/>
          </a:xfrm>
          <a:prstGeom prst="ellipse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04406-2815-44E6-B6C9-3A9FFB583EBB}"/>
              </a:ext>
            </a:extLst>
          </p:cNvPr>
          <p:cNvSpPr txBox="1"/>
          <p:nvPr/>
        </p:nvSpPr>
        <p:spPr>
          <a:xfrm>
            <a:off x="2184639" y="-2530390"/>
            <a:ext cx="78227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Clue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you must type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02D3F46-44F4-4DE9-924D-1933A8738E90}"/>
              </a:ext>
            </a:extLst>
          </p:cNvPr>
          <p:cNvSpPr/>
          <p:nvPr/>
        </p:nvSpPr>
        <p:spPr>
          <a:xfrm>
            <a:off x="5736765" y="-623733"/>
            <a:ext cx="762461" cy="89423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70F311-EEAD-4605-BDED-89547668C8E6}"/>
              </a:ext>
            </a:extLst>
          </p:cNvPr>
          <p:cNvSpPr txBox="1"/>
          <p:nvPr/>
        </p:nvSpPr>
        <p:spPr>
          <a:xfrm>
            <a:off x="13119946" y="2098632"/>
            <a:ext cx="2788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Keystrokes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EBECF3-9C54-4969-A30C-388FCA8FDB86}"/>
              </a:ext>
            </a:extLst>
          </p:cNvPr>
          <p:cNvSpPr txBox="1"/>
          <p:nvPr/>
        </p:nvSpPr>
        <p:spPr>
          <a:xfrm>
            <a:off x="13119947" y="2512518"/>
            <a:ext cx="3212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typed so far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4DA8678-080A-4F68-9531-4AC7067B5D81}"/>
              </a:ext>
            </a:extLst>
          </p:cNvPr>
          <p:cNvSpPr/>
          <p:nvPr/>
        </p:nvSpPr>
        <p:spPr>
          <a:xfrm rot="5400000">
            <a:off x="12427940" y="1990042"/>
            <a:ext cx="625534" cy="74040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76582-AE1C-4166-AE83-1C531248CC55}"/>
              </a:ext>
            </a:extLst>
          </p:cNvPr>
          <p:cNvSpPr txBox="1"/>
          <p:nvPr/>
        </p:nvSpPr>
        <p:spPr>
          <a:xfrm>
            <a:off x="12719615" y="-144074"/>
            <a:ext cx="2641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Pictograms</a:t>
            </a:r>
            <a:endParaRPr lang="en-US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book means this is a “language level” 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9D4212BF-96A5-4B59-A5D0-715C941E52A2}"/>
              </a:ext>
            </a:extLst>
          </p:cNvPr>
          <p:cNvSpPr/>
          <p:nvPr/>
        </p:nvSpPr>
        <p:spPr>
          <a:xfrm rot="5400000">
            <a:off x="12272315" y="1926"/>
            <a:ext cx="281050" cy="50695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530FA6-4825-4450-B851-AB99929E78AD}"/>
              </a:ext>
            </a:extLst>
          </p:cNvPr>
          <p:cNvSpPr txBox="1"/>
          <p:nvPr/>
        </p:nvSpPr>
        <p:spPr>
          <a:xfrm rot="1026459">
            <a:off x="-3603778" y="1745174"/>
            <a:ext cx="3719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A9B995C9-F45A-4E09-9848-EEB0EA787E01}"/>
              </a:ext>
            </a:extLst>
          </p:cNvPr>
          <p:cNvSpPr/>
          <p:nvPr/>
        </p:nvSpPr>
        <p:spPr>
          <a:xfrm rot="16932123">
            <a:off x="1145961" y="1241994"/>
            <a:ext cx="2922716" cy="5297662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9054AB-6B76-4B50-84FD-86F227276697}"/>
              </a:ext>
            </a:extLst>
          </p:cNvPr>
          <p:cNvSpPr txBox="1"/>
          <p:nvPr/>
        </p:nvSpPr>
        <p:spPr>
          <a:xfrm>
            <a:off x="11543917" y="-680009"/>
            <a:ext cx="383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Difficulty may rise up to 5 stars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761B991B-0406-4914-A43C-699F1414F031}"/>
              </a:ext>
            </a:extLst>
          </p:cNvPr>
          <p:cNvSpPr/>
          <p:nvPr/>
        </p:nvSpPr>
        <p:spPr>
          <a:xfrm rot="2717767">
            <a:off x="11272838" y="-406907"/>
            <a:ext cx="311256" cy="391124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EE408C-0E4C-4273-BA6E-B5CE36BD7831}"/>
              </a:ext>
            </a:extLst>
          </p:cNvPr>
          <p:cNvSpPr txBox="1"/>
          <p:nvPr/>
        </p:nvSpPr>
        <p:spPr>
          <a:xfrm>
            <a:off x="166590" y="7234690"/>
            <a:ext cx="4160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a 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 this key!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86364D5-9DD4-43E3-8E7A-0471A727ABF5}"/>
              </a:ext>
            </a:extLst>
          </p:cNvPr>
          <p:cNvSpPr/>
          <p:nvPr/>
        </p:nvSpPr>
        <p:spPr>
          <a:xfrm>
            <a:off x="2023353" y="6108102"/>
            <a:ext cx="1011677" cy="1012268"/>
          </a:xfrm>
          <a:prstGeom prst="ellipse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0C4F2E-6F64-4AEB-81DD-551840D845F8}"/>
              </a:ext>
            </a:extLst>
          </p:cNvPr>
          <p:cNvSpPr txBox="1"/>
          <p:nvPr/>
        </p:nvSpPr>
        <p:spPr>
          <a:xfrm rot="1026459">
            <a:off x="-3806334" y="2599248"/>
            <a:ext cx="3719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?????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559C09-DD5E-495B-91A6-C018FDEAB2DD}"/>
              </a:ext>
            </a:extLst>
          </p:cNvPr>
          <p:cNvSpPr txBox="1"/>
          <p:nvPr/>
        </p:nvSpPr>
        <p:spPr>
          <a:xfrm>
            <a:off x="-1404478" y="8944114"/>
            <a:ext cx="12832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Also, if you’ve undone too far, just hit 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redo.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DDAB66D2-22B9-46C0-8D16-733A3D29A1B0}"/>
              </a:ext>
            </a:extLst>
          </p:cNvPr>
          <p:cNvSpPr/>
          <p:nvPr/>
        </p:nvSpPr>
        <p:spPr>
          <a:xfrm rot="7614092">
            <a:off x="5738888" y="6152530"/>
            <a:ext cx="826177" cy="3549725"/>
          </a:xfrm>
          <a:prstGeom prst="downArrow">
            <a:avLst>
              <a:gd name="adj1" fmla="val 27740"/>
              <a:gd name="adj2" fmla="val 615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57461CF9-139F-4F5C-8E5F-AE61224F6027}"/>
              </a:ext>
            </a:extLst>
          </p:cNvPr>
          <p:cNvSpPr/>
          <p:nvPr/>
        </p:nvSpPr>
        <p:spPr>
          <a:xfrm rot="8979305">
            <a:off x="8907875" y="6679451"/>
            <a:ext cx="322103" cy="978447"/>
          </a:xfrm>
          <a:prstGeom prst="downArrow">
            <a:avLst>
              <a:gd name="adj1" fmla="val 27740"/>
              <a:gd name="adj2" fmla="val 6155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B6909F-14EC-4858-AC45-046C6D3707DE}"/>
              </a:ext>
            </a:extLst>
          </p:cNvPr>
          <p:cNvSpPr txBox="1"/>
          <p:nvPr/>
        </p:nvSpPr>
        <p:spPr>
          <a:xfrm>
            <a:off x="9268923" y="7542466"/>
            <a:ext cx="8405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</a:t>
            </a: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any time!</a:t>
            </a:r>
          </a:p>
        </p:txBody>
      </p:sp>
    </p:spTree>
    <p:extLst>
      <p:ext uri="{BB962C8B-B14F-4D97-AF65-F5344CB8AC3E}">
        <p14:creationId xmlns:p14="http://schemas.microsoft.com/office/powerpoint/2010/main" val="2689727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154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10</cp:revision>
  <dcterms:created xsi:type="dcterms:W3CDTF">2021-01-23T23:56:19Z</dcterms:created>
  <dcterms:modified xsi:type="dcterms:W3CDTF">2021-01-24T00:49:58Z</dcterms:modified>
</cp:coreProperties>
</file>