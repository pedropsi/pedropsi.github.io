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6B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556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EACF-3667-4AD4-98C0-D2171C048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D4431-B024-4FED-B20A-B459579C6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A118F-0AEC-4997-9CD7-2FE924F9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C3312-74AC-4D2F-B37B-973588A3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308C1-786B-4A13-BB9C-99F65288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10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AA58-F709-41C4-B2F7-B2F33E3A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D9945-DAF4-4770-BE6A-39F1EC584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46687-FD09-471D-9CD9-DC4C95BE3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0A648-149E-4AF0-820B-A3487CDE6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C9E41-2A08-4A6E-9BF5-2AF91817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92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26BA-CF2D-40AA-9224-72B365472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9E558-4EF3-4CB6-B4F3-3C7CA0C47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30B49-2DD9-4EC5-B951-1BBFD18C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6E6A9-4A84-49C8-9B3F-2597BC03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C6615-51CA-407F-A1B6-46753518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4FC0-43E9-45E4-A79C-6992C8D44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78D63-90D5-4B89-BFA9-ED252FEBB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F8B3F-0FD1-4C17-B209-63B741F8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60A21-BEB9-46B0-A433-4C9F17D9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3BD1E-2C67-4304-BB6A-90087DB7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68FA-B334-46B6-AB55-E8664FC5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8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D858-48DF-4ED3-88B0-093AFBE59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D09C7-421E-4042-8725-D78E207B8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BF9F5-BF78-4323-B3FC-52C149CAF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9CEF57-6238-4CAE-ADDD-20E47B823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F571D-762D-4C2E-BDF4-C199A0E68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76924-8D6A-4D6F-8B41-D22F5A46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499A78-833D-4D9B-B429-0B0086AD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226FE-14B1-4BB7-BA77-9A3C3E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0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A0943-A996-40CD-ABC6-14BA670B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21089-F031-4489-BDBF-4D8776B8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EBABC-5E30-4962-9885-DBD600F33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ADE57-336A-44EC-90E4-99576BB4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7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64917-B210-4F3F-90C3-CF39498A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074FC-1E20-4200-BE89-3837A2C4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512F8-474D-4A36-9A3F-88AAF79F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5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A9AA-B376-4A51-AEA9-212ED2FB8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62F98-10DF-47C8-9E9C-AC739859B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A3FE8-714F-43E6-BF90-BDD55E342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A0DE-58E3-4DF2-9E6E-C6ACEFE7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DF03C-F950-4B65-B08C-01A9124E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88407-11ED-4DEF-A0AC-5FB50753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8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0281-69FE-403D-809B-6835BFC1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AC03B-66FA-40F0-AD36-07C19E5AB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4F94B-5516-42C4-BA45-D57411748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54BAE-2DBB-401F-93F6-021264C9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2EE58-1E4F-41F0-A003-0C2485CEF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F963E-EB42-4785-B39F-B1A1532C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17591-AA53-4D0E-B056-8BF7A013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A942A-D756-462B-86FA-B33C51D13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EF464-AF52-413F-99BB-2D4E18A4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5A5E6-388A-47D7-9304-A5CD01EE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BCC6-B512-4A24-9EBC-F2ADCF6B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24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8613C-ADF5-4C0A-A0F1-3EAB53212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01CB5-0289-4F3F-ABE3-45F5D8C71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04A1-AFBD-48C6-AB3F-C8647322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29D6C-FD42-4CE8-9443-E389838D4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ECC21-BD27-465F-A25A-9BF7FE67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C8A25-8900-4389-86EE-75B3F7474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4105F-B3E6-4450-80F1-E63D4A6AE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65622-04E6-4FD6-81C8-4BFEA25A8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DBC26-AE58-43B1-8D9F-328DE4F9BF36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B38E3-A3BE-4CDD-8AFB-DF6FE8434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C7D03-4128-46F1-BF28-321186BB9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B852F-112D-447B-B541-F3F43FF6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7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495067-76F2-4244-93A2-6836CE01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0" y="517375"/>
            <a:ext cx="12040219" cy="58232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6866DC-B339-498C-9011-8B902434A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6" y="-670084"/>
            <a:ext cx="12021168" cy="61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25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3</cp:revision>
  <dcterms:created xsi:type="dcterms:W3CDTF">2021-01-31T14:15:50Z</dcterms:created>
  <dcterms:modified xsi:type="dcterms:W3CDTF">2021-01-31T22:54:48Z</dcterms:modified>
</cp:coreProperties>
</file>