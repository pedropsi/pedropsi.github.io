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24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6630894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609600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pedropsi.github.io/kudamono.html?W=6&amp;H=5&amp;L=a13w1w7a1a4w1&amp;G=b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555250" y="5317249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CB69BB-6998-4802-8BE7-4660695E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012" y="-871183"/>
            <a:ext cx="5600988" cy="45404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8EB40C-FFB0-48B8-90EE-A0282ED2B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742" y="3499674"/>
            <a:ext cx="5600988" cy="454048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10EC59-7121-4AAC-9C4B-BED9D1247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943" y="5640414"/>
            <a:ext cx="5600988" cy="454048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C35FD6-98E1-41C0-B7D9-1CB338561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57" y="1190866"/>
            <a:ext cx="5600988" cy="454048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019051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236</Words>
  <Application>Microsoft Office PowerPoint</Application>
  <PresentationFormat>Widescreen</PresentationFormat>
  <Paragraphs>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49</cp:revision>
  <dcterms:created xsi:type="dcterms:W3CDTF">2021-01-21T08:39:44Z</dcterms:created>
  <dcterms:modified xsi:type="dcterms:W3CDTF">2021-01-27T12:20:14Z</dcterms:modified>
</cp:coreProperties>
</file>