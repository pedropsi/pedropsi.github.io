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36971"/>
    <a:srgbClr val="A7E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2828" y="1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B574-56CA-4A3E-AB05-D43CCACB2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BBE61-33B8-429C-BDA9-98D6896F1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AF3C4-43F1-4098-97E3-19126F42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D615F-D694-4EB8-B1D2-C3D3A64E6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B793-4016-434A-9735-ECEBFC43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CA0D-77B4-44D7-A421-CE312ECA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67064-33BC-461F-ABA8-8049F8290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A2FF1-165C-463B-BE61-E72167EE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8A6D-6BD4-42FB-AF88-C84C93947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702CA-2AD3-4202-A13B-BE183B4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0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26F5-511E-4406-89C4-F01DEF18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42FB-1257-43D9-8704-70F9E56B2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3E638-341A-4AE8-AF2C-71DE958D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68E35-E501-4ED0-BDA0-2FD52395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D3ED0-C42D-417D-95E2-7FE8E716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0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4367-B7AF-4405-84CE-4754F964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201BC-4B36-475C-8A8D-61320C3BB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F9212-C204-4E6D-BCA0-5645688B8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F2061-ADD0-4054-ADEB-9CDCBD08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81805-D53D-4DF4-9C27-B51C8DFA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D00A4-5A4E-468D-8034-BD409A8E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4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0FEC-D611-4AAB-8CE4-526E3A515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777D5-FBB7-45B1-8250-34C07EB91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E7361-F730-4FFB-960D-0FCFF4338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72E4E-D480-460D-93F8-0313560C4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53055-B1E9-4446-A183-E1C4CB5F7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E81C1-D439-4E83-A0BD-62E49462E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C59D4-EA86-426E-8A8C-F21A035B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4E1AC-B689-452F-B631-D8999EA2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3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423E-BA18-414F-88F7-97EB29BC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49016-C975-48C1-9CF1-C195C7F3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476D5-0FF7-493F-98D2-D1BEFB5A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256AB-FFAD-4504-9BB3-49D8D60B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980ED-0FF6-4DF7-A20C-CE67C320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0EE5B-717E-4374-9E2E-03DB9115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FD13E-14DF-4BAD-B98D-79220BD0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9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72CA-53ED-4B34-B2F8-70A18365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E5E6-5AB1-472D-B802-64A361CDE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D0ED7-B184-4C77-84DA-9AD401FA0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47446-5F65-4A81-8003-EC9C0A91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F17F1-2BFC-4CD4-9D1C-63550C13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F9D73-653A-41B2-B5C4-CD163578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8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63B6-5C41-4445-9A93-D532EB03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0BF64-F99F-4D69-9D8E-0220F9D29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D459C-D762-4CFD-A447-54E0307F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5D4E9-AA8B-4CDB-BE35-442EDBBF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DC904-3FEE-49AF-A0BA-1753118E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84C5F-C744-4B03-A301-190B0CFB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CC8D-9528-4D0B-B477-7C5034B0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96DFE-405D-450F-B9D6-99FC5A86C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4EAF8-3653-4133-9C3A-8D81A135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EEF20-120B-438A-B97F-38A39435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A9FC-D338-4796-85A3-25FFAAE2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8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17D51-34B1-4CD5-B95D-873889A3A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98A0C-4616-4714-B86A-14538CA1E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20E5D-6412-4D01-A1A9-4AE2C958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E6AB8-75CF-4A61-85D2-0D2E6208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0F45C-EEE2-4771-A333-0A000FD3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3D92A-7CF5-4852-B243-17CC8CAF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41085-66E6-4828-8F7A-5E089DABE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F0886-7B60-4A97-87D9-B64BA3EB4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E123-1317-4E58-AC6C-4203F2232E49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3E999-C818-494E-862B-14EAF38BF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CBAEF-2BD5-4C70-9932-08EA5AC4F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68507-2F13-45EA-91DB-60B2041D1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3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D8B7-5044-4C8D-AB9B-55546BD5B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DF4C-CBB6-40EC-8017-21CE053A8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2C64F-E7AD-4A81-B4B3-F02A5B0A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78" y="819016"/>
            <a:ext cx="5696243" cy="52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8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8DE40F-5AA6-4D16-B4DF-21F0675B7BDB}"/>
              </a:ext>
            </a:extLst>
          </p:cNvPr>
          <p:cNvSpPr/>
          <p:nvPr/>
        </p:nvSpPr>
        <p:spPr>
          <a:xfrm>
            <a:off x="3048000" y="1552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file:///C:/Github/pedropsi.github.io/kudamono.html?W=5&amp;L=w8a8a4w1&amp;S=1RRDDRRUL7DDR2RRUR16D&amp;G=b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A6CA94-2718-4CC3-AB24-B6080D06A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974" y="5611719"/>
            <a:ext cx="5296172" cy="5137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6ECA1B-7A34-499B-9B93-8C55727DE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3044" y="5757776"/>
            <a:ext cx="5321573" cy="49913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B2EB06-12AC-4748-A85B-4F1D054F6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063" y="226770"/>
            <a:ext cx="5067560" cy="4654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3C8AB9-3969-4C92-8294-DFAAF650D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75" y="0"/>
            <a:ext cx="3587934" cy="5410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27F0BA-A463-4007-BC39-B0EE53F48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0243" y="-151074"/>
            <a:ext cx="4233990" cy="5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94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8073-8075-4CCC-905C-4EE0E576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C80D321-5E7F-4E3E-BA38-32C442180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9996" y="1025164"/>
            <a:ext cx="6466287" cy="4553184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6681380-177C-4123-B894-6293102E8D60}"/>
              </a:ext>
            </a:extLst>
          </p:cNvPr>
          <p:cNvGrpSpPr/>
          <p:nvPr/>
        </p:nvGrpSpPr>
        <p:grpSpPr>
          <a:xfrm>
            <a:off x="-193706" y="-4122885"/>
            <a:ext cx="13002271" cy="15042450"/>
            <a:chOff x="-193706" y="-4122885"/>
            <a:chExt cx="13002271" cy="150424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ED1FEC-0D35-46ED-909A-B6798E1D2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93706" y="1025164"/>
              <a:ext cx="6293173" cy="472464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09A3E9B-9956-4225-8322-60A235371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28827" y="-4122885"/>
              <a:ext cx="5956606" cy="50548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AE9F67-2E85-4783-8950-CF6BA4613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27425" y="6004412"/>
              <a:ext cx="5734345" cy="491515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AF66BA-CE7E-4120-8E80-120C347C9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1373" y="1048707"/>
              <a:ext cx="5677192" cy="4553184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09AE311-4FF2-44AF-BB2D-DEAF2CE67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886723" y="-9193584"/>
            <a:ext cx="5569236" cy="4470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8F66E0-40AA-4F2D-95D3-2B4D4D5F41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697" y="11174170"/>
            <a:ext cx="7543800" cy="6000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08FE72-6061-4EAF-BFC7-108CC04BF6F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3" t="38977" b="20318"/>
          <a:stretch/>
        </p:blipFill>
        <p:spPr>
          <a:xfrm>
            <a:off x="13189996" y="-4380901"/>
            <a:ext cx="6466287" cy="53128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F8AD99-4B3A-4829-A07F-2F2B6596E7E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38" r="43043"/>
          <a:stretch/>
        </p:blipFill>
        <p:spPr>
          <a:xfrm>
            <a:off x="-6329648" y="11322086"/>
            <a:ext cx="9152345" cy="58528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B1662E-36EA-4BF5-8EDB-DD9ED1BE7E7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11" r="10833" b="59895"/>
          <a:stretch/>
        </p:blipFill>
        <p:spPr>
          <a:xfrm>
            <a:off x="3228827" y="-9359974"/>
            <a:ext cx="5985875" cy="4960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F30ED7-5201-464F-A2BB-4D036369CCA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7" r="55062" b="40026"/>
          <a:stretch/>
        </p:blipFill>
        <p:spPr>
          <a:xfrm>
            <a:off x="-6650285" y="931975"/>
            <a:ext cx="6293172" cy="50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1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B38A9C-5D11-4631-8539-DAEF4DB3A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144"/>
            <a:ext cx="6070912" cy="4616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655DC7-1B44-4F62-B47D-8750F95B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510" y="-3913563"/>
            <a:ext cx="6039160" cy="4997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913CDC-A597-42F8-A174-A088BD387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0" y="973013"/>
            <a:ext cx="6744047" cy="483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F47FE-E1F1-43B9-865A-A69ADEFAF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401" y="5811962"/>
            <a:ext cx="6204269" cy="5067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803772-7131-415E-B54F-CF59D7D99D9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3" t="38977" b="20318"/>
          <a:stretch/>
        </p:blipFill>
        <p:spPr>
          <a:xfrm>
            <a:off x="13189996" y="641236"/>
            <a:ext cx="6466287" cy="5312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A610D7-D4CF-4F43-AF7B-226FF768F9F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38" r="43043"/>
          <a:stretch/>
        </p:blipFill>
        <p:spPr>
          <a:xfrm>
            <a:off x="340768" y="10433086"/>
            <a:ext cx="9152345" cy="58528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79ACA3-E9F3-4739-A2DC-DC0884A42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669465" y="-1602517"/>
            <a:ext cx="17163924" cy="16921033"/>
          </a:xfrm>
          <a:prstGeom prst="rect">
            <a:avLst/>
          </a:prstGeom>
          <a:ln>
            <a:solidFill>
              <a:srgbClr val="F36971"/>
            </a:solidFill>
          </a:ln>
        </p:spPr>
      </p:pic>
    </p:spTree>
    <p:extLst>
      <p:ext uri="{BB962C8B-B14F-4D97-AF65-F5344CB8AC3E}">
        <p14:creationId xmlns:p14="http://schemas.microsoft.com/office/powerpoint/2010/main" val="395532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71119E8-9AF8-4225-BA5B-BAC1D2F51BF9}"/>
              </a:ext>
            </a:extLst>
          </p:cNvPr>
          <p:cNvSpPr/>
          <p:nvPr/>
        </p:nvSpPr>
        <p:spPr>
          <a:xfrm>
            <a:off x="-891541" y="-2971799"/>
            <a:ext cx="16630894" cy="14540351"/>
          </a:xfrm>
          <a:prstGeom prst="rect">
            <a:avLst/>
          </a:prstGeom>
          <a:solidFill>
            <a:srgbClr val="A7E2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1AF5-528C-4372-832D-F24689277EF3}"/>
              </a:ext>
            </a:extLst>
          </p:cNvPr>
          <p:cNvSpPr/>
          <p:nvPr/>
        </p:nvSpPr>
        <p:spPr>
          <a:xfrm>
            <a:off x="-288051" y="-2356300"/>
            <a:ext cx="394851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Bonsai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B8A687-7451-49CB-883C-3B2DD74E51A9}"/>
              </a:ext>
            </a:extLst>
          </p:cNvPr>
          <p:cNvSpPr/>
          <p:nvPr/>
        </p:nvSpPr>
        <p:spPr>
          <a:xfrm>
            <a:off x="6096000" y="10876055"/>
            <a:ext cx="951200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#43 by Pedro PSI – 21</a:t>
            </a:r>
            <a:r>
              <a:rPr lang="en-US" b="1" baseline="3000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January 2021</a:t>
            </a:r>
          </a:p>
          <a:p>
            <a:pPr algn="r"/>
            <a:r>
              <a:rPr lang="pl-PL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pedropsi.github.io/kudamono.html?W=6&amp;H=5&amp;L=a13w1w7a1a4w1&amp;G=b</a:t>
            </a:r>
            <a:endParaRPr lang="en-US" i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A7F74-1133-4B6F-9ECE-AE8C8C7D4223}"/>
              </a:ext>
            </a:extLst>
          </p:cNvPr>
          <p:cNvSpPr/>
          <p:nvPr/>
        </p:nvSpPr>
        <p:spPr>
          <a:xfrm>
            <a:off x="8605732" y="-1633025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56CD07-6BDA-428A-8A4C-EEB79929CB02}"/>
              </a:ext>
            </a:extLst>
          </p:cNvPr>
          <p:cNvSpPr/>
          <p:nvPr/>
        </p:nvSpPr>
        <p:spPr>
          <a:xfrm rot="16200000">
            <a:off x="73318" y="3300733"/>
            <a:ext cx="12791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318AAC-5CDE-4AB3-BB21-E578D026D5C8}"/>
              </a:ext>
            </a:extLst>
          </p:cNvPr>
          <p:cNvSpPr/>
          <p:nvPr/>
        </p:nvSpPr>
        <p:spPr>
          <a:xfrm rot="5400000">
            <a:off x="13555250" y="5317249"/>
            <a:ext cx="11592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A5CF49-86DC-46BB-B2FF-836ED7D38774}"/>
              </a:ext>
            </a:extLst>
          </p:cNvPr>
          <p:cNvSpPr/>
          <p:nvPr/>
        </p:nvSpPr>
        <p:spPr>
          <a:xfrm>
            <a:off x="4968356" y="10229724"/>
            <a:ext cx="14927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PT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</a:t>
            </a:r>
            <a:endParaRPr lang="pt-PT" sz="36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CB69BB-6998-4802-8BE7-4660695E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012" y="-871183"/>
            <a:ext cx="5600988" cy="45404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8EB40C-FFB0-48B8-90EE-A0282ED2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742" y="3499674"/>
            <a:ext cx="5600988" cy="45404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10EC59-7121-4AAC-9C4B-BED9D124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943" y="5640414"/>
            <a:ext cx="5600988" cy="45404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C35FD6-98E1-41C0-B7D9-1CB338561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57" y="1190866"/>
            <a:ext cx="5600988" cy="454048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E4BC7-FDEC-4323-ABCE-3DE16CE8F1B2}"/>
              </a:ext>
            </a:extLst>
          </p:cNvPr>
          <p:cNvSpPr/>
          <p:nvPr/>
        </p:nvSpPr>
        <p:spPr>
          <a:xfrm>
            <a:off x="-235078" y="-1039224"/>
            <a:ext cx="48111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cardinal </a:t>
            </a:r>
            <a:r>
              <a:rPr lang="pt-PT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directions</a:t>
            </a:r>
            <a:endParaRPr lang="pt-PT" sz="2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71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5DE320-FE9B-45A4-B606-F1A067D52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171" y="777738"/>
            <a:ext cx="5975657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44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77CBD-6510-4BFC-9F4B-5FED5CB0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01449" y="-10793841"/>
            <a:ext cx="1667763" cy="1675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7AC61-3D1E-4517-BB6D-37207615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1449" y="-8632968"/>
            <a:ext cx="1731448" cy="1655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7B7784-0404-4E89-BFF8-CA73F8907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46" y="-10793841"/>
            <a:ext cx="5505733" cy="5435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0C0387-B2EA-463C-A29C-D56EDE935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317" y="-10793841"/>
            <a:ext cx="5499383" cy="5156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8627B-7830-4C55-8D97-74F53CB5C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-7805057"/>
            <a:ext cx="5689892" cy="5486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18D32E-41C7-4DCB-9F86-7C837750E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0888" y="11883547"/>
            <a:ext cx="5575587" cy="54739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28551D-0D10-4C63-8CD9-55D295414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-13400596"/>
            <a:ext cx="5689892" cy="54866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6777F3-B226-49A0-8475-2F7B6C884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6475" y="6882786"/>
            <a:ext cx="5791498" cy="52771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74CD7F-B46B-44FA-A600-D6D32D657E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661" y="6858000"/>
            <a:ext cx="5810549" cy="55755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DD86D8-265C-426D-8FCE-49A53D7EC1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8349" y="-521595"/>
            <a:ext cx="5385077" cy="51882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94B7A6-A44A-49A1-84FD-437DBDF6E6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1089" y="-569222"/>
            <a:ext cx="5270771" cy="5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6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ACD19A8-A57D-419C-9767-7966FB3A9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5877" y="1498741"/>
            <a:ext cx="5239019" cy="51691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573D0E-52B1-41CC-A3D8-234E8AED5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142" y="6667907"/>
            <a:ext cx="5150115" cy="52199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AA43E3-03EF-4247-AFBC-6D570F398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257" y="1359034"/>
            <a:ext cx="5721644" cy="53088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B74E2C-F749-47D2-B587-C6BEDC136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690" y="-3823375"/>
            <a:ext cx="5194567" cy="536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4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35CCF6-EAC3-4545-86AD-47DC7C843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142" y="-5537335"/>
            <a:ext cx="5150115" cy="5232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2FC0EA-5672-4DD8-81BA-B732ACEAD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877" y="-164959"/>
            <a:ext cx="5239019" cy="5169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53593-9546-4C73-9909-9239A63F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142" y="5004207"/>
            <a:ext cx="5150115" cy="5219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FF03F-322D-4C50-99DE-2B9EBF792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257" y="-304666"/>
            <a:ext cx="5721644" cy="530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3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FEB50C-10A0-4AE5-AB35-805F97BA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42" y="5343388"/>
            <a:ext cx="5150115" cy="5315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42F479-09BA-46DB-A847-3089DFE1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767" y="-3968888"/>
            <a:ext cx="5156465" cy="5346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430BB8-737A-416A-89BB-C35038EB0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587" y="850767"/>
            <a:ext cx="5366026" cy="5156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182CDF-71EA-4F86-A6CD-55992B9FC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69569" y="-1641736"/>
            <a:ext cx="5581937" cy="5194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9E7A9-7857-4BAA-904E-160B2261D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69120" y="850767"/>
            <a:ext cx="5505733" cy="5404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C0711F-5CBD-4755-AB53-EFFBF05E9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248913" y="3625860"/>
            <a:ext cx="534062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7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43965BB-61ED-4A85-AB88-2047D8942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214" y="-4318398"/>
            <a:ext cx="5321573" cy="5575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49C3F-77BB-473E-B126-305953F87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787" y="853942"/>
            <a:ext cx="5454930" cy="51501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3CF5AD-E5A4-4CAD-8A2E-A35E72A1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68" y="5892925"/>
            <a:ext cx="5239019" cy="5283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814892-D54B-46C2-AF58-C9C211B54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19652" y="853942"/>
            <a:ext cx="5181866" cy="5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75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B32808E-B12A-4E2C-B887-6E6E19B4720B}"/>
              </a:ext>
            </a:extLst>
          </p:cNvPr>
          <p:cNvGrpSpPr/>
          <p:nvPr/>
        </p:nvGrpSpPr>
        <p:grpSpPr>
          <a:xfrm>
            <a:off x="-1727200" y="-6299200"/>
            <a:ext cx="19024599" cy="20145829"/>
            <a:chOff x="-1727200" y="-6299200"/>
            <a:chExt cx="19024599" cy="201458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75D712-419E-42EA-BDFB-4B63C041A8F8}"/>
                </a:ext>
              </a:extLst>
            </p:cNvPr>
            <p:cNvSpPr/>
            <p:nvPr/>
          </p:nvSpPr>
          <p:spPr>
            <a:xfrm>
              <a:off x="-1727200" y="-6299200"/>
              <a:ext cx="19024599" cy="20145829"/>
            </a:xfrm>
            <a:prstGeom prst="rect">
              <a:avLst/>
            </a:prstGeom>
            <a:solidFill>
              <a:srgbClr val="A7E2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E1AC0B-72CC-4D46-BC93-E364D22029E0}"/>
                </a:ext>
              </a:extLst>
            </p:cNvPr>
            <p:cNvSpPr/>
            <p:nvPr/>
          </p:nvSpPr>
          <p:spPr>
            <a:xfrm>
              <a:off x="-1445454" y="-6104185"/>
              <a:ext cx="8151592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pt-PT" sz="8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Bonsai (4-way)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60D6FC-7EA2-4F96-BCFB-3B01E10C43F2}"/>
                </a:ext>
              </a:extLst>
            </p:cNvPr>
            <p:cNvSpPr/>
            <p:nvPr/>
          </p:nvSpPr>
          <p:spPr>
            <a:xfrm>
              <a:off x="7474009" y="12957066"/>
              <a:ext cx="9512009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#44 by Pedro PSI – 26</a:t>
              </a:r>
              <a:r>
                <a:rPr lang="en-US" b="1" baseline="30000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January 2021</a:t>
              </a:r>
            </a:p>
            <a:p>
              <a:pPr algn="r"/>
              <a:r>
                <a:rPr lang="pl-PL" i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pedropsi.github.io/kudamono.html?W=7&amp;L=f11f2f4w1w3w1f4f2f5f4f6w1w1f1f4f2&amp;G=b</a:t>
              </a:r>
              <a:endParaRPr lang="en-US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21164A-CA07-43BC-BEB7-DAAAEA1B140F}"/>
                </a:ext>
              </a:extLst>
            </p:cNvPr>
            <p:cNvSpPr/>
            <p:nvPr/>
          </p:nvSpPr>
          <p:spPr>
            <a:xfrm>
              <a:off x="-1207547" y="-4514475"/>
              <a:ext cx="13436699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sz="2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continuous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path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through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every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square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using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given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pieces</a:t>
              </a:r>
              <a:endParaRPr lang="pt-PT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rotations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allowed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such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that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no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consecutive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pieces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belong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457200" indent="-457200">
                <a:buFontTx/>
                <a:buChar char="-"/>
              </a:pP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flowers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endpoints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(1-pieces);</a:t>
              </a:r>
            </a:p>
            <a:p>
              <a:pPr marL="457200" indent="-457200">
                <a:buFontTx/>
                <a:buChar char="-"/>
              </a:pP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straight 2-pieces;</a:t>
              </a:r>
            </a:p>
            <a:p>
              <a:pPr marL="457200" indent="-457200">
                <a:buFontTx/>
                <a:buChar char="-"/>
              </a:pP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trunk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straight 2-piece,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rooted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outside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board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in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indicated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8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direction</a:t>
              </a:r>
              <a:r>
                <a:rPr lang="pt-PT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997EDA7-15CF-497A-864D-C52DDADFA6AE}"/>
                </a:ext>
              </a:extLst>
            </p:cNvPr>
            <p:cNvGrpSpPr/>
            <p:nvPr/>
          </p:nvGrpSpPr>
          <p:grpSpPr>
            <a:xfrm>
              <a:off x="51531" y="-1905518"/>
              <a:ext cx="15467136" cy="14959593"/>
              <a:chOff x="1058373" y="-1411284"/>
              <a:chExt cx="12855099" cy="1243326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DB0523C-9251-4850-B8B1-6BD7ACB00B1F}"/>
                  </a:ext>
                </a:extLst>
              </p:cNvPr>
              <p:cNvSpPr/>
              <p:nvPr/>
            </p:nvSpPr>
            <p:spPr>
              <a:xfrm>
                <a:off x="7300600" y="-1411284"/>
                <a:ext cx="1517749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North</a:t>
                </a:r>
                <a:endParaRPr lang="pt-PT" sz="4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D25A80-405B-45B1-9803-D50DA54E24C4}"/>
                  </a:ext>
                </a:extLst>
              </p:cNvPr>
              <p:cNvSpPr/>
              <p:nvPr/>
            </p:nvSpPr>
            <p:spPr>
              <a:xfrm rot="16200000">
                <a:off x="720051" y="3830554"/>
                <a:ext cx="1367306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West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193438-4AA4-4394-9A3B-69C0D2F8F9B2}"/>
                  </a:ext>
                </a:extLst>
              </p:cNvPr>
              <p:cNvSpPr/>
              <p:nvPr/>
            </p:nvSpPr>
            <p:spPr>
              <a:xfrm rot="5400000">
                <a:off x="12950491" y="5072648"/>
                <a:ext cx="1235302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East</a:t>
                </a:r>
                <a:endParaRPr lang="pt-PT" sz="4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90C4F3-4A9A-41D5-879B-EE9A500BD9A1}"/>
                  </a:ext>
                </a:extLst>
              </p:cNvPr>
              <p:cNvSpPr/>
              <p:nvPr/>
            </p:nvSpPr>
            <p:spPr>
              <a:xfrm>
                <a:off x="5793882" y="10331324"/>
                <a:ext cx="1604348" cy="690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pt-PT" sz="48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South</a:t>
                </a:r>
                <a:endParaRPr lang="pt-PT" sz="4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C8A985D-6EFA-4071-829E-6E710477EA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37363" y="5523572"/>
                <a:ext cx="4737343" cy="472464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B018A3B-3ACC-4C08-A6CF-40553A6838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61785" y="161086"/>
                <a:ext cx="4737343" cy="4724643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C311A09-4F5F-4C47-9C30-F5D7F2585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78153" y="4762132"/>
                <a:ext cx="4737343" cy="472464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D8CB0EE-1F1F-4D19-A932-B1950C4574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02575" y="-600354"/>
                <a:ext cx="4737343" cy="4724643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2B51BD7-8691-4D51-BED3-5BBE2ED6A1D3}"/>
                </a:ext>
              </a:extLst>
            </p:cNvPr>
            <p:cNvGrpSpPr/>
            <p:nvPr/>
          </p:nvGrpSpPr>
          <p:grpSpPr>
            <a:xfrm>
              <a:off x="12540533" y="-5380910"/>
              <a:ext cx="4445485" cy="3459658"/>
              <a:chOff x="10760384" y="-5002372"/>
              <a:chExt cx="4445485" cy="3459658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1DF11F6-BBE5-475B-ABBA-30C49EA3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68677" y="-2349205"/>
                <a:ext cx="812842" cy="806491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02D4893-92AA-4679-8BEF-26674BFB1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44976" y="-3238807"/>
                <a:ext cx="831893" cy="806491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3C13E810-A507-4F6E-ADBB-139FFB430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75028" y="-3232457"/>
                <a:ext cx="800141" cy="793791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6DF4B54-0E5F-427B-9FC7-0DFA6657A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99095" y="-4070908"/>
                <a:ext cx="844593" cy="831893"/>
              </a:xfrm>
              <a:prstGeom prst="rect">
                <a:avLst/>
              </a:prstGeom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3903920-D7B1-4A5F-8B06-1CA342830FC4}"/>
                  </a:ext>
                </a:extLst>
              </p:cNvPr>
              <p:cNvSpPr/>
              <p:nvPr/>
            </p:nvSpPr>
            <p:spPr>
              <a:xfrm>
                <a:off x="11235819" y="-3020228"/>
                <a:ext cx="1056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2-pieces</a:t>
                </a:r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126757A-376D-47D4-A229-72977BDDCF55}"/>
                  </a:ext>
                </a:extLst>
              </p:cNvPr>
              <p:cNvSpPr/>
              <p:nvPr/>
            </p:nvSpPr>
            <p:spPr>
              <a:xfrm>
                <a:off x="11235819" y="-2130626"/>
                <a:ext cx="1056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1-pieces</a:t>
                </a:r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AC5ABF3-3B47-4ECC-AA45-1A50011FCDB7}"/>
                  </a:ext>
                </a:extLst>
              </p:cNvPr>
              <p:cNvSpPr/>
              <p:nvPr/>
            </p:nvSpPr>
            <p:spPr>
              <a:xfrm>
                <a:off x="11235819" y="-3904175"/>
                <a:ext cx="10567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3-pieces</a:t>
                </a:r>
                <a:endParaRPr lang="en-US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209E47E-2485-4AC1-A64D-08AED50EEF0C}"/>
                  </a:ext>
                </a:extLst>
              </p:cNvPr>
              <p:cNvSpPr/>
              <p:nvPr/>
            </p:nvSpPr>
            <p:spPr>
              <a:xfrm>
                <a:off x="12261546" y="-4578477"/>
                <a:ext cx="9412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straight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B3CD5A-B430-43BA-96E7-B02792AD1922}"/>
                  </a:ext>
                </a:extLst>
              </p:cNvPr>
              <p:cNvSpPr/>
              <p:nvPr/>
            </p:nvSpPr>
            <p:spPr>
              <a:xfrm>
                <a:off x="12403062" y="-4058207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EF66D73-8849-4076-8876-327D431570C7}"/>
                  </a:ext>
                </a:extLst>
              </p:cNvPr>
              <p:cNvSpPr/>
              <p:nvPr/>
            </p:nvSpPr>
            <p:spPr>
              <a:xfrm>
                <a:off x="13288886" y="-4058207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05BCEDA-2F25-4F99-865A-F234A0633D9F}"/>
                  </a:ext>
                </a:extLst>
              </p:cNvPr>
              <p:cNvSpPr/>
              <p:nvPr/>
            </p:nvSpPr>
            <p:spPr>
              <a:xfrm>
                <a:off x="13288886" y="-2296287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431715B-DAE1-422A-9B9C-871F938D5917}"/>
                  </a:ext>
                </a:extLst>
              </p:cNvPr>
              <p:cNvSpPr/>
              <p:nvPr/>
            </p:nvSpPr>
            <p:spPr>
              <a:xfrm>
                <a:off x="14249355" y="-2243369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FFDF7F0-211A-4849-8EE8-B711C8401D8B}"/>
                  </a:ext>
                </a:extLst>
              </p:cNvPr>
              <p:cNvSpPr/>
              <p:nvPr/>
            </p:nvSpPr>
            <p:spPr>
              <a:xfrm>
                <a:off x="14249355" y="-3132971"/>
                <a:ext cx="744073" cy="700655"/>
              </a:xfrm>
              <a:prstGeom prst="rect">
                <a:avLst/>
              </a:prstGeom>
              <a:solidFill>
                <a:srgbClr val="FFFFFF">
                  <a:alpha val="41961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19F9E89-DA45-446D-9C7F-AD336ACB0E9F}"/>
                  </a:ext>
                </a:extLst>
              </p:cNvPr>
              <p:cNvSpPr/>
              <p:nvPr/>
            </p:nvSpPr>
            <p:spPr>
              <a:xfrm>
                <a:off x="13190926" y="-4578477"/>
                <a:ext cx="889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turning</a:t>
                </a:r>
                <a:endParaRPr lang="pt-PT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D7DB295-EA5F-41CC-8003-B4AA8F48B825}"/>
                  </a:ext>
                </a:extLst>
              </p:cNvPr>
              <p:cNvSpPr/>
              <p:nvPr/>
            </p:nvSpPr>
            <p:spPr>
              <a:xfrm>
                <a:off x="14008105" y="-4578477"/>
                <a:ext cx="11977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branching</a:t>
                </a:r>
                <a:endParaRPr lang="pt-PT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12C4400-DC40-499D-9833-2F3E28E64237}"/>
                  </a:ext>
                </a:extLst>
              </p:cNvPr>
              <p:cNvSpPr/>
              <p:nvPr/>
            </p:nvSpPr>
            <p:spPr>
              <a:xfrm>
                <a:off x="12816264" y="-5002372"/>
                <a:ext cx="16393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PT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Types</a:t>
                </a:r>
                <a:r>
                  <a:rPr lang="pt-PT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000" b="1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76E6926-2C20-453E-966D-70653E668B49}"/>
                  </a:ext>
                </a:extLst>
              </p:cNvPr>
              <p:cNvSpPr/>
              <p:nvPr/>
            </p:nvSpPr>
            <p:spPr>
              <a:xfrm rot="16200000">
                <a:off x="10140784" y="-3092043"/>
                <a:ext cx="163930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PT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Sizes</a:t>
                </a:r>
                <a:r>
                  <a:rPr lang="pt-PT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2000" b="1" dirty="0"/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ECDCA38-556F-466E-9580-7EF4175412C9}"/>
                </a:ext>
              </a:extLst>
            </p:cNvPr>
            <p:cNvSpPr/>
            <p:nvPr/>
          </p:nvSpPr>
          <p:spPr>
            <a:xfrm>
              <a:off x="-1400883" y="12957066"/>
              <a:ext cx="680609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Bonsai was invented by Lucas </a:t>
              </a:r>
              <a:r>
                <a:rPr lang="en-US" b="1" dirty="0" err="1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Salafranca</a:t>
              </a:r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(Le </a:t>
              </a:r>
              <a:r>
                <a:rPr lang="en-US" b="1" dirty="0" err="1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Slo</a:t>
              </a:r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4-way Bonsai was suggested by Andrea Gilbert (</a:t>
              </a:r>
              <a:r>
                <a:rPr lang="en-US" b="1" dirty="0" err="1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clickmazes</a:t>
              </a:r>
              <a:r>
                <a:rPr lang="en-US" b="1" dirty="0">
                  <a:solidFill>
                    <a:srgbClr val="59595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686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209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44</cp:revision>
  <dcterms:created xsi:type="dcterms:W3CDTF">2021-01-21T08:39:44Z</dcterms:created>
  <dcterms:modified xsi:type="dcterms:W3CDTF">2021-01-26T17:44:16Z</dcterms:modified>
</cp:coreProperties>
</file>